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3cec8b97a3455e" /><Relationship Type="http://schemas.openxmlformats.org/officeDocument/2006/relationships/extended-properties" Target="/docProps/app.xml" Id="Rdc168e556df6415a" /><Relationship Type="http://schemas.openxmlformats.org/officeDocument/2006/relationships/officeDocument" Target="/ppt/presentation.xml" Id="Rd8534e7bf2b34f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da13b2c78b4067"/>
  </p:sldMasterIdLst>
  <p:notesMasterIdLst>
    <p:notesMasterId xmlns:r="http://schemas.openxmlformats.org/officeDocument/2006/relationships" r:id="R16bd28009765459c"/>
  </p:notesMasterIdLst>
  <p:sldIdLst>
    <p:sldId xmlns:r="http://schemas.openxmlformats.org/officeDocument/2006/relationships" id="256" r:id="R12bfc62985a34122"/>
  </p:sldIdLst>
  <p:sldSz cx="15240000" cy="6191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f9e9f419504c82" /><Relationship Type="http://schemas.openxmlformats.org/officeDocument/2006/relationships/slideMaster" Target="/ppt/slideMasters/slideMaster1.xml" Id="R9eda13b2c78b4067" /><Relationship Type="http://schemas.openxmlformats.org/officeDocument/2006/relationships/notesMaster" Target="/ppt/notesMasters/notesMaster1.xml" Id="R16bd28009765459c" /><Relationship Type="http://schemas.openxmlformats.org/officeDocument/2006/relationships/presProps" Target="/ppt/presProps.xml" Id="R98282ff1da5b43a9" /><Relationship Type="http://schemas.openxmlformats.org/officeDocument/2006/relationships/tableStyles" Target="/ppt/tableStyles.xml" Id="Ra072fb9b13dc4615" /><Relationship Type="http://schemas.openxmlformats.org/officeDocument/2006/relationships/slide" Target="/ppt/slides/slide1.xml" Id="R12bfc62985a341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c31e55ac464a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b17da59b374ebc" /><Relationship Type="http://schemas.openxmlformats.org/officeDocument/2006/relationships/notesMaster" Target="/ppt/notesMasters/notesMaster1.xml" Id="R5b674167984b45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reference image: C:/Users/user/AppData/Local/Temp/codex-clipboard-3f48395c-3766-4389-bab9-aceaba96cad0.png — scientific structure, layout, terminology, visible/infrared examples, outputs, and human context symbol.</a:t>
            </a:r>
          </a:p>
          <a:p xmlns:a="http://schemas.openxmlformats.org/drawingml/2006/main">
            <a:r>
              <a:t>- LobeHub Icons static SVG package: https://unpkg.com/@lobehub/icons-static-svg@1.91.0/icons/openai.svg — OpenAI/ChatGPT brand mark.</a:t>
            </a:r>
          </a:p>
          <a:p xmlns:a="http://schemas.openxmlformats.org/drawingml/2006/main">
            <a:r>
              <a:t>- Flaticon candidate search: https://www.flaticon.com/free-icon/group_426431 — preferred-provider candidate reviewed; direct SVG acquisition was blocked by the provider's dynamic login/download flow. The page identifies Vectors Market / Human Resources / Flat Color Circular and a free-with-attribution license.</a:t>
            </a:r>
          </a:p>
          <a:p xmlns:a="http://schemas.openxmlformats.org/drawingml/2006/main">
            <a:r>
              <a:t>- Alibaba Iconfont candidate search: https://www.iconfont.cn/search/index?q=%E4%BA%BA&amp;searchType=icon — preferred-provider search reviewed; individual SVG candidate metadata/download could not be resolved through the dynamic page in this run.</a:t>
            </a:r>
          </a:p>
          <a:p xmlns:a="http://schemas.openxmlformats.org/drawingml/2006/main">
            <a:r>
              <a:t>- OpenMoji source repository: https://github.com/hfg-gmuend/openmoji — bust-in-silhouette (1F464) and fire (1F525) SVG assets, CC BY-SA 4.0. Human bust derivatives were recolored to match the reference palette; the flame is embedded as an independent SVG.</a:t>
            </a:r>
          </a:p>
          <a:p xmlns:a="http://schemas.openxmlformats.org/drawingml/2006/main">
            <a:r>
              <a:t>- Custom reference-traced SVGs: `assets/tim-exchange.svg` and `assets/rising-bars.svg` — reconstructed from the supplied figure; not claimed as external-library assets.</a:t>
            </a:r>
          </a:p>
          <a:p xmlns:a="http://schemas.openxmlformats.org/drawingml/2006/main">
            <a:r>
              <a:t>- No externally sourced scientific claims were added.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7ff00b5b142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ee4942c2a54b06" /><Relationship Type="http://schemas.openxmlformats.org/officeDocument/2006/relationships/slideLayout" Target="/ppt/slideLayouts/slideLayout1.xml" Id="R13c95ac74d9745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c95ac74d9745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5b7aca21d0449c" /><Relationship Type="http://schemas.openxmlformats.org/officeDocument/2006/relationships/image" Target="/ppt/media/image.png" Id="R92225b4a62d744ab" /><Relationship Type="http://schemas.openxmlformats.org/officeDocument/2006/relationships/image" Target="/ppt/media/image.svg" Id="R7a035687ec724595" /><Relationship Type="http://schemas.openxmlformats.org/officeDocument/2006/relationships/image" Target="/ppt/media/image2.png" Id="R09481f7842cb4e39" /><Relationship Type="http://schemas.openxmlformats.org/officeDocument/2006/relationships/image" Target="/ppt/media/image2.svg" Id="Re4425ca116b54719" /><Relationship Type="http://schemas.openxmlformats.org/officeDocument/2006/relationships/image" Target="/ppt/media/image3.png" Id="Rcedc71e2885c4cdd" /><Relationship Type="http://schemas.openxmlformats.org/officeDocument/2006/relationships/image" Target="/ppt/media/image3.svg" Id="R6edb29e7325f4dc1" /><Relationship Type="http://schemas.openxmlformats.org/officeDocument/2006/relationships/image" Target="/ppt/media/image4.png" Id="Rac99514c08054568" /><Relationship Type="http://schemas.openxmlformats.org/officeDocument/2006/relationships/image" Target="/ppt/media/image5.png" Id="R5a74ea628a3c4225" /><Relationship Type="http://schemas.openxmlformats.org/officeDocument/2006/relationships/image" Target="/ppt/media/image6.png" Id="R8b51c3f3205040ec" /><Relationship Type="http://schemas.openxmlformats.org/officeDocument/2006/relationships/image" Target="/ppt/media/image7.png" Id="Rc6ab8ca7f8314c58" /><Relationship Type="http://schemas.openxmlformats.org/officeDocument/2006/relationships/image" Target="/ppt/media/image8.png" Id="R59e64d9dc1a6441c" /><Relationship Type="http://schemas.openxmlformats.org/officeDocument/2006/relationships/image" Target="/ppt/media/image4.svg" Id="Rc5dc08f562b94b48" /><Relationship Type="http://schemas.openxmlformats.org/officeDocument/2006/relationships/image" Target="/ppt/media/image9.png" Id="Refe0a9c11c144dce" /><Relationship Type="http://schemas.openxmlformats.org/officeDocument/2006/relationships/image" Target="/ppt/media/image5.svg" Id="Rafb0907178844e63" /><Relationship Type="http://schemas.openxmlformats.org/officeDocument/2006/relationships/image" Target="/ppt/media/image10.png" Id="Rf517f03e71514141" /><Relationship Type="http://schemas.openxmlformats.org/officeDocument/2006/relationships/image" Target="/ppt/media/image6.svg" Id="R3c99e7294a774cfe" /><Relationship Type="http://schemas.openxmlformats.org/officeDocument/2006/relationships/image" Target="/ppt/media/image11.png" Id="R3dde093992914d07" /><Relationship Type="http://schemas.openxmlformats.org/officeDocument/2006/relationships/image" Target="/ppt/media/image7.svg" Id="Rc9488983bc514929" /><Relationship Type="http://schemas.openxmlformats.org/officeDocument/2006/relationships/image" Target="/ppt/media/image12.png" Id="R3ccb93268ab44627" /><Relationship Type="http://schemas.openxmlformats.org/officeDocument/2006/relationships/image" Target="/ppt/media/image8.svg" Id="R52e9ce21456e45f5" /><Relationship Type="http://schemas.openxmlformats.org/officeDocument/2006/relationships/image" Target="/ppt/media/image13.png" Id="Rf177d3b0769341c7" /><Relationship Type="http://schemas.openxmlformats.org/officeDocument/2006/relationships/image" Target="/ppt/media/image9.svg" Id="R8841174a7eb244f4" /><Relationship Type="http://schemas.openxmlformats.org/officeDocument/2006/relationships/image" Target="/ppt/media/image14.png" Id="R861976ddc99148c3" /><Relationship Type="http://schemas.openxmlformats.org/officeDocument/2006/relationships/image" Target="/ppt/media/image10.svg" Id="R0b08f1a41e834d53" /><Relationship Type="http://schemas.openxmlformats.org/officeDocument/2006/relationships/notesSlide" Target="/ppt/notesSlides/notesSlide1.xml" Id="Re59dae3ab71140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2" name="input-group">
            <a:extLst xmlns:a="http://schemas.openxmlformats.org/drawingml/2006/main">
              <a:ext uri="{FF2B5EF4-FFF2-40B4-BE49-F238E27FC236}">
                <a16:creationId xmlns:a16="http://schemas.microsoft.com/office/drawing/2014/main" id="{B20E04B4-5307-4581-BAD7-C8CD32B1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428750"/>
            <a:ext cx="2305050" cy="4000500"/>
          </a:xfrm>
          <a:prstGeom xmlns:a="http://schemas.openxmlformats.org/drawingml/2006/main" prst="roundRect">
            <a:avLst>
              <a:gd name="adj" fmla="val 2893"/>
            </a:avLst>
          </a:prstGeom>
          <a:solidFill xmlns:a="http://schemas.openxmlformats.org/drawingml/2006/main">
            <a:srgbClr val="FCFCFA"/>
          </a:solidFill>
          <a:ln xmlns:a="http://schemas.openxmlformats.org/drawingml/2006/main" w="5906">
            <a:solidFill>
              <a:srgbClr val="B8B8B5"/>
            </a:solidFill>
            <a:prstDash val="dash"/>
          </a:ln>
        </p:spPr>
      </p:sp>
      <p:sp>
        <p:nvSpPr>
          <p:cNvPr id="2" name="visible-image-frame">
            <a:extLst xmlns:a="http://schemas.openxmlformats.org/drawingml/2006/main">
              <a:ext uri="{FF2B5EF4-FFF2-40B4-BE49-F238E27FC236}">
                <a16:creationId xmlns:a16="http://schemas.microsoft.com/office/drawing/2014/main" id="{EA658E5B-FC54-46E8-99E7-B3C88376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771650"/>
            <a:ext cx="1466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8D8D8A"/>
            </a:solidFill>
            <a:prstDash val="solid"/>
          </a:ln>
        </p:spPr>
      </p:sp>
      <p:sp>
        <p:nvSpPr>
          <p:cNvPr id="3" name="infrared-image-frame">
            <a:extLst xmlns:a="http://schemas.openxmlformats.org/drawingml/2006/main">
              <a:ext uri="{FF2B5EF4-FFF2-40B4-BE49-F238E27FC236}">
                <a16:creationId xmlns:a16="http://schemas.microsoft.com/office/drawing/2014/main" id="{73042D1A-D950-4C74-94DA-AAD0DA91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76650"/>
            <a:ext cx="1466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8D8D8A"/>
            </a:solidFill>
            <a:prstDash val="solid"/>
          </a:ln>
        </p:spPr>
      </p:sp>
      <p:sp>
        <p:nvSpPr>
          <p:cNvPr id="4" name="segmentation-image-frame">
            <a:extLst xmlns:a="http://schemas.openxmlformats.org/drawingml/2006/main">
              <a:ext uri="{FF2B5EF4-FFF2-40B4-BE49-F238E27FC236}">
                <a16:creationId xmlns:a16="http://schemas.microsoft.com/office/drawing/2014/main" id="{030B54AC-832F-473C-9DF2-2691BC5F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1638300"/>
            <a:ext cx="1181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8D8D8A"/>
            </a:solidFill>
            <a:prstDash val="solid"/>
          </a:ln>
        </p:spPr>
      </p:sp>
      <p:sp>
        <p:nvSpPr>
          <p:cNvPr id="5" name="fused-image-frame">
            <a:extLst xmlns:a="http://schemas.openxmlformats.org/drawingml/2006/main">
              <a:ext uri="{FF2B5EF4-FFF2-40B4-BE49-F238E27FC236}">
                <a16:creationId xmlns:a16="http://schemas.microsoft.com/office/drawing/2014/main" id="{0ED5CD2A-39B7-43D4-AB1C-5A1E4F57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3867150"/>
            <a:ext cx="1181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8D8D8A"/>
            </a:solidFill>
            <a:prstDash val="solid"/>
          </a:ln>
        </p:spPr>
      </p:sp>
      <p:sp>
        <p:nvSpPr>
          <p:cNvPr id="6" name="visible-input-projection">
            <a:extLst xmlns:a="http://schemas.openxmlformats.org/drawingml/2006/main">
              <a:ext uri="{FF2B5EF4-FFF2-40B4-BE49-F238E27FC236}">
                <a16:creationId xmlns:a16="http://schemas.microsoft.com/office/drawing/2014/main" id="{CE840E19-988B-4AEA-84A2-65B8A187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905000"/>
            <a:ext cx="419100" cy="800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777A80"/>
            </a:solidFill>
            <a:prstDash val="solid"/>
          </a:ln>
        </p:spPr>
      </p:sp>
      <p:sp>
        <p:nvSpPr>
          <p:cNvPr id="7" name="visible-input-projection-label">
            <a:extLst xmlns:a="http://schemas.openxmlformats.org/drawingml/2006/main">
              <a:ext uri="{FF2B5EF4-FFF2-40B4-BE49-F238E27FC236}">
                <a16:creationId xmlns:a16="http://schemas.microsoft.com/office/drawing/2014/main" id="{3431271B-BBCF-4DD2-9DF5-9B4013AE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62125" y="20955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Input Proj.</a:t>
            </a:r>
          </a:p>
        </p:txBody>
      </p:sp>
      <p:sp>
        <p:nvSpPr>
          <p:cNvPr id="8" name="infrared-input-projection">
            <a:extLst xmlns:a="http://schemas.openxmlformats.org/drawingml/2006/main">
              <a:ext uri="{FF2B5EF4-FFF2-40B4-BE49-F238E27FC236}">
                <a16:creationId xmlns:a16="http://schemas.microsoft.com/office/drawing/2014/main" id="{07F30CBE-A06B-4842-AC02-731F0BE6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90950"/>
            <a:ext cx="419100" cy="8001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777A80"/>
            </a:solidFill>
            <a:prstDash val="solid"/>
          </a:ln>
        </p:spPr>
      </p:sp>
      <p:sp>
        <p:nvSpPr>
          <p:cNvPr id="9" name="infrared-input-projection-label">
            <a:extLst xmlns:a="http://schemas.openxmlformats.org/drawingml/2006/main">
              <a:ext uri="{FF2B5EF4-FFF2-40B4-BE49-F238E27FC236}">
                <a16:creationId xmlns:a16="http://schemas.microsoft.com/office/drawing/2014/main" id="{861FB978-D026-4913-9735-6B63CA91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62125" y="398145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Input Proj.</a:t>
            </a:r>
          </a:p>
        </p:txBody>
      </p:sp>
      <p:sp>
        <p:nvSpPr>
          <p:cNvPr id="10" name="stage-1-visible-saformer-top-face">
            <a:extLst xmlns:a="http://schemas.openxmlformats.org/drawingml/2006/main">
              <a:ext uri="{FF2B5EF4-FFF2-40B4-BE49-F238E27FC236}">
                <a16:creationId xmlns:a16="http://schemas.microsoft.com/office/drawing/2014/main" id="{32C0894A-0153-404A-A59C-2435373E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43050"/>
            <a:ext cx="1333500" cy="95250"/>
          </a:xfrm>
          <a:custGeom xmlns:a="http://schemas.openxmlformats.org/drawingml/2006/main">
            <a:pathLst>
              <a:path w="1333500" h="95250">
                <a:moveTo>
                  <a:pt x="0" y="95250"/>
                </a:moveTo>
                <a:lnTo>
                  <a:pt x="114300" y="0"/>
                </a:lnTo>
                <a:lnTo>
                  <a:pt x="1333500" y="0"/>
                </a:lnTo>
                <a:lnTo>
                  <a:pt x="1219200" y="95250"/>
                </a:lnTo>
                <a:close/>
              </a:path>
            </a:pathLst>
          </a:custGeom>
          <a:solidFill xmlns:a="http://schemas.openxmlformats.org/drawingml/2006/main">
            <a:srgbClr val="D9E4F2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11" name="stage-1-visible-saformer-side-face">
            <a:extLst xmlns:a="http://schemas.openxmlformats.org/drawingml/2006/main">
              <a:ext uri="{FF2B5EF4-FFF2-40B4-BE49-F238E27FC236}">
                <a16:creationId xmlns:a16="http://schemas.microsoft.com/office/drawing/2014/main" id="{639CAE25-29B5-4119-9E88-78C605E1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43050"/>
            <a:ext cx="114300" cy="647700"/>
          </a:xfrm>
          <a:custGeom xmlns:a="http://schemas.openxmlformats.org/drawingml/2006/main">
            <a:pathLst>
              <a:path w="114300" h="647700">
                <a:moveTo>
                  <a:pt x="0" y="95250"/>
                </a:moveTo>
                <a:lnTo>
                  <a:pt x="114300" y="0"/>
                </a:lnTo>
                <a:lnTo>
                  <a:pt x="114300" y="552450"/>
                </a:lnTo>
                <a:lnTo>
                  <a:pt x="0" y="647700"/>
                </a:lnTo>
                <a:close/>
              </a:path>
            </a:pathLst>
          </a:custGeom>
          <a:solidFill xmlns:a="http://schemas.openxmlformats.org/drawingml/2006/main">
            <a:srgbClr val="8197B7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12" name="stage-1-visible-saformer-front">
            <a:extLst xmlns:a="http://schemas.openxmlformats.org/drawingml/2006/main">
              <a:ext uri="{FF2B5EF4-FFF2-40B4-BE49-F238E27FC236}">
                <a16:creationId xmlns:a16="http://schemas.microsoft.com/office/drawing/2014/main" id="{68FF5021-B402-411D-9D6E-91DF7CA0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38300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F"/>
          </a:solidFill>
          <a:ln xmlns:a="http://schemas.openxmlformats.org/drawingml/2006/main" w="7810">
            <a:solidFill>
              <a:srgbClr val="48617F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SAFormer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13" name="stage-1-visible-saformer-input-port">
            <a:extLst xmlns:a="http://schemas.openxmlformats.org/drawingml/2006/main">
              <a:ext uri="{FF2B5EF4-FFF2-40B4-BE49-F238E27FC236}">
                <a16:creationId xmlns:a16="http://schemas.microsoft.com/office/drawing/2014/main" id="{EF552CCB-9684-48B4-9D2B-10AAA5E4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05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stage-1-visible-saformer-output-port">
            <a:extLst xmlns:a="http://schemas.openxmlformats.org/drawingml/2006/main">
              <a:ext uri="{FF2B5EF4-FFF2-40B4-BE49-F238E27FC236}">
                <a16:creationId xmlns:a16="http://schemas.microsoft.com/office/drawing/2014/main" id="{3E4B6EB0-7541-4B4F-B2A9-ED27B436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05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" name="stage-1-infrared-saformer-top-face">
            <a:extLst xmlns:a="http://schemas.openxmlformats.org/drawingml/2006/main">
              <a:ext uri="{FF2B5EF4-FFF2-40B4-BE49-F238E27FC236}">
                <a16:creationId xmlns:a16="http://schemas.microsoft.com/office/drawing/2014/main" id="{BECA0B0A-C2B9-4441-AACA-897B5A34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62375"/>
            <a:ext cx="1333500" cy="95250"/>
          </a:xfrm>
          <a:custGeom xmlns:a="http://schemas.openxmlformats.org/drawingml/2006/main">
            <a:pathLst>
              <a:path w="1333500" h="95250">
                <a:moveTo>
                  <a:pt x="0" y="95250"/>
                </a:moveTo>
                <a:lnTo>
                  <a:pt x="114300" y="0"/>
                </a:lnTo>
                <a:lnTo>
                  <a:pt x="1333500" y="0"/>
                </a:lnTo>
                <a:lnTo>
                  <a:pt x="1219200" y="95250"/>
                </a:lnTo>
                <a:close/>
              </a:path>
            </a:pathLst>
          </a:custGeom>
          <a:solidFill xmlns:a="http://schemas.openxmlformats.org/drawingml/2006/main">
            <a:srgbClr val="D9E4F2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16" name="stage-1-infrared-saformer-side-face">
            <a:extLst xmlns:a="http://schemas.openxmlformats.org/drawingml/2006/main">
              <a:ext uri="{FF2B5EF4-FFF2-40B4-BE49-F238E27FC236}">
                <a16:creationId xmlns:a16="http://schemas.microsoft.com/office/drawing/2014/main" id="{AB88CEFC-EBD5-409D-92FE-061AA9C6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62375"/>
            <a:ext cx="114300" cy="647700"/>
          </a:xfrm>
          <a:custGeom xmlns:a="http://schemas.openxmlformats.org/drawingml/2006/main">
            <a:pathLst>
              <a:path w="114300" h="647700">
                <a:moveTo>
                  <a:pt x="0" y="95250"/>
                </a:moveTo>
                <a:lnTo>
                  <a:pt x="114300" y="0"/>
                </a:lnTo>
                <a:lnTo>
                  <a:pt x="114300" y="552450"/>
                </a:lnTo>
                <a:lnTo>
                  <a:pt x="0" y="647700"/>
                </a:lnTo>
                <a:close/>
              </a:path>
            </a:pathLst>
          </a:custGeom>
          <a:solidFill xmlns:a="http://schemas.openxmlformats.org/drawingml/2006/main">
            <a:srgbClr val="8197B7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17" name="stage-1-infrared-saformer-front">
            <a:extLst xmlns:a="http://schemas.openxmlformats.org/drawingml/2006/main">
              <a:ext uri="{FF2B5EF4-FFF2-40B4-BE49-F238E27FC236}">
                <a16:creationId xmlns:a16="http://schemas.microsoft.com/office/drawing/2014/main" id="{CB0677BA-68E5-413F-93BF-BD23F119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57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F"/>
          </a:solidFill>
          <a:ln xmlns:a="http://schemas.openxmlformats.org/drawingml/2006/main" w="7810">
            <a:solidFill>
              <a:srgbClr val="48617F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SAFormer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18" name="stage-1-infrared-saformer-input-port">
            <a:extLst xmlns:a="http://schemas.openxmlformats.org/drawingml/2006/main">
              <a:ext uri="{FF2B5EF4-FFF2-40B4-BE49-F238E27FC236}">
                <a16:creationId xmlns:a16="http://schemas.microsoft.com/office/drawing/2014/main" id="{E46C050F-06D1-4E7C-8C89-F953D348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124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stage-1-infrared-saformer-output-port">
            <a:extLst xmlns:a="http://schemas.openxmlformats.org/drawingml/2006/main">
              <a:ext uri="{FF2B5EF4-FFF2-40B4-BE49-F238E27FC236}">
                <a16:creationId xmlns:a16="http://schemas.microsoft.com/office/drawing/2014/main" id="{A31657B4-F20D-4B70-A7FB-DFCC1003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124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" name="stage-1-features-plate-4-top-face">
            <a:extLst xmlns:a="http://schemas.openxmlformats.org/drawingml/2006/main">
              <a:ext uri="{FF2B5EF4-FFF2-40B4-BE49-F238E27FC236}">
                <a16:creationId xmlns:a16="http://schemas.microsoft.com/office/drawing/2014/main" id="{D062A7CE-EC02-4454-85BD-98F23F8A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73367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B9CAE2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21" name="stage-1-features-plate-4-side-face">
            <a:extLst xmlns:a="http://schemas.openxmlformats.org/drawingml/2006/main">
              <a:ext uri="{FF2B5EF4-FFF2-40B4-BE49-F238E27FC236}">
                <a16:creationId xmlns:a16="http://schemas.microsoft.com/office/drawing/2014/main" id="{CDBBA250-7B24-4220-A520-2C46C968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3367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748BAB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22" name="stage-1-features-plate-4-front-face">
            <a:extLst xmlns:a="http://schemas.openxmlformats.org/drawingml/2006/main">
              <a:ext uri="{FF2B5EF4-FFF2-40B4-BE49-F238E27FC236}">
                <a16:creationId xmlns:a16="http://schemas.microsoft.com/office/drawing/2014/main" id="{6CB61159-8872-43D5-88C6-292059B0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78130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9D1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23" name="stage-1-features-plate-3-top-face">
            <a:extLst xmlns:a="http://schemas.openxmlformats.org/drawingml/2006/main">
              <a:ext uri="{FF2B5EF4-FFF2-40B4-BE49-F238E27FC236}">
                <a16:creationId xmlns:a16="http://schemas.microsoft.com/office/drawing/2014/main" id="{E74959C6-DAD2-4EF3-8DD4-92A8A474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5272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D7E2F0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24" name="stage-1-features-plate-3-side-face">
            <a:extLst xmlns:a="http://schemas.openxmlformats.org/drawingml/2006/main">
              <a:ext uri="{FF2B5EF4-FFF2-40B4-BE49-F238E27FC236}">
                <a16:creationId xmlns:a16="http://schemas.microsoft.com/office/drawing/2014/main" id="{B50908A1-9DBC-46FA-91FF-B91D1E03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5272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9CABBD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25" name="stage-1-features-plate-3-front-face">
            <a:extLst xmlns:a="http://schemas.openxmlformats.org/drawingml/2006/main">
              <a:ext uri="{FF2B5EF4-FFF2-40B4-BE49-F238E27FC236}">
                <a16:creationId xmlns:a16="http://schemas.microsoft.com/office/drawing/2014/main" id="{364965E7-31E9-4DED-8309-05C0F36C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0035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0E7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26" name="stage-1-features-plate-2-top-face">
            <a:extLst xmlns:a="http://schemas.openxmlformats.org/drawingml/2006/main">
              <a:ext uri="{FF2B5EF4-FFF2-40B4-BE49-F238E27FC236}">
                <a16:creationId xmlns:a16="http://schemas.microsoft.com/office/drawing/2014/main" id="{518D8EDA-DB3B-4D95-B075-E272FB3C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7177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E7EFF8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27" name="stage-1-features-plate-2-side-face">
            <a:extLst xmlns:a="http://schemas.openxmlformats.org/drawingml/2006/main">
              <a:ext uri="{FF2B5EF4-FFF2-40B4-BE49-F238E27FC236}">
                <a16:creationId xmlns:a16="http://schemas.microsoft.com/office/drawing/2014/main" id="{7A3FF196-B87A-4539-B699-B8959F8B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7177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B2BCC7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28" name="stage-1-features-plate-2-front-face">
            <a:extLst xmlns:a="http://schemas.openxmlformats.org/drawingml/2006/main">
              <a:ext uri="{FF2B5EF4-FFF2-40B4-BE49-F238E27FC236}">
                <a16:creationId xmlns:a16="http://schemas.microsoft.com/office/drawing/2014/main" id="{5ABDEFA4-E4F3-4835-B30E-16508DAA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81940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3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29" name="stage-1-features-plate-1-top-face">
            <a:extLst xmlns:a="http://schemas.openxmlformats.org/drawingml/2006/main">
              <a:ext uri="{FF2B5EF4-FFF2-40B4-BE49-F238E27FC236}">
                <a16:creationId xmlns:a16="http://schemas.microsoft.com/office/drawing/2014/main" id="{A4E37C85-E75B-4251-A5D7-48B9DC4E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9082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F4F8FC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30" name="stage-1-features-plate-1-side-face">
            <a:extLst xmlns:a="http://schemas.openxmlformats.org/drawingml/2006/main">
              <a:ext uri="{FF2B5EF4-FFF2-40B4-BE49-F238E27FC236}">
                <a16:creationId xmlns:a16="http://schemas.microsoft.com/office/drawing/2014/main" id="{91F87A1E-EF5F-4BFB-9FFC-A3A67409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79082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C2C7CD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31" name="stage-1-features-plate-1-front-face">
            <a:extLst xmlns:a="http://schemas.openxmlformats.org/drawingml/2006/main">
              <a:ext uri="{FF2B5EF4-FFF2-40B4-BE49-F238E27FC236}">
                <a16:creationId xmlns:a16="http://schemas.microsoft.com/office/drawing/2014/main" id="{03CB1AA6-161D-4561-9D3B-C45DE6E5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3845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32" name="stage-1-features-connector-envelope">
            <a:extLst xmlns:a="http://schemas.openxmlformats.org/drawingml/2006/main">
              <a:ext uri="{FF2B5EF4-FFF2-40B4-BE49-F238E27FC236}">
                <a16:creationId xmlns:a16="http://schemas.microsoft.com/office/drawing/2014/main" id="{B6676C07-4075-487D-A9DC-1CC3EF0E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33675"/>
            <a:ext cx="371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3" name="stage-1-tim-box">
            <a:extLst xmlns:a="http://schemas.openxmlformats.org/drawingml/2006/main">
              <a:ext uri="{FF2B5EF4-FFF2-40B4-BE49-F238E27FC236}">
                <a16:creationId xmlns:a16="http://schemas.microsoft.com/office/drawing/2014/main" id="{523CD78A-552C-47B9-8CAE-8599E27A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0030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TIM</a:t>
            </a:r>
          </a:p>
        </p:txBody>
      </p:sp>
      <p:pic>
        <p:nvPicPr>
          <p:cNvPr id="385" name="stage-1-tim-exchange-symbo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25b4a62d744ab">
            <a:extLst>
              <a:ext uri="{96DAC541-7B7A-43D3-8B79-37D633B846F1}">
                <asvg:svgBlip xmlns:asvg="http://schemas.microsoft.com/office/drawing/2016/SVG/main" r:embed="R7a035687ec72459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181475" y="2695575"/>
            <a:ext cx="476250" cy="257175"/>
          </a:xfrm>
          <a:prstGeom xmlns:a="http://schemas.openxmlformats.org/drawingml/2006/main" prst="rect">
            <a:avLst/>
          </a:prstGeom>
        </p:spPr>
      </p:pic>
      <p:sp>
        <p:nvSpPr>
          <p:cNvPr id="35" name="stage-1-tim-lef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30C13CD4-29D4-4CE0-8095-AD9D1699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23812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36" name="stage-1-tim-lef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56771338-0600-442F-A8CF-C0AC1644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812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37" name="stage-1-tim-lef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71DE5AFC-4422-4979-9199-6596A6D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098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38" name="stage-1-tim-lef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1A1827D2-10E2-433D-9EE4-565C0429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030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39" name="stage-1-tim-lef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16B99F0C-FBFA-40AD-8FF0-F4B83CA1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0030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40" name="stage-1-tim-lef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06113510-766E-48AC-A659-A21BD692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288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41" name="stage-1-tim-lef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20038A95-8FC6-46C6-9EE6-C814530E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19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42" name="stage-1-tim-lef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72BAD498-B8DF-4D1C-94B1-2F40F479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419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43" name="stage-1-tim-lef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E1C0F437-F5E6-4A01-BEE4-392551D6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447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44" name="stage-1-tim-lef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40A5C31E-AA96-45D5-8BBA-8B0E49EA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3812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stage-1-tim-righ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09A9CD25-5697-479B-ABC8-2251E4CC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812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46" name="stage-1-tim-righ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1AED8C86-FE89-4160-8207-9BDE8C45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812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47" name="stage-1-tim-righ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5BDB2A00-6E53-4DC4-BFBA-A1A74ADC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4098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48" name="stage-1-tim-righ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145418D9-9C61-4892-B6BF-835776EB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49" name="stage-1-tim-righ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A8F93C6C-C5A7-453E-9807-5A3131ED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0030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50" name="stage-1-tim-righ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6604BE25-B6A1-4108-AF74-69732581C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288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51" name="stage-1-tim-righ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84C8CAC7-7E33-463F-AE45-9D5A2601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419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52" name="stage-1-tim-righ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B76A7BE4-4542-4B2D-AB46-22D96E1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419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53" name="stage-1-tim-righ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BD386975-82FC-4625-B5CF-2DC687E5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47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54" name="stage-1-tim-righ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6F95CE51-0D1C-4F10-A3B4-9DCD575B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812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5" name="stage-1-iim-box">
            <a:extLst xmlns:a="http://schemas.openxmlformats.org/drawingml/2006/main">
              <a:ext uri="{FF2B5EF4-FFF2-40B4-BE49-F238E27FC236}">
                <a16:creationId xmlns:a16="http://schemas.microsoft.com/office/drawing/2014/main" id="{3269FD76-7C26-418C-94BA-D71ED762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040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IIM</a:t>
            </a:r>
          </a:p>
        </p:txBody>
      </p:sp>
      <p:sp>
        <p:nvSpPr>
          <p:cNvPr id="56" name="stage-1-iim-lef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5CE492ED-9781-4F15-8832-96961DB0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181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57" name="stage-1-iim-lef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8DBAC0D3-6FA6-4417-9496-D6A88F69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181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58" name="stage-1-iim-lef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1F821B09-C29E-43C6-9964-CA87AF77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09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59" name="stage-1-iim-lef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BC0A39FC-DD36-4EC8-9472-C9FB72ED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0040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60" name="stage-1-iim-lef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A96ABB7A-485C-44D6-B9F1-9C30D64F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0040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61" name="stage-1-iim-lef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194A49CF-7570-4879-87C4-D3B3B402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2289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62" name="stage-1-iim-lef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BAEF4C03-A7FF-4B69-9684-382740A0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2194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63" name="stage-1-iim-lef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11C10270-FADD-4D27-99D2-DD92F6D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194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64" name="stage-1-iim-lef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53B2A701-CBE9-4171-ADC1-869A162A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2480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65" name="stage-1-iim-lef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07AFD403-1F7D-4FDA-AA98-0AED44DA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1813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6" name="stage-1-iim-righ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8A6814C9-13D1-45AE-8A16-F0EDD941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81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67" name="stage-1-iim-righ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284B9B73-FCA4-4079-A065-E16517FC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81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68" name="stage-1-iim-righ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ACEB0819-1CAC-4EED-A54E-D52B40F2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09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69" name="stage-1-iim-righ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A54E2921-79B3-4A0F-AA7E-ABF2DCB8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0040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70" name="stage-1-iim-righ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CAB1B9CE-3682-4A0D-B1DD-A4E8ED8A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0040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71" name="stage-1-iim-righ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2A019696-5F76-4F09-873B-513FFD9F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289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72" name="stage-1-iim-righ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94BD7DB7-4209-4569-8520-95F922F6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194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73" name="stage-1-iim-righ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0EFD212C-167E-4E6C-ADFA-831D9EF9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194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74" name="stage-1-iim-righ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FB069129-CF38-464E-9A90-D19503E2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2480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75" name="stage-1-iim-righ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59908C88-F559-444E-B3FC-B2D8E484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813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6" name="stage-1-cfm">
            <a:extLst xmlns:a="http://schemas.openxmlformats.org/drawingml/2006/main">
              <a:ext uri="{FF2B5EF4-FFF2-40B4-BE49-F238E27FC236}">
                <a16:creationId xmlns:a16="http://schemas.microsoft.com/office/drawing/2014/main" id="{45CB13AB-97E7-42EB-BA75-3FD9E1F1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14625"/>
            <a:ext cx="419100" cy="11049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ADD7AC"/>
          </a:solidFill>
          <a:ln xmlns:a="http://schemas.openxmlformats.org/drawingml/2006/main" w="7810">
            <a:solidFill>
              <a:srgbClr val="629A67"/>
            </a:solidFill>
            <a:prstDash val="solid"/>
          </a:ln>
        </p:spPr>
      </p:sp>
      <p:sp>
        <p:nvSpPr>
          <p:cNvPr id="77" name="stage-1-cfm-label">
            <a:extLst xmlns:a="http://schemas.openxmlformats.org/drawingml/2006/main">
              <a:ext uri="{FF2B5EF4-FFF2-40B4-BE49-F238E27FC236}">
                <a16:creationId xmlns:a16="http://schemas.microsoft.com/office/drawing/2014/main" id="{FBAED55C-2557-4F33-8585-4CDFDAE0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086350" y="30575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CFM</a:t>
            </a:r>
          </a:p>
        </p:txBody>
      </p:sp>
      <p:sp>
        <p:nvSpPr>
          <p:cNvPr id="78" name="stage-1-cfm-input-top">
            <a:extLst xmlns:a="http://schemas.openxmlformats.org/drawingml/2006/main">
              <a:ext uri="{FF2B5EF4-FFF2-40B4-BE49-F238E27FC236}">
                <a16:creationId xmlns:a16="http://schemas.microsoft.com/office/drawing/2014/main" id="{3515D84B-2818-4122-B0CA-9E4BE7AC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9813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9A67"/>
          </a:solidFill>
          <a:ln xmlns:a="http://schemas.openxmlformats.org/drawingml/2006/main" w="2858">
            <a:solidFill>
              <a:srgbClr val="629A67"/>
            </a:solidFill>
            <a:prstDash val="solid"/>
          </a:ln>
        </p:spPr>
      </p:sp>
      <p:sp>
        <p:nvSpPr>
          <p:cNvPr id="79" name="stage-1-cfm-input-bottom">
            <a:extLst xmlns:a="http://schemas.openxmlformats.org/drawingml/2006/main">
              <a:ext uri="{FF2B5EF4-FFF2-40B4-BE49-F238E27FC236}">
                <a16:creationId xmlns:a16="http://schemas.microsoft.com/office/drawing/2014/main" id="{2669D9B7-F93C-4CE6-A84E-E65BD829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495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9A67"/>
          </a:solidFill>
          <a:ln xmlns:a="http://schemas.openxmlformats.org/drawingml/2006/main" w="2858">
            <a:solidFill>
              <a:srgbClr val="629A67"/>
            </a:solidFill>
            <a:prstDash val="solid"/>
          </a:ln>
        </p:spPr>
      </p:sp>
      <p:sp>
        <p:nvSpPr>
          <p:cNvPr id="80" name="stage-1-text-decoder">
            <a:extLst xmlns:a="http://schemas.openxmlformats.org/drawingml/2006/main">
              <a:ext uri="{FF2B5EF4-FFF2-40B4-BE49-F238E27FC236}">
                <a16:creationId xmlns:a16="http://schemas.microsoft.com/office/drawing/2014/main" id="{CF87DC28-4268-4442-B54F-977D3BEF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906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FF"/>
          </a:solidFill>
          <a:ln xmlns:a="http://schemas.openxmlformats.org/drawingml/2006/main" w="7239">
            <a:solidFill>
              <a:srgbClr val="8477BD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81" name="stage-1-prompt-tokens-1">
            <a:extLst xmlns:a="http://schemas.openxmlformats.org/drawingml/2006/main">
              <a:ext uri="{FF2B5EF4-FFF2-40B4-BE49-F238E27FC236}">
                <a16:creationId xmlns:a16="http://schemas.microsoft.com/office/drawing/2014/main" id="{4FA10B39-6583-464D-B5C5-F42CCC88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57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CF"/>
          </a:solidFill>
          <a:ln xmlns:a="http://schemas.openxmlformats.org/drawingml/2006/main" w="3810">
            <a:solidFill>
              <a:srgbClr val="D9909B"/>
            </a:solidFill>
            <a:prstDash val="solid"/>
          </a:ln>
        </p:spPr>
      </p:sp>
      <p:sp>
        <p:nvSpPr>
          <p:cNvPr id="82" name="stage-1-prompt-tokens-2">
            <a:extLst xmlns:a="http://schemas.openxmlformats.org/drawingml/2006/main">
              <a:ext uri="{FF2B5EF4-FFF2-40B4-BE49-F238E27FC236}">
                <a16:creationId xmlns:a16="http://schemas.microsoft.com/office/drawing/2014/main" id="{AE7E30BC-C4C8-4941-810D-79490A48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257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CF"/>
          </a:solidFill>
          <a:ln xmlns:a="http://schemas.openxmlformats.org/drawingml/2006/main" w="3810">
            <a:solidFill>
              <a:srgbClr val="D9909B"/>
            </a:solidFill>
            <a:prstDash val="solid"/>
          </a:ln>
        </p:spPr>
      </p:sp>
      <p:sp>
        <p:nvSpPr>
          <p:cNvPr id="83" name="stage-1-prompt-tokens-3">
            <a:extLst xmlns:a="http://schemas.openxmlformats.org/drawingml/2006/main">
              <a:ext uri="{FF2B5EF4-FFF2-40B4-BE49-F238E27FC236}">
                <a16:creationId xmlns:a16="http://schemas.microsoft.com/office/drawing/2014/main" id="{80011027-74A3-4A3C-A0ED-5334D4F4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257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CF"/>
          </a:solidFill>
          <a:ln xmlns:a="http://schemas.openxmlformats.org/drawingml/2006/main" w="3810">
            <a:solidFill>
              <a:srgbClr val="D9909B"/>
            </a:solidFill>
            <a:prstDash val="solid"/>
          </a:ln>
        </p:spPr>
      </p:sp>
      <p:sp>
        <p:nvSpPr>
          <p:cNvPr id="84" name="stage-2-visible-saformer-top-face">
            <a:extLst xmlns:a="http://schemas.openxmlformats.org/drawingml/2006/main">
              <a:ext uri="{FF2B5EF4-FFF2-40B4-BE49-F238E27FC236}">
                <a16:creationId xmlns:a16="http://schemas.microsoft.com/office/drawing/2014/main" id="{D99D997D-43D4-4E9E-9967-6E0A80BF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1333500" cy="95250"/>
          </a:xfrm>
          <a:custGeom xmlns:a="http://schemas.openxmlformats.org/drawingml/2006/main">
            <a:pathLst>
              <a:path w="1333500" h="95250">
                <a:moveTo>
                  <a:pt x="0" y="95250"/>
                </a:moveTo>
                <a:lnTo>
                  <a:pt x="114300" y="0"/>
                </a:lnTo>
                <a:lnTo>
                  <a:pt x="1333500" y="0"/>
                </a:lnTo>
                <a:lnTo>
                  <a:pt x="1219200" y="95250"/>
                </a:lnTo>
                <a:close/>
              </a:path>
            </a:pathLst>
          </a:custGeom>
          <a:solidFill xmlns:a="http://schemas.openxmlformats.org/drawingml/2006/main">
            <a:srgbClr val="D9E4F2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85" name="stage-2-visible-saformer-side-face">
            <a:extLst xmlns:a="http://schemas.openxmlformats.org/drawingml/2006/main">
              <a:ext uri="{FF2B5EF4-FFF2-40B4-BE49-F238E27FC236}">
                <a16:creationId xmlns:a16="http://schemas.microsoft.com/office/drawing/2014/main" id="{F382D75F-93E9-4070-8264-F4378B84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43050"/>
            <a:ext cx="114300" cy="647700"/>
          </a:xfrm>
          <a:custGeom xmlns:a="http://schemas.openxmlformats.org/drawingml/2006/main">
            <a:pathLst>
              <a:path w="114300" h="647700">
                <a:moveTo>
                  <a:pt x="0" y="95250"/>
                </a:moveTo>
                <a:lnTo>
                  <a:pt x="114300" y="0"/>
                </a:lnTo>
                <a:lnTo>
                  <a:pt x="114300" y="552450"/>
                </a:lnTo>
                <a:lnTo>
                  <a:pt x="0" y="647700"/>
                </a:lnTo>
                <a:close/>
              </a:path>
            </a:pathLst>
          </a:custGeom>
          <a:solidFill xmlns:a="http://schemas.openxmlformats.org/drawingml/2006/main">
            <a:srgbClr val="8197B7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86" name="stage-2-visible-saformer-front">
            <a:extLst xmlns:a="http://schemas.openxmlformats.org/drawingml/2006/main">
              <a:ext uri="{FF2B5EF4-FFF2-40B4-BE49-F238E27FC236}">
                <a16:creationId xmlns:a16="http://schemas.microsoft.com/office/drawing/2014/main" id="{D80E6A8C-C8C2-4715-A4BB-3FF60C81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38300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F"/>
          </a:solidFill>
          <a:ln xmlns:a="http://schemas.openxmlformats.org/drawingml/2006/main" w="7810">
            <a:solidFill>
              <a:srgbClr val="48617F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SAFormer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87" name="stage-2-visible-saformer-input-port">
            <a:extLst xmlns:a="http://schemas.openxmlformats.org/drawingml/2006/main">
              <a:ext uri="{FF2B5EF4-FFF2-40B4-BE49-F238E27FC236}">
                <a16:creationId xmlns:a16="http://schemas.microsoft.com/office/drawing/2014/main" id="{F1A31A26-A3FC-4EEA-942D-B2073F31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905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8" name="stage-2-visible-saformer-output-port">
            <a:extLst xmlns:a="http://schemas.openxmlformats.org/drawingml/2006/main">
              <a:ext uri="{FF2B5EF4-FFF2-40B4-BE49-F238E27FC236}">
                <a16:creationId xmlns:a16="http://schemas.microsoft.com/office/drawing/2014/main" id="{937A5644-2776-4909-8C9A-AA5C601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1905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9" name="stage-2-infrared-saformer-top-face">
            <a:extLst xmlns:a="http://schemas.openxmlformats.org/drawingml/2006/main">
              <a:ext uri="{FF2B5EF4-FFF2-40B4-BE49-F238E27FC236}">
                <a16:creationId xmlns:a16="http://schemas.microsoft.com/office/drawing/2014/main" id="{2A6A0320-8D60-4A42-AFB4-0F64EE75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1333500" cy="95250"/>
          </a:xfrm>
          <a:custGeom xmlns:a="http://schemas.openxmlformats.org/drawingml/2006/main">
            <a:pathLst>
              <a:path w="1333500" h="95250">
                <a:moveTo>
                  <a:pt x="0" y="95250"/>
                </a:moveTo>
                <a:lnTo>
                  <a:pt x="114300" y="0"/>
                </a:lnTo>
                <a:lnTo>
                  <a:pt x="1333500" y="0"/>
                </a:lnTo>
                <a:lnTo>
                  <a:pt x="1219200" y="95250"/>
                </a:lnTo>
                <a:close/>
              </a:path>
            </a:pathLst>
          </a:custGeom>
          <a:solidFill xmlns:a="http://schemas.openxmlformats.org/drawingml/2006/main">
            <a:srgbClr val="D9E4F2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90" name="stage-2-infrared-saformer-side-face">
            <a:extLst xmlns:a="http://schemas.openxmlformats.org/drawingml/2006/main">
              <a:ext uri="{FF2B5EF4-FFF2-40B4-BE49-F238E27FC236}">
                <a16:creationId xmlns:a16="http://schemas.microsoft.com/office/drawing/2014/main" id="{F80ECDFB-69B2-4FD8-8E6D-10735479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62375"/>
            <a:ext cx="114300" cy="647700"/>
          </a:xfrm>
          <a:custGeom xmlns:a="http://schemas.openxmlformats.org/drawingml/2006/main">
            <a:pathLst>
              <a:path w="114300" h="647700">
                <a:moveTo>
                  <a:pt x="0" y="95250"/>
                </a:moveTo>
                <a:lnTo>
                  <a:pt x="114300" y="0"/>
                </a:lnTo>
                <a:lnTo>
                  <a:pt x="114300" y="552450"/>
                </a:lnTo>
                <a:lnTo>
                  <a:pt x="0" y="647700"/>
                </a:lnTo>
                <a:close/>
              </a:path>
            </a:pathLst>
          </a:custGeom>
          <a:solidFill xmlns:a="http://schemas.openxmlformats.org/drawingml/2006/main">
            <a:srgbClr val="8197B7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91" name="stage-2-infrared-saformer-front">
            <a:extLst xmlns:a="http://schemas.openxmlformats.org/drawingml/2006/main">
              <a:ext uri="{FF2B5EF4-FFF2-40B4-BE49-F238E27FC236}">
                <a16:creationId xmlns:a16="http://schemas.microsoft.com/office/drawing/2014/main" id="{7E210A8D-3D2D-423B-885A-0A1D26FD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F"/>
          </a:solidFill>
          <a:ln xmlns:a="http://schemas.openxmlformats.org/drawingml/2006/main" w="7810">
            <a:solidFill>
              <a:srgbClr val="48617F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SAFormer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92" name="stage-2-infrared-saformer-input-port">
            <a:extLst xmlns:a="http://schemas.openxmlformats.org/drawingml/2006/main">
              <a:ext uri="{FF2B5EF4-FFF2-40B4-BE49-F238E27FC236}">
                <a16:creationId xmlns:a16="http://schemas.microsoft.com/office/drawing/2014/main" id="{485D3926-C285-4A79-A563-1F897452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24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3" name="stage-2-infrared-saformer-output-port">
            <a:extLst xmlns:a="http://schemas.openxmlformats.org/drawingml/2006/main">
              <a:ext uri="{FF2B5EF4-FFF2-40B4-BE49-F238E27FC236}">
                <a16:creationId xmlns:a16="http://schemas.microsoft.com/office/drawing/2014/main" id="{788DB6DA-5F93-4C4F-A3ED-FB790F4E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24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4" name="stage-2-features-plate-4-top-face">
            <a:extLst xmlns:a="http://schemas.openxmlformats.org/drawingml/2006/main">
              <a:ext uri="{FF2B5EF4-FFF2-40B4-BE49-F238E27FC236}">
                <a16:creationId xmlns:a16="http://schemas.microsoft.com/office/drawing/2014/main" id="{64D93A0E-43EB-4887-B9AF-0671948F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73367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B9CAE2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95" name="stage-2-features-plate-4-side-face">
            <a:extLst xmlns:a="http://schemas.openxmlformats.org/drawingml/2006/main">
              <a:ext uri="{FF2B5EF4-FFF2-40B4-BE49-F238E27FC236}">
                <a16:creationId xmlns:a16="http://schemas.microsoft.com/office/drawing/2014/main" id="{66C31DB7-BB2D-4BB6-935E-2FCE6C1F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3367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748BAB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96" name="stage-2-features-plate-4-front-face">
            <a:extLst xmlns:a="http://schemas.openxmlformats.org/drawingml/2006/main">
              <a:ext uri="{FF2B5EF4-FFF2-40B4-BE49-F238E27FC236}">
                <a16:creationId xmlns:a16="http://schemas.microsoft.com/office/drawing/2014/main" id="{02B1870F-71CC-461C-A438-36381CA7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78130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9D1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97" name="stage-2-features-plate-3-top-face">
            <a:extLst xmlns:a="http://schemas.openxmlformats.org/drawingml/2006/main">
              <a:ext uri="{FF2B5EF4-FFF2-40B4-BE49-F238E27FC236}">
                <a16:creationId xmlns:a16="http://schemas.microsoft.com/office/drawing/2014/main" id="{AFB87E78-60A9-4C4F-837C-CA4A8F40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5272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D7E2F0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98" name="stage-2-features-plate-3-side-face">
            <a:extLst xmlns:a="http://schemas.openxmlformats.org/drawingml/2006/main">
              <a:ext uri="{FF2B5EF4-FFF2-40B4-BE49-F238E27FC236}">
                <a16:creationId xmlns:a16="http://schemas.microsoft.com/office/drawing/2014/main" id="{C8B7831A-78F7-4CB8-B43C-1899DF78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5272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9CABBD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99" name="stage-2-features-plate-3-front-face">
            <a:extLst xmlns:a="http://schemas.openxmlformats.org/drawingml/2006/main">
              <a:ext uri="{FF2B5EF4-FFF2-40B4-BE49-F238E27FC236}">
                <a16:creationId xmlns:a16="http://schemas.microsoft.com/office/drawing/2014/main" id="{8EFE02E8-C395-4544-A51B-C45B0821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035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0E7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00" name="stage-2-features-plate-2-top-face">
            <a:extLst xmlns:a="http://schemas.openxmlformats.org/drawingml/2006/main">
              <a:ext uri="{FF2B5EF4-FFF2-40B4-BE49-F238E27FC236}">
                <a16:creationId xmlns:a16="http://schemas.microsoft.com/office/drawing/2014/main" id="{AEC0B197-F34D-4B6A-9F8C-678576A3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7177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E7EFF8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01" name="stage-2-features-plate-2-side-face">
            <a:extLst xmlns:a="http://schemas.openxmlformats.org/drawingml/2006/main">
              <a:ext uri="{FF2B5EF4-FFF2-40B4-BE49-F238E27FC236}">
                <a16:creationId xmlns:a16="http://schemas.microsoft.com/office/drawing/2014/main" id="{02261088-B34D-4E53-8D15-BFDE8764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7177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B2BCC7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02" name="stage-2-features-plate-2-front-face">
            <a:extLst xmlns:a="http://schemas.openxmlformats.org/drawingml/2006/main">
              <a:ext uri="{FF2B5EF4-FFF2-40B4-BE49-F238E27FC236}">
                <a16:creationId xmlns:a16="http://schemas.microsoft.com/office/drawing/2014/main" id="{9777A2A6-7257-4EE5-AB4E-97CBCC63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1940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3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03" name="stage-2-features-plate-1-top-face">
            <a:extLst xmlns:a="http://schemas.openxmlformats.org/drawingml/2006/main">
              <a:ext uri="{FF2B5EF4-FFF2-40B4-BE49-F238E27FC236}">
                <a16:creationId xmlns:a16="http://schemas.microsoft.com/office/drawing/2014/main" id="{41E99FC7-EA7B-4C24-880F-CC7BB3B9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9082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F4F8FC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04" name="stage-2-features-plate-1-side-face">
            <a:extLst xmlns:a="http://schemas.openxmlformats.org/drawingml/2006/main">
              <a:ext uri="{FF2B5EF4-FFF2-40B4-BE49-F238E27FC236}">
                <a16:creationId xmlns:a16="http://schemas.microsoft.com/office/drawing/2014/main" id="{8421C9CB-BDFB-4C52-90F4-774B0318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79082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C2C7CD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05" name="stage-2-features-plate-1-front-face">
            <a:extLst xmlns:a="http://schemas.openxmlformats.org/drawingml/2006/main">
              <a:ext uri="{FF2B5EF4-FFF2-40B4-BE49-F238E27FC236}">
                <a16:creationId xmlns:a16="http://schemas.microsoft.com/office/drawing/2014/main" id="{6800901E-ED9F-403A-87C0-FF10BEF9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3845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06" name="stage-2-features-connector-envelope">
            <a:extLst xmlns:a="http://schemas.openxmlformats.org/drawingml/2006/main">
              <a:ext uri="{FF2B5EF4-FFF2-40B4-BE49-F238E27FC236}">
                <a16:creationId xmlns:a16="http://schemas.microsoft.com/office/drawing/2014/main" id="{0C54D91F-4AEC-467D-B5C0-692DD2F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33675"/>
            <a:ext cx="371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7" name="stage-2-tim-box">
            <a:extLst xmlns:a="http://schemas.openxmlformats.org/drawingml/2006/main">
              <a:ext uri="{FF2B5EF4-FFF2-40B4-BE49-F238E27FC236}">
                <a16:creationId xmlns:a16="http://schemas.microsoft.com/office/drawing/2014/main" id="{917ED005-A785-4234-BD8C-79FBBF07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TIM</a:t>
            </a:r>
          </a:p>
        </p:txBody>
      </p:sp>
      <p:pic>
        <p:nvPicPr>
          <p:cNvPr id="459" name="stage-2-tim-exchange-symbo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81f7842cb4e39">
            <a:extLst>
              <a:ext uri="{96DAC541-7B7A-43D3-8B79-37D633B846F1}">
                <asvg:svgBlip xmlns:asvg="http://schemas.microsoft.com/office/drawing/2016/SVG/main" r:embed="Re4425ca116b5471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15225" y="2695575"/>
            <a:ext cx="476250" cy="257175"/>
          </a:xfrm>
          <a:prstGeom xmlns:a="http://schemas.openxmlformats.org/drawingml/2006/main" prst="rect">
            <a:avLst/>
          </a:prstGeom>
        </p:spPr>
      </p:pic>
      <p:sp>
        <p:nvSpPr>
          <p:cNvPr id="109" name="stage-2-tim-lef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78C2B7A3-61E7-4259-9419-BC896344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3812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10" name="stage-2-tim-lef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6019C5B8-D016-4774-9AC2-A52C09C1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812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11" name="stage-2-tim-lef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A94B1F05-714E-42CC-8F60-99E878F7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4098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12" name="stage-2-tim-lef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B68661CD-CA11-4DA7-9FD4-66C958D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0030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13" name="stage-2-tim-lef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6AE60F96-DE6E-4242-A3DB-76E89383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14" name="stage-2-tim-lef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2B2BD070-F0D9-47D9-B80D-AEACC118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288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15" name="stage-2-tim-lef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56E43CA0-78C9-4A4D-8F22-9689C304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19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16" name="stage-2-tim-lef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20725009-8ADF-4C1B-AA4D-522095B5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19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17" name="stage-2-tim-lef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33A4B621-81F4-4B99-9904-972CAB42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47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18" name="stage-2-tim-lef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67A61735-86DE-4D3C-969D-CA67701F0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812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9" name="stage-2-tim-righ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663ECDF7-5B64-40B7-BABB-067BDF01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812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20" name="stage-2-tim-righ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52ADE912-1C10-450F-998B-22E6B4AC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812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21" name="stage-2-tim-righ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06AD06C4-4A1F-4EE6-9F04-4C01BD11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098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22" name="stage-2-tim-righ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C6A2A425-AEDD-4543-80A1-BBE0B584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23" name="stage-2-tim-righ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B476D5E7-E90B-4FEE-9FE7-305DF482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24" name="stage-2-tim-righ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07B9B257-5078-423D-99D1-A4D0768E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288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25" name="stage-2-tim-righ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B83A6343-91D6-42E7-9E0F-730A28AD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19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26" name="stage-2-tim-righ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60C9806A-0B3D-4C9A-A9C4-B444D373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419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27" name="stage-2-tim-righ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A61BDC46-CB0D-4F67-B13F-A2D4AA89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47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28" name="stage-2-tim-righ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97000AC7-7B63-4BEA-9C70-A9A7623D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812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9" name="stage-2-iim-box">
            <a:extLst xmlns:a="http://schemas.openxmlformats.org/drawingml/2006/main">
              <a:ext uri="{FF2B5EF4-FFF2-40B4-BE49-F238E27FC236}">
                <a16:creationId xmlns:a16="http://schemas.microsoft.com/office/drawing/2014/main" id="{4F74BC5C-5CD5-4852-92AA-AB4F42C0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0040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IIM</a:t>
            </a:r>
          </a:p>
        </p:txBody>
      </p:sp>
      <p:sp>
        <p:nvSpPr>
          <p:cNvPr id="130" name="stage-2-iim-lef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242D8483-A088-4299-B07E-28727062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181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31" name="stage-2-iim-lef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EFC945B9-EB13-471D-86DF-6E421477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81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32" name="stage-2-iim-lef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0BAD85DF-26E4-44E0-AE25-21C39E51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09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33" name="stage-2-iim-lef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47BF1902-3E9A-49A2-9D8A-58591B3C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0040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34" name="stage-2-iim-lef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ED944034-1C92-47BB-A3DE-6D115CD5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35" name="stage-2-iim-lef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9104A8B2-9C79-4208-BB3B-EFEC489A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289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36" name="stage-2-iim-lef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9E41C632-7E17-407B-A278-16A3F6B7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194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37" name="stage-2-iim-lef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F7E20B7C-4001-4204-A019-C69088D6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194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38" name="stage-2-iim-lef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96FD371B-DB22-4FB3-BC4E-F32ADC31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480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39" name="stage-2-iim-lef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91CA0BBA-59FB-4928-8E89-C4942E24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813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0" name="stage-2-iim-righ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26F0C036-3FE5-4C50-B473-27308CA1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81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41" name="stage-2-iim-righ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294D11CA-0D23-4E70-B2EB-CDDCEEB3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81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42" name="stage-2-iim-righ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5E5A07B4-3DC9-42E9-845C-E3F3F7010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09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43" name="stage-2-iim-righ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F2AEDCCE-893B-4342-89EF-9716E655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44" name="stage-2-iim-righ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B646F926-AB64-43B6-A716-FD26A91B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45" name="stage-2-iim-righ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C3F16A99-6C84-4A91-804C-5AED0029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289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46" name="stage-2-iim-righ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20978BAD-EE6D-49EE-9FD9-322ACDDC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194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47" name="stage-2-iim-righ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E18CD962-7FE8-40DC-86AC-FAEB4CA9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194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48" name="stage-2-iim-righ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36442CD3-173A-4A87-83E9-3BDE199F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480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149" name="stage-2-iim-righ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E200F6E3-8407-4115-9295-86F15398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1813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50" name="stage-2-cfm">
            <a:extLst xmlns:a="http://schemas.openxmlformats.org/drawingml/2006/main">
              <a:ext uri="{FF2B5EF4-FFF2-40B4-BE49-F238E27FC236}">
                <a16:creationId xmlns:a16="http://schemas.microsoft.com/office/drawing/2014/main" id="{D31BC04B-8C86-4FDF-BA14-61DE582C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419100" cy="11049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ADD7AC"/>
          </a:solidFill>
          <a:ln xmlns:a="http://schemas.openxmlformats.org/drawingml/2006/main" w="7810">
            <a:solidFill>
              <a:srgbClr val="629A67"/>
            </a:solidFill>
            <a:prstDash val="solid"/>
          </a:ln>
        </p:spPr>
      </p:sp>
      <p:sp>
        <p:nvSpPr>
          <p:cNvPr id="151" name="stage-2-cfm-label">
            <a:extLst xmlns:a="http://schemas.openxmlformats.org/drawingml/2006/main">
              <a:ext uri="{FF2B5EF4-FFF2-40B4-BE49-F238E27FC236}">
                <a16:creationId xmlns:a16="http://schemas.microsoft.com/office/drawing/2014/main" id="{94EEE34A-1D42-4753-8738-DBCED90B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420100" y="30575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CFM</a:t>
            </a:r>
          </a:p>
        </p:txBody>
      </p:sp>
      <p:sp>
        <p:nvSpPr>
          <p:cNvPr id="152" name="stage-2-cfm-input-top">
            <a:extLst xmlns:a="http://schemas.openxmlformats.org/drawingml/2006/main">
              <a:ext uri="{FF2B5EF4-FFF2-40B4-BE49-F238E27FC236}">
                <a16:creationId xmlns:a16="http://schemas.microsoft.com/office/drawing/2014/main" id="{9301359A-DA3D-4CD2-B076-EF105FAB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813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9A67"/>
          </a:solidFill>
          <a:ln xmlns:a="http://schemas.openxmlformats.org/drawingml/2006/main" w="2858">
            <a:solidFill>
              <a:srgbClr val="629A67"/>
            </a:solidFill>
            <a:prstDash val="solid"/>
          </a:ln>
        </p:spPr>
      </p:sp>
      <p:sp>
        <p:nvSpPr>
          <p:cNvPr id="153" name="stage-2-cfm-input-bottom">
            <a:extLst xmlns:a="http://schemas.openxmlformats.org/drawingml/2006/main">
              <a:ext uri="{FF2B5EF4-FFF2-40B4-BE49-F238E27FC236}">
                <a16:creationId xmlns:a16="http://schemas.microsoft.com/office/drawing/2014/main" id="{730E58CA-7D7E-4FBB-9DBF-92C2AD57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95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9A67"/>
          </a:solidFill>
          <a:ln xmlns:a="http://schemas.openxmlformats.org/drawingml/2006/main" w="2858">
            <a:solidFill>
              <a:srgbClr val="629A67"/>
            </a:solidFill>
            <a:prstDash val="solid"/>
          </a:ln>
        </p:spPr>
      </p:sp>
      <p:sp>
        <p:nvSpPr>
          <p:cNvPr id="154" name="stage-2-text-decoder">
            <a:extLst xmlns:a="http://schemas.openxmlformats.org/drawingml/2006/main">
              <a:ext uri="{FF2B5EF4-FFF2-40B4-BE49-F238E27FC236}">
                <a16:creationId xmlns:a16="http://schemas.microsoft.com/office/drawing/2014/main" id="{A859378E-4810-4094-8794-BB90A07F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FF"/>
          </a:solidFill>
          <a:ln xmlns:a="http://schemas.openxmlformats.org/drawingml/2006/main" w="7239">
            <a:solidFill>
              <a:srgbClr val="8477BD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155" name="stage-2-prompt-tokens-1">
            <a:extLst xmlns:a="http://schemas.openxmlformats.org/drawingml/2006/main">
              <a:ext uri="{FF2B5EF4-FFF2-40B4-BE49-F238E27FC236}">
                <a16:creationId xmlns:a16="http://schemas.microsoft.com/office/drawing/2014/main" id="{14F68C79-F68C-4D01-A22D-80E88B32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57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CF"/>
          </a:solidFill>
          <a:ln xmlns:a="http://schemas.openxmlformats.org/drawingml/2006/main" w="3810">
            <a:solidFill>
              <a:srgbClr val="D9909B"/>
            </a:solidFill>
            <a:prstDash val="solid"/>
          </a:ln>
        </p:spPr>
      </p:sp>
      <p:sp>
        <p:nvSpPr>
          <p:cNvPr id="156" name="stage-2-prompt-tokens-2">
            <a:extLst xmlns:a="http://schemas.openxmlformats.org/drawingml/2006/main">
              <a:ext uri="{FF2B5EF4-FFF2-40B4-BE49-F238E27FC236}">
                <a16:creationId xmlns:a16="http://schemas.microsoft.com/office/drawing/2014/main" id="{1BA057D7-73A1-42FC-8766-21ADC830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257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CF"/>
          </a:solidFill>
          <a:ln xmlns:a="http://schemas.openxmlformats.org/drawingml/2006/main" w="3810">
            <a:solidFill>
              <a:srgbClr val="D9909B"/>
            </a:solidFill>
            <a:prstDash val="solid"/>
          </a:ln>
        </p:spPr>
      </p:sp>
      <p:sp>
        <p:nvSpPr>
          <p:cNvPr id="157" name="stage-2-prompt-tokens-3">
            <a:extLst xmlns:a="http://schemas.openxmlformats.org/drawingml/2006/main">
              <a:ext uri="{FF2B5EF4-FFF2-40B4-BE49-F238E27FC236}">
                <a16:creationId xmlns:a16="http://schemas.microsoft.com/office/drawing/2014/main" id="{17E1B60A-F1C9-41AF-8EAD-F0FDF4B2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CF"/>
          </a:solidFill>
          <a:ln xmlns:a="http://schemas.openxmlformats.org/drawingml/2006/main" w="3810">
            <a:solidFill>
              <a:srgbClr val="D9909B"/>
            </a:solidFill>
            <a:prstDash val="solid"/>
          </a:ln>
        </p:spPr>
      </p:sp>
      <p:sp>
        <p:nvSpPr>
          <p:cNvPr id="158" name="stage-3-visible-saformer-top-face">
            <a:extLst xmlns:a="http://schemas.openxmlformats.org/drawingml/2006/main">
              <a:ext uri="{FF2B5EF4-FFF2-40B4-BE49-F238E27FC236}">
                <a16:creationId xmlns:a16="http://schemas.microsoft.com/office/drawing/2014/main" id="{EB1C73D8-EE7B-4CC2-9756-CD027DC7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43050"/>
            <a:ext cx="1333500" cy="95250"/>
          </a:xfrm>
          <a:custGeom xmlns:a="http://schemas.openxmlformats.org/drawingml/2006/main">
            <a:pathLst>
              <a:path w="1333500" h="95250">
                <a:moveTo>
                  <a:pt x="0" y="95250"/>
                </a:moveTo>
                <a:lnTo>
                  <a:pt x="114300" y="0"/>
                </a:lnTo>
                <a:lnTo>
                  <a:pt x="1333500" y="0"/>
                </a:lnTo>
                <a:lnTo>
                  <a:pt x="1219200" y="95250"/>
                </a:lnTo>
                <a:close/>
              </a:path>
            </a:pathLst>
          </a:custGeom>
          <a:solidFill xmlns:a="http://schemas.openxmlformats.org/drawingml/2006/main">
            <a:srgbClr val="D9E4F2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159" name="stage-3-visible-saformer-side-face">
            <a:extLst xmlns:a="http://schemas.openxmlformats.org/drawingml/2006/main">
              <a:ext uri="{FF2B5EF4-FFF2-40B4-BE49-F238E27FC236}">
                <a16:creationId xmlns:a16="http://schemas.microsoft.com/office/drawing/2014/main" id="{ADC8C1C7-C766-4FB4-8AE7-35E513CB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543050"/>
            <a:ext cx="114300" cy="647700"/>
          </a:xfrm>
          <a:custGeom xmlns:a="http://schemas.openxmlformats.org/drawingml/2006/main">
            <a:pathLst>
              <a:path w="114300" h="647700">
                <a:moveTo>
                  <a:pt x="0" y="95250"/>
                </a:moveTo>
                <a:lnTo>
                  <a:pt x="114300" y="0"/>
                </a:lnTo>
                <a:lnTo>
                  <a:pt x="114300" y="552450"/>
                </a:lnTo>
                <a:lnTo>
                  <a:pt x="0" y="647700"/>
                </a:lnTo>
                <a:close/>
              </a:path>
            </a:pathLst>
          </a:custGeom>
          <a:solidFill xmlns:a="http://schemas.openxmlformats.org/drawingml/2006/main">
            <a:srgbClr val="8197B7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160" name="stage-3-visible-saformer-front">
            <a:extLst xmlns:a="http://schemas.openxmlformats.org/drawingml/2006/main">
              <a:ext uri="{FF2B5EF4-FFF2-40B4-BE49-F238E27FC236}">
                <a16:creationId xmlns:a16="http://schemas.microsoft.com/office/drawing/2014/main" id="{E9B6D585-F4A9-4C28-A267-DC03F2F0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38300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F"/>
          </a:solidFill>
          <a:ln xmlns:a="http://schemas.openxmlformats.org/drawingml/2006/main" w="7810">
            <a:solidFill>
              <a:srgbClr val="48617F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SAFormer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161" name="stage-3-visible-saformer-input-port">
            <a:extLst xmlns:a="http://schemas.openxmlformats.org/drawingml/2006/main">
              <a:ext uri="{FF2B5EF4-FFF2-40B4-BE49-F238E27FC236}">
                <a16:creationId xmlns:a16="http://schemas.microsoft.com/office/drawing/2014/main" id="{B75111F3-149B-45C5-83D6-2BBF7911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905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2" name="stage-3-visible-saformer-output-port">
            <a:extLst xmlns:a="http://schemas.openxmlformats.org/drawingml/2006/main">
              <a:ext uri="{FF2B5EF4-FFF2-40B4-BE49-F238E27FC236}">
                <a16:creationId xmlns:a16="http://schemas.microsoft.com/office/drawing/2014/main" id="{A51A3FDF-29D6-4A4F-AFB7-D9E52130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19050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3" name="stage-3-infrared-saformer-top-face">
            <a:extLst xmlns:a="http://schemas.openxmlformats.org/drawingml/2006/main">
              <a:ext uri="{FF2B5EF4-FFF2-40B4-BE49-F238E27FC236}">
                <a16:creationId xmlns:a16="http://schemas.microsoft.com/office/drawing/2014/main" id="{05DFF15F-FD10-492B-9CC1-D4D1A54D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62375"/>
            <a:ext cx="1333500" cy="95250"/>
          </a:xfrm>
          <a:custGeom xmlns:a="http://schemas.openxmlformats.org/drawingml/2006/main">
            <a:pathLst>
              <a:path w="1333500" h="95250">
                <a:moveTo>
                  <a:pt x="0" y="95250"/>
                </a:moveTo>
                <a:lnTo>
                  <a:pt x="114300" y="0"/>
                </a:lnTo>
                <a:lnTo>
                  <a:pt x="1333500" y="0"/>
                </a:lnTo>
                <a:lnTo>
                  <a:pt x="1219200" y="95250"/>
                </a:lnTo>
                <a:close/>
              </a:path>
            </a:pathLst>
          </a:custGeom>
          <a:solidFill xmlns:a="http://schemas.openxmlformats.org/drawingml/2006/main">
            <a:srgbClr val="D9E4F2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164" name="stage-3-infrared-saformer-side-face">
            <a:extLst xmlns:a="http://schemas.openxmlformats.org/drawingml/2006/main">
              <a:ext uri="{FF2B5EF4-FFF2-40B4-BE49-F238E27FC236}">
                <a16:creationId xmlns:a16="http://schemas.microsoft.com/office/drawing/2014/main" id="{3A78ECB0-3C58-4455-A218-8D5E1B9A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62375"/>
            <a:ext cx="114300" cy="647700"/>
          </a:xfrm>
          <a:custGeom xmlns:a="http://schemas.openxmlformats.org/drawingml/2006/main">
            <a:pathLst>
              <a:path w="114300" h="647700">
                <a:moveTo>
                  <a:pt x="0" y="95250"/>
                </a:moveTo>
                <a:lnTo>
                  <a:pt x="114300" y="0"/>
                </a:lnTo>
                <a:lnTo>
                  <a:pt x="114300" y="552450"/>
                </a:lnTo>
                <a:lnTo>
                  <a:pt x="0" y="647700"/>
                </a:lnTo>
                <a:close/>
              </a:path>
            </a:pathLst>
          </a:custGeom>
          <a:solidFill xmlns:a="http://schemas.openxmlformats.org/drawingml/2006/main">
            <a:srgbClr val="8197B7"/>
          </a:solidFill>
          <a:ln xmlns:a="http://schemas.openxmlformats.org/drawingml/2006/main" w="6858">
            <a:solidFill>
              <a:srgbClr val="48617F"/>
            </a:solidFill>
            <a:prstDash val="solid"/>
          </a:ln>
        </p:spPr>
      </p:sp>
      <p:sp>
        <p:nvSpPr>
          <p:cNvPr id="165" name="stage-3-infrared-saformer-front">
            <a:extLst xmlns:a="http://schemas.openxmlformats.org/drawingml/2006/main">
              <a:ext uri="{FF2B5EF4-FFF2-40B4-BE49-F238E27FC236}">
                <a16:creationId xmlns:a16="http://schemas.microsoft.com/office/drawing/2014/main" id="{7B5CD212-3DA5-4C8C-A0FE-3B47B4CE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57625"/>
            <a:ext cx="1219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3DF"/>
          </a:solidFill>
          <a:ln xmlns:a="http://schemas.openxmlformats.org/drawingml/2006/main" w="7810">
            <a:solidFill>
              <a:srgbClr val="48617F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SAFormer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7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Block</a:t>
            </a:r>
          </a:p>
        </p:txBody>
      </p:sp>
      <p:sp>
        <p:nvSpPr>
          <p:cNvPr id="166" name="stage-3-infrared-saformer-input-port">
            <a:extLst xmlns:a="http://schemas.openxmlformats.org/drawingml/2006/main">
              <a:ext uri="{FF2B5EF4-FFF2-40B4-BE49-F238E27FC236}">
                <a16:creationId xmlns:a16="http://schemas.microsoft.com/office/drawing/2014/main" id="{C01E3AAF-F5C5-4B6A-A1B1-D3A970FC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124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7" name="stage-3-infrared-saformer-output-port">
            <a:extLst xmlns:a="http://schemas.openxmlformats.org/drawingml/2006/main">
              <a:ext uri="{FF2B5EF4-FFF2-40B4-BE49-F238E27FC236}">
                <a16:creationId xmlns:a16="http://schemas.microsoft.com/office/drawing/2014/main" id="{9E53FF1D-D42E-4CCD-AA00-4490A6EE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41243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8" name="stage-3-features-plate-4-top-face">
            <a:extLst xmlns:a="http://schemas.openxmlformats.org/drawingml/2006/main">
              <a:ext uri="{FF2B5EF4-FFF2-40B4-BE49-F238E27FC236}">
                <a16:creationId xmlns:a16="http://schemas.microsoft.com/office/drawing/2014/main" id="{687ACF76-CB5F-4A49-AE9D-CEE2BDBB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73367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B9CAE2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69" name="stage-3-features-plate-4-side-face">
            <a:extLst xmlns:a="http://schemas.openxmlformats.org/drawingml/2006/main">
              <a:ext uri="{FF2B5EF4-FFF2-40B4-BE49-F238E27FC236}">
                <a16:creationId xmlns:a16="http://schemas.microsoft.com/office/drawing/2014/main" id="{36A520A5-4169-472C-95EE-3D05613A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3367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748BAB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70" name="stage-3-features-plate-4-front-face">
            <a:extLst xmlns:a="http://schemas.openxmlformats.org/drawingml/2006/main">
              <a:ext uri="{FF2B5EF4-FFF2-40B4-BE49-F238E27FC236}">
                <a16:creationId xmlns:a16="http://schemas.microsoft.com/office/drawing/2014/main" id="{1CFD8D7D-8DCA-402E-9CDF-B4FC6770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78130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9D1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71" name="stage-3-features-plate-3-top-face">
            <a:extLst xmlns:a="http://schemas.openxmlformats.org/drawingml/2006/main">
              <a:ext uri="{FF2B5EF4-FFF2-40B4-BE49-F238E27FC236}">
                <a16:creationId xmlns:a16="http://schemas.microsoft.com/office/drawing/2014/main" id="{C010FB87-4B53-49BE-9AC9-8DA88A97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5272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D7E2F0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72" name="stage-3-features-plate-3-side-face">
            <a:extLst xmlns:a="http://schemas.openxmlformats.org/drawingml/2006/main">
              <a:ext uri="{FF2B5EF4-FFF2-40B4-BE49-F238E27FC236}">
                <a16:creationId xmlns:a16="http://schemas.microsoft.com/office/drawing/2014/main" id="{1739D026-43A2-4AE8-988D-BFF24B27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5272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9CABBD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73" name="stage-3-features-plate-3-front-face">
            <a:extLst xmlns:a="http://schemas.openxmlformats.org/drawingml/2006/main">
              <a:ext uri="{FF2B5EF4-FFF2-40B4-BE49-F238E27FC236}">
                <a16:creationId xmlns:a16="http://schemas.microsoft.com/office/drawing/2014/main" id="{B61B782D-32D6-420B-B5D0-A706F571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80035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0E7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74" name="stage-3-features-plate-2-top-face">
            <a:extLst xmlns:a="http://schemas.openxmlformats.org/drawingml/2006/main">
              <a:ext uri="{FF2B5EF4-FFF2-40B4-BE49-F238E27FC236}">
                <a16:creationId xmlns:a16="http://schemas.microsoft.com/office/drawing/2014/main" id="{73585FC1-0DC4-438D-921B-86043E3D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7177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E7EFF8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75" name="stage-3-features-plate-2-side-face">
            <a:extLst xmlns:a="http://schemas.openxmlformats.org/drawingml/2006/main">
              <a:ext uri="{FF2B5EF4-FFF2-40B4-BE49-F238E27FC236}">
                <a16:creationId xmlns:a16="http://schemas.microsoft.com/office/drawing/2014/main" id="{964F2897-409B-47FE-969C-EC507C4A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7177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B2BCC7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76" name="stage-3-features-plate-2-front-face">
            <a:extLst xmlns:a="http://schemas.openxmlformats.org/drawingml/2006/main">
              <a:ext uri="{FF2B5EF4-FFF2-40B4-BE49-F238E27FC236}">
                <a16:creationId xmlns:a16="http://schemas.microsoft.com/office/drawing/2014/main" id="{744F8AAF-5EB8-46D1-A37C-736F8270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81940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5F3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77" name="stage-3-features-plate-1-top-face">
            <a:extLst xmlns:a="http://schemas.openxmlformats.org/drawingml/2006/main">
              <a:ext uri="{FF2B5EF4-FFF2-40B4-BE49-F238E27FC236}">
                <a16:creationId xmlns:a16="http://schemas.microsoft.com/office/drawing/2014/main" id="{DED88D96-078B-4504-B412-9FE69886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90825"/>
            <a:ext cx="161925" cy="47625"/>
          </a:xfrm>
          <a:custGeom xmlns:a="http://schemas.openxmlformats.org/drawingml/2006/main">
            <a:pathLst>
              <a:path w="161925" h="47625">
                <a:moveTo>
                  <a:pt x="0" y="47625"/>
                </a:moveTo>
                <a:lnTo>
                  <a:pt x="57150" y="0"/>
                </a:lnTo>
                <a:lnTo>
                  <a:pt x="161925" y="0"/>
                </a:lnTo>
                <a:lnTo>
                  <a:pt x="104775" y="47625"/>
                </a:lnTo>
                <a:close/>
              </a:path>
            </a:pathLst>
          </a:custGeom>
          <a:solidFill xmlns:a="http://schemas.openxmlformats.org/drawingml/2006/main">
            <a:srgbClr val="F4F8FC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78" name="stage-3-features-plate-1-side-face">
            <a:extLst xmlns:a="http://schemas.openxmlformats.org/drawingml/2006/main">
              <a:ext uri="{FF2B5EF4-FFF2-40B4-BE49-F238E27FC236}">
                <a16:creationId xmlns:a16="http://schemas.microsoft.com/office/drawing/2014/main" id="{C3D0B846-C249-436F-9259-5ABB691C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790825"/>
            <a:ext cx="57150" cy="561975"/>
          </a:xfrm>
          <a:custGeom xmlns:a="http://schemas.openxmlformats.org/drawingml/2006/main">
            <a:pathLst>
              <a:path w="57150" h="561975">
                <a:moveTo>
                  <a:pt x="0" y="47625"/>
                </a:moveTo>
                <a:lnTo>
                  <a:pt x="57150" y="0"/>
                </a:lnTo>
                <a:lnTo>
                  <a:pt x="57150" y="514350"/>
                </a:lnTo>
                <a:lnTo>
                  <a:pt x="0" y="561975"/>
                </a:lnTo>
                <a:close/>
              </a:path>
            </a:pathLst>
          </a:custGeom>
          <a:solidFill xmlns:a="http://schemas.openxmlformats.org/drawingml/2006/main">
            <a:srgbClr val="C2C7CD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79" name="stage-3-features-plate-1-front-face">
            <a:extLst xmlns:a="http://schemas.openxmlformats.org/drawingml/2006/main">
              <a:ext uri="{FF2B5EF4-FFF2-40B4-BE49-F238E27FC236}">
                <a16:creationId xmlns:a16="http://schemas.microsoft.com/office/drawing/2014/main" id="{64DB4546-DBAF-478C-8CD2-BF919556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38450"/>
            <a:ext cx="104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5715">
            <a:solidFill>
              <a:srgbClr val="48617F"/>
            </a:solidFill>
            <a:prstDash val="solid"/>
          </a:ln>
        </p:spPr>
      </p:sp>
      <p:sp>
        <p:nvSpPr>
          <p:cNvPr id="180" name="stage-3-features-connector-envelope">
            <a:extLst xmlns:a="http://schemas.openxmlformats.org/drawingml/2006/main">
              <a:ext uri="{FF2B5EF4-FFF2-40B4-BE49-F238E27FC236}">
                <a16:creationId xmlns:a16="http://schemas.microsoft.com/office/drawing/2014/main" id="{A8F14484-E4C1-4218-9487-69916D85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33675"/>
            <a:ext cx="3714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1" name="stage-3-tim-box">
            <a:extLst xmlns:a="http://schemas.openxmlformats.org/drawingml/2006/main">
              <a:ext uri="{FF2B5EF4-FFF2-40B4-BE49-F238E27FC236}">
                <a16:creationId xmlns:a16="http://schemas.microsoft.com/office/drawing/2014/main" id="{46C5A531-587D-4D90-BCD5-0886BA6B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40030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TIM</a:t>
            </a:r>
          </a:p>
        </p:txBody>
      </p:sp>
      <p:pic>
        <p:nvPicPr>
          <p:cNvPr id="533" name="stage-3-tim-exchange-symbo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c71e2885c4cdd">
            <a:extLst>
              <a:ext uri="{96DAC541-7B7A-43D3-8B79-37D633B846F1}">
                <asvg:svgBlip xmlns:asvg="http://schemas.microsoft.com/office/drawing/2016/SVG/main" r:embed="R6edb29e7325f4d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48975" y="2695575"/>
            <a:ext cx="476250" cy="257175"/>
          </a:xfrm>
          <a:prstGeom xmlns:a="http://schemas.openxmlformats.org/drawingml/2006/main" prst="rect">
            <a:avLst/>
          </a:prstGeom>
        </p:spPr>
      </p:pic>
      <p:sp>
        <p:nvSpPr>
          <p:cNvPr id="183" name="stage-3-tim-lef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A724DCC3-70DE-40F4-864E-522ABC00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3812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84" name="stage-3-tim-lef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CB936C97-8A66-45A0-A56C-29011742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3812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85" name="stage-3-tim-lef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EF3F3B76-5E0E-430F-86E3-EC259BEF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098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86" name="stage-3-tim-lef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FA46126F-136A-4B7D-A2A3-A9476870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0030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87" name="stage-3-tim-lef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A7683409-614B-4AC7-A6A2-5C09EE75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0030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88" name="stage-3-tim-lef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4945D585-695B-43F0-9A9E-CB2BC909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4288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89" name="stage-3-tim-lef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0DCA4231-4F2E-4D88-93ED-C5D08371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419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90" name="stage-3-tim-lef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63846D4F-9D2B-422A-9D95-1EEC6636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19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91" name="stage-3-tim-lef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321BFFD2-F8AD-4AA9-ACF4-74F34D99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447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92" name="stage-3-tim-lef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2756BD6A-649D-494E-A992-72CB4457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3812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3" name="stage-3-tim-righ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8A2B5948-555C-49C4-A364-872D15BE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3812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94" name="stage-3-tim-righ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E00BB1E1-6379-4C70-9C88-C4533D63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3812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95" name="stage-3-tim-righ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BF8FB501-D16C-48A3-876E-2C91CDA2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4098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96" name="stage-3-tim-righ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B7196A70-7825-43FA-BEAC-6A363FE3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40030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97" name="stage-3-tim-righ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C6553658-E07E-41FE-9217-41CD70F4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240030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98" name="stage-3-tim-righ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644C678C-9178-4E1B-B5D4-4B1E2F32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24288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199" name="stage-3-tim-righ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E36F1D3E-330E-4598-8E33-E101868D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2419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F0CEB8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200" name="stage-3-tim-righ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A61559E4-5ACD-48D2-92FA-4522FD9C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2419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BA9176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201" name="stage-3-tim-righ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7D84874C-C0FE-4206-86CF-B0DD858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447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E8B593"/>
          </a:solidFill>
          <a:ln xmlns:a="http://schemas.openxmlformats.org/drawingml/2006/main" w="5525">
            <a:solidFill>
              <a:srgbClr val="B76D3B"/>
            </a:solidFill>
            <a:prstDash val="solid"/>
          </a:ln>
        </p:spPr>
      </p:sp>
      <p:sp>
        <p:nvSpPr>
          <p:cNvPr id="202" name="stage-3-tim-righ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3A060749-FD80-4E32-AB4C-61ED6B98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23812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03" name="stage-3-iim-box">
            <a:extLst xmlns:a="http://schemas.openxmlformats.org/drawingml/2006/main">
              <a:ext uri="{FF2B5EF4-FFF2-40B4-BE49-F238E27FC236}">
                <a16:creationId xmlns:a16="http://schemas.microsoft.com/office/drawing/2014/main" id="{03878FF7-AACF-4935-9C0E-E481C55B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00400"/>
            <a:ext cx="647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777777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IIM</a:t>
            </a:r>
          </a:p>
        </p:txBody>
      </p:sp>
      <p:sp>
        <p:nvSpPr>
          <p:cNvPr id="204" name="stage-3-iim-lef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DA69B975-A0A1-4139-B462-3EE90482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181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05" name="stage-3-iim-lef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AD3EAC70-E021-4B7C-9CA7-CE4CCF3A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181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06" name="stage-3-iim-lef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A1420632-5FA7-4082-BADC-7425165A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209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07" name="stage-3-iim-lef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EA750B2E-8A85-4DEA-968A-2058F782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20040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08" name="stage-3-iim-lef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FC1B7CBC-D05B-496B-BA41-6BD55A3E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0040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09" name="stage-3-iim-lef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27238759-EEFC-4F97-BD78-0AF23012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289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10" name="stage-3-iim-lef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EAE444D9-0765-4092-8FF4-8209DB1C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219450"/>
            <a:ext cx="104775" cy="66675"/>
          </a:xfrm>
          <a:custGeom xmlns:a="http://schemas.openxmlformats.org/drawingml/2006/main">
            <a:pathLst>
              <a:path w="104775" h="66675">
                <a:moveTo>
                  <a:pt x="0" y="66675"/>
                </a:moveTo>
                <a:lnTo>
                  <a:pt x="28575" y="38100"/>
                </a:lnTo>
                <a:lnTo>
                  <a:pt x="104775" y="0"/>
                </a:lnTo>
                <a:lnTo>
                  <a:pt x="76200" y="285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11" name="stage-3-iim-lef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4BCBE2E1-F159-4FC8-AA9F-0E1E43DD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219450"/>
            <a:ext cx="66675" cy="314325"/>
          </a:xfrm>
          <a:custGeom xmlns:a="http://schemas.openxmlformats.org/drawingml/2006/main">
            <a:pathLst>
              <a:path w="66675" h="314325">
                <a:moveTo>
                  <a:pt x="38100" y="28575"/>
                </a:moveTo>
                <a:lnTo>
                  <a:pt x="66675" y="0"/>
                </a:lnTo>
                <a:lnTo>
                  <a:pt x="28575" y="285750"/>
                </a:lnTo>
                <a:lnTo>
                  <a:pt x="0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12" name="stage-3-iim-lef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035D0EB9-CF3C-46C6-8B16-90FF93B1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2480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38100" y="38100"/>
                </a:moveTo>
                <a:lnTo>
                  <a:pt x="114300" y="0"/>
                </a:lnTo>
                <a:lnTo>
                  <a:pt x="76200" y="285750"/>
                </a:lnTo>
                <a:lnTo>
                  <a:pt x="0" y="3238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13" name="stage-3-iim-lef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03864C5C-8BEB-41FA-8D1D-E1088673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813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4" name="stage-3-iim-right-tensor-plate-3-top-face">
            <a:extLst xmlns:a="http://schemas.openxmlformats.org/drawingml/2006/main">
              <a:ext uri="{FF2B5EF4-FFF2-40B4-BE49-F238E27FC236}">
                <a16:creationId xmlns:a16="http://schemas.microsoft.com/office/drawing/2014/main" id="{B6780FE5-A7FF-4DA4-9525-751B8B95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31813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15" name="stage-3-iim-right-tensor-plate-3-side-face">
            <a:extLst xmlns:a="http://schemas.openxmlformats.org/drawingml/2006/main">
              <a:ext uri="{FF2B5EF4-FFF2-40B4-BE49-F238E27FC236}">
                <a16:creationId xmlns:a16="http://schemas.microsoft.com/office/drawing/2014/main" id="{9D90654C-4075-4668-BB7F-D0BF0D86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31813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16" name="stage-3-iim-right-tensor-plate-3-front-face">
            <a:extLst xmlns:a="http://schemas.openxmlformats.org/drawingml/2006/main">
              <a:ext uri="{FF2B5EF4-FFF2-40B4-BE49-F238E27FC236}">
                <a16:creationId xmlns:a16="http://schemas.microsoft.com/office/drawing/2014/main" id="{8F3C210B-4845-4BD4-8898-79ECF8AA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2099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17" name="stage-3-iim-right-tensor-plate-2-top-face">
            <a:extLst xmlns:a="http://schemas.openxmlformats.org/drawingml/2006/main">
              <a:ext uri="{FF2B5EF4-FFF2-40B4-BE49-F238E27FC236}">
                <a16:creationId xmlns:a16="http://schemas.microsoft.com/office/drawing/2014/main" id="{D71EFEA7-FFD6-4FF7-8D3D-A2189155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20040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18" name="stage-3-iim-right-tensor-plate-2-side-face">
            <a:extLst xmlns:a="http://schemas.openxmlformats.org/drawingml/2006/main">
              <a:ext uri="{FF2B5EF4-FFF2-40B4-BE49-F238E27FC236}">
                <a16:creationId xmlns:a16="http://schemas.microsoft.com/office/drawing/2014/main" id="{090ECFFC-0524-4815-B535-76EB1323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20040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19" name="stage-3-iim-right-tensor-plate-2-front-face">
            <a:extLst xmlns:a="http://schemas.openxmlformats.org/drawingml/2006/main">
              <a:ext uri="{FF2B5EF4-FFF2-40B4-BE49-F238E27FC236}">
                <a16:creationId xmlns:a16="http://schemas.microsoft.com/office/drawing/2014/main" id="{5590F4EA-39C4-4052-87A4-A5131836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725" y="322897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20" name="stage-3-iim-right-tensor-plate-1-top-face">
            <a:extLst xmlns:a="http://schemas.openxmlformats.org/drawingml/2006/main">
              <a:ext uri="{FF2B5EF4-FFF2-40B4-BE49-F238E27FC236}">
                <a16:creationId xmlns:a16="http://schemas.microsoft.com/office/drawing/2014/main" id="{5E6E41C5-FC6A-433E-B15E-1C41602E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3219450"/>
            <a:ext cx="104775" cy="66675"/>
          </a:xfrm>
          <a:custGeom xmlns:a="http://schemas.openxmlformats.org/drawingml/2006/main">
            <a:pathLst>
              <a:path w="104775" h="66675">
                <a:moveTo>
                  <a:pt x="28575" y="28575"/>
                </a:moveTo>
                <a:lnTo>
                  <a:pt x="0" y="0"/>
                </a:lnTo>
                <a:lnTo>
                  <a:pt x="76200" y="38100"/>
                </a:lnTo>
                <a:lnTo>
                  <a:pt x="104775" y="66675"/>
                </a:lnTo>
                <a:close/>
              </a:path>
            </a:pathLst>
          </a:custGeom>
          <a:solidFill xmlns:a="http://schemas.openxmlformats.org/drawingml/2006/main">
            <a:srgbClr val="D5C7EF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21" name="stage-3-iim-right-tensor-plate-1-side-face">
            <a:extLst xmlns:a="http://schemas.openxmlformats.org/drawingml/2006/main">
              <a:ext uri="{FF2B5EF4-FFF2-40B4-BE49-F238E27FC236}">
                <a16:creationId xmlns:a16="http://schemas.microsoft.com/office/drawing/2014/main" id="{B7309E1C-9ED3-4BE8-A63F-2EB33E9A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3219450"/>
            <a:ext cx="66675" cy="314325"/>
          </a:xfrm>
          <a:custGeom xmlns:a="http://schemas.openxmlformats.org/drawingml/2006/main">
            <a:pathLst>
              <a:path w="66675" h="314325">
                <a:moveTo>
                  <a:pt x="28575" y="28575"/>
                </a:moveTo>
                <a:lnTo>
                  <a:pt x="0" y="0"/>
                </a:lnTo>
                <a:lnTo>
                  <a:pt x="38100" y="285750"/>
                </a:lnTo>
                <a:lnTo>
                  <a:pt x="66675" y="314325"/>
                </a:lnTo>
                <a:close/>
              </a:path>
            </a:pathLst>
          </a:custGeom>
          <a:solidFill xmlns:a="http://schemas.openxmlformats.org/drawingml/2006/main">
            <a:srgbClr val="9988B8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22" name="stage-3-iim-right-tensor-plate-1-front-face">
            <a:extLst xmlns:a="http://schemas.openxmlformats.org/drawingml/2006/main">
              <a:ext uri="{FF2B5EF4-FFF2-40B4-BE49-F238E27FC236}">
                <a16:creationId xmlns:a16="http://schemas.microsoft.com/office/drawing/2014/main" id="{B6430EC6-1E08-426F-B491-7A713BB1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248025"/>
            <a:ext cx="114300" cy="323850"/>
          </a:xfrm>
          <a:custGeom xmlns:a="http://schemas.openxmlformats.org/drawingml/2006/main">
            <a:pathLst>
              <a:path w="114300" h="323850">
                <a:moveTo>
                  <a:pt x="0" y="0"/>
                </a:moveTo>
                <a:lnTo>
                  <a:pt x="76200" y="38100"/>
                </a:lnTo>
                <a:lnTo>
                  <a:pt x="114300" y="323850"/>
                </a:lnTo>
                <a:lnTo>
                  <a:pt x="38100" y="285750"/>
                </a:lnTo>
                <a:close/>
              </a:path>
            </a:pathLst>
          </a:custGeom>
          <a:solidFill xmlns:a="http://schemas.openxmlformats.org/drawingml/2006/main">
            <a:srgbClr val="BFAAE6"/>
          </a:solidFill>
          <a:ln xmlns:a="http://schemas.openxmlformats.org/drawingml/2006/main" w="5525">
            <a:solidFill>
              <a:srgbClr val="7058A1"/>
            </a:solidFill>
            <a:prstDash val="solid"/>
          </a:ln>
        </p:spPr>
      </p:sp>
      <p:sp>
        <p:nvSpPr>
          <p:cNvPr id="223" name="stage-3-iim-right-tensor-connector-envelope">
            <a:extLst xmlns:a="http://schemas.openxmlformats.org/drawingml/2006/main">
              <a:ext uri="{FF2B5EF4-FFF2-40B4-BE49-F238E27FC236}">
                <a16:creationId xmlns:a16="http://schemas.microsoft.com/office/drawing/2014/main" id="{208CE315-B544-4297-93F3-C7F8C119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3181350"/>
            <a:ext cx="238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4" name="stage-3-cfm">
            <a:extLst xmlns:a="http://schemas.openxmlformats.org/drawingml/2006/main">
              <a:ext uri="{FF2B5EF4-FFF2-40B4-BE49-F238E27FC236}">
                <a16:creationId xmlns:a16="http://schemas.microsoft.com/office/drawing/2014/main" id="{686D52D9-8A39-4E4D-9FEF-1F2BAD14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714625"/>
            <a:ext cx="419100" cy="11049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ADD7AC"/>
          </a:solidFill>
          <a:ln xmlns:a="http://schemas.openxmlformats.org/drawingml/2006/main" w="7810">
            <a:solidFill>
              <a:srgbClr val="629A67"/>
            </a:solidFill>
            <a:prstDash val="solid"/>
          </a:ln>
        </p:spPr>
      </p:sp>
      <p:sp>
        <p:nvSpPr>
          <p:cNvPr id="225" name="stage-3-cfm-label">
            <a:extLst xmlns:a="http://schemas.openxmlformats.org/drawingml/2006/main">
              <a:ext uri="{FF2B5EF4-FFF2-40B4-BE49-F238E27FC236}">
                <a16:creationId xmlns:a16="http://schemas.microsoft.com/office/drawing/2014/main" id="{C1D755FA-0E29-42D5-BAF3-1A766C85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753850" y="30575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CFM</a:t>
            </a:r>
          </a:p>
        </p:txBody>
      </p:sp>
      <p:sp>
        <p:nvSpPr>
          <p:cNvPr id="226" name="stage-3-cfm-input-top">
            <a:extLst xmlns:a="http://schemas.openxmlformats.org/drawingml/2006/main">
              <a:ext uri="{FF2B5EF4-FFF2-40B4-BE49-F238E27FC236}">
                <a16:creationId xmlns:a16="http://schemas.microsoft.com/office/drawing/2014/main" id="{380558C9-59DB-4DB8-897A-B8BF1EB0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29813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9A67"/>
          </a:solidFill>
          <a:ln xmlns:a="http://schemas.openxmlformats.org/drawingml/2006/main" w="2858">
            <a:solidFill>
              <a:srgbClr val="629A67"/>
            </a:solidFill>
            <a:prstDash val="solid"/>
          </a:ln>
        </p:spPr>
      </p:sp>
      <p:sp>
        <p:nvSpPr>
          <p:cNvPr id="227" name="stage-3-cfm-input-bottom">
            <a:extLst xmlns:a="http://schemas.openxmlformats.org/drawingml/2006/main">
              <a:ext uri="{FF2B5EF4-FFF2-40B4-BE49-F238E27FC236}">
                <a16:creationId xmlns:a16="http://schemas.microsoft.com/office/drawing/2014/main" id="{7B08F155-4C14-4FA5-8E92-C49917F7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8175" y="3495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9A67"/>
          </a:solidFill>
          <a:ln xmlns:a="http://schemas.openxmlformats.org/drawingml/2006/main" w="2858">
            <a:solidFill>
              <a:srgbClr val="629A67"/>
            </a:solidFill>
            <a:prstDash val="solid"/>
          </a:ln>
        </p:spPr>
      </p:sp>
      <p:sp>
        <p:nvSpPr>
          <p:cNvPr id="228" name="stage-3-text-decoder">
            <a:extLst xmlns:a="http://schemas.openxmlformats.org/drawingml/2006/main">
              <a:ext uri="{FF2B5EF4-FFF2-40B4-BE49-F238E27FC236}">
                <a16:creationId xmlns:a16="http://schemas.microsoft.com/office/drawing/2014/main" id="{56F959CC-1F71-4579-8208-F7B11EDC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9906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3FF"/>
          </a:solidFill>
          <a:ln xmlns:a="http://schemas.openxmlformats.org/drawingml/2006/main" w="7239">
            <a:solidFill>
              <a:srgbClr val="8477BD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229" name="stage-3-prompt-tokens-1">
            <a:extLst xmlns:a="http://schemas.openxmlformats.org/drawingml/2006/main">
              <a:ext uri="{FF2B5EF4-FFF2-40B4-BE49-F238E27FC236}">
                <a16:creationId xmlns:a16="http://schemas.microsoft.com/office/drawing/2014/main" id="{FF17EA69-10C7-41D4-B589-2276C6F6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CF"/>
          </a:solidFill>
          <a:ln xmlns:a="http://schemas.openxmlformats.org/drawingml/2006/main" w="3810">
            <a:solidFill>
              <a:srgbClr val="D9909B"/>
            </a:solidFill>
            <a:prstDash val="solid"/>
          </a:ln>
        </p:spPr>
      </p:sp>
      <p:sp>
        <p:nvSpPr>
          <p:cNvPr id="230" name="stage-3-prompt-tokens-2">
            <a:extLst xmlns:a="http://schemas.openxmlformats.org/drawingml/2006/main">
              <a:ext uri="{FF2B5EF4-FFF2-40B4-BE49-F238E27FC236}">
                <a16:creationId xmlns:a16="http://schemas.microsoft.com/office/drawing/2014/main" id="{770A14D0-F5D1-436B-882A-9AB3D076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257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CF"/>
          </a:solidFill>
          <a:ln xmlns:a="http://schemas.openxmlformats.org/drawingml/2006/main" w="3810">
            <a:solidFill>
              <a:srgbClr val="D9909B"/>
            </a:solidFill>
            <a:prstDash val="solid"/>
          </a:ln>
        </p:spPr>
      </p:sp>
      <p:sp>
        <p:nvSpPr>
          <p:cNvPr id="231" name="stage-3-prompt-tokens-3">
            <a:extLst xmlns:a="http://schemas.openxmlformats.org/drawingml/2006/main">
              <a:ext uri="{FF2B5EF4-FFF2-40B4-BE49-F238E27FC236}">
                <a16:creationId xmlns:a16="http://schemas.microsoft.com/office/drawing/2014/main" id="{1E26D953-C179-4182-9698-7AF1A6A1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57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7CF"/>
          </a:solidFill>
          <a:ln xmlns:a="http://schemas.openxmlformats.org/drawingml/2006/main" w="3810">
            <a:solidFill>
              <a:srgbClr val="D9909B"/>
            </a:solidFill>
            <a:prstDash val="solid"/>
          </a:ln>
        </p:spPr>
      </p:sp>
      <p:sp>
        <p:nvSpPr>
          <p:cNvPr id="232" name="segmentation-output-projection">
            <a:extLst xmlns:a="http://schemas.openxmlformats.org/drawingml/2006/main">
              <a:ext uri="{FF2B5EF4-FFF2-40B4-BE49-F238E27FC236}">
                <a16:creationId xmlns:a16="http://schemas.microsoft.com/office/drawing/2014/main" id="{DA7D38FC-140C-41DE-ADAB-BCFE8AE2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1676400"/>
            <a:ext cx="590550" cy="9525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D3D3FF"/>
          </a:solidFill>
          <a:ln xmlns:a="http://schemas.openxmlformats.org/drawingml/2006/main" w="7239">
            <a:solidFill>
              <a:srgbClr val="8477BD"/>
            </a:solidFill>
            <a:prstDash val="solid"/>
          </a:ln>
        </p:spPr>
      </p:sp>
      <p:sp>
        <p:nvSpPr>
          <p:cNvPr id="233" name="segmentation-output-projection-label">
            <a:extLst xmlns:a="http://schemas.openxmlformats.org/drawingml/2006/main">
              <a:ext uri="{FF2B5EF4-FFF2-40B4-BE49-F238E27FC236}">
                <a16:creationId xmlns:a16="http://schemas.microsoft.com/office/drawing/2014/main" id="{038DEDA1-30BC-4DB8-AF99-4E97C889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2773025" y="18573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Segmentation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Output Proj.</a:t>
            </a:r>
          </a:p>
        </p:txBody>
      </p:sp>
      <p:sp>
        <p:nvSpPr>
          <p:cNvPr id="234" name="fusion-output-projection">
            <a:extLst xmlns:a="http://schemas.openxmlformats.org/drawingml/2006/main">
              <a:ext uri="{FF2B5EF4-FFF2-40B4-BE49-F238E27FC236}">
                <a16:creationId xmlns:a16="http://schemas.microsoft.com/office/drawing/2014/main" id="{FCCFF245-7984-4A98-8643-1E66779B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3819525"/>
            <a:ext cx="590550" cy="10287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FCDAB1"/>
          </a:solidFill>
          <a:ln xmlns:a="http://schemas.openxmlformats.org/drawingml/2006/main" w="7620">
            <a:solidFill>
              <a:srgbClr val="C57C45"/>
            </a:solidFill>
            <a:prstDash val="solid"/>
          </a:ln>
        </p:spPr>
      </p:sp>
      <p:sp>
        <p:nvSpPr>
          <p:cNvPr id="235" name="fusion-output-projection-label">
            <a:extLst xmlns:a="http://schemas.openxmlformats.org/drawingml/2006/main">
              <a:ext uri="{FF2B5EF4-FFF2-40B4-BE49-F238E27FC236}">
                <a16:creationId xmlns:a16="http://schemas.microsoft.com/office/drawing/2014/main" id="{92472AE2-C31A-4E79-958B-9E6F1891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2734925" y="4038600"/>
            <a:ext cx="1028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88000"/>
              </a:lnSpc>
              <a:buNone/>
              <a:def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Image Fusion</a:t>
            </a:r>
          </a:p>
          <a:p xmlns:a="http://schemas.openxmlformats.org/drawingml/2006/main">
            <a:pPr algn="ctr">
              <a:lnSpc>
                <a:spcPct val="88000"/>
              </a:lnSpc>
              <a:buNone/>
              <a:def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Output Proj.</a:t>
            </a:r>
          </a:p>
        </p:txBody>
      </p:sp>
      <p:sp>
        <p:nvSpPr>
          <p:cNvPr id="236" name="degradation-decoder-1">
            <a:extLst xmlns:a="http://schemas.openxmlformats.org/drawingml/2006/main">
              <a:ext uri="{FF2B5EF4-FFF2-40B4-BE49-F238E27FC236}">
                <a16:creationId xmlns:a16="http://schemas.microsoft.com/office/drawing/2014/main" id="{2FDE1533-C07E-4FA9-93D5-19BBC6AE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95875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7"/>
          </a:solidFill>
          <a:ln xmlns:a="http://schemas.openxmlformats.org/drawingml/2006/main" w="6858">
            <a:solidFill>
              <a:srgbClr val="A78E6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237" name="dpm-1">
            <a:extLst xmlns:a="http://schemas.openxmlformats.org/drawingml/2006/main">
              <a:ext uri="{FF2B5EF4-FFF2-40B4-BE49-F238E27FC236}">
                <a16:creationId xmlns:a16="http://schemas.microsoft.com/office/drawing/2014/main" id="{D2E768A2-2EA1-491F-AD3F-A6FDA9EE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95875"/>
            <a:ext cx="9144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777A80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50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DPM</a:t>
            </a:r>
          </a:p>
        </p:txBody>
      </p:sp>
      <p:sp>
        <p:nvSpPr>
          <p:cNvPr id="238" name="degradation-decoder-2">
            <a:extLst xmlns:a="http://schemas.openxmlformats.org/drawingml/2006/main">
              <a:ext uri="{FF2B5EF4-FFF2-40B4-BE49-F238E27FC236}">
                <a16:creationId xmlns:a16="http://schemas.microsoft.com/office/drawing/2014/main" id="{E451E85F-5C5D-4246-B4DD-8BEE528C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95875"/>
            <a:ext cx="933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7"/>
          </a:solidFill>
          <a:ln xmlns:a="http://schemas.openxmlformats.org/drawingml/2006/main" w="6858">
            <a:solidFill>
              <a:srgbClr val="A78E62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75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Decoder</a:t>
            </a:r>
          </a:p>
        </p:txBody>
      </p:sp>
      <p:sp>
        <p:nvSpPr>
          <p:cNvPr id="239" name="dpm-2">
            <a:extLst xmlns:a="http://schemas.openxmlformats.org/drawingml/2006/main">
              <a:ext uri="{FF2B5EF4-FFF2-40B4-BE49-F238E27FC236}">
                <a16:creationId xmlns:a16="http://schemas.microsoft.com/office/drawing/2014/main" id="{D9EDD871-9BEA-4EFB-AC1A-1C2121CD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95875"/>
            <a:ext cx="91440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777A80"/>
            </a:solidFill>
            <a:prstDash val="solid"/>
          </a:ln>
        </p:spPr>
        <p:txBody>
          <a:bodyPr xmlns:a="http://schemas.openxmlformats.org/drawingml/2006/main" wrap="square" lIns="47625" tIns="38100" rIns="476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350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DPM</a:t>
            </a:r>
          </a:p>
        </p:txBody>
      </p:sp>
      <p:sp>
        <p:nvSpPr>
          <p:cNvPr id="240" name="degradation-parameters-1">
            <a:extLst xmlns:a="http://schemas.openxmlformats.org/drawingml/2006/main">
              <a:ext uri="{FF2B5EF4-FFF2-40B4-BE49-F238E27FC236}">
                <a16:creationId xmlns:a16="http://schemas.microsoft.com/office/drawing/2014/main" id="{01AB7C7C-7C05-40DA-89BD-E175BD00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743575"/>
            <a:ext cx="11239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F6E7"/>
          </a:solidFill>
          <a:ln xmlns:a="http://schemas.openxmlformats.org/drawingml/2006/main" w="6858">
            <a:solidFill>
              <a:srgbClr val="A78E62"/>
            </a:solidFill>
            <a:prstDash val="solid"/>
          </a:ln>
        </p:spPr>
      </p:sp>
      <p:sp>
        <p:nvSpPr>
          <p:cNvPr id="241" name="degradation-parameters-1-p1">
            <a:extLst xmlns:a="http://schemas.openxmlformats.org/drawingml/2006/main">
              <a:ext uri="{FF2B5EF4-FFF2-40B4-BE49-F238E27FC236}">
                <a16:creationId xmlns:a16="http://schemas.microsoft.com/office/drawing/2014/main" id="{B631461A-EF3A-44E6-B331-B0877CCD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DAB1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42" name="degradation-parameters-1-p2">
            <a:extLst xmlns:a="http://schemas.openxmlformats.org/drawingml/2006/main">
              <a:ext uri="{FF2B5EF4-FFF2-40B4-BE49-F238E27FC236}">
                <a16:creationId xmlns:a16="http://schemas.microsoft.com/office/drawing/2014/main" id="{7EBB22F3-B570-4A89-91AF-47AD727E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B593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43" name="degradation-parameters-1-p3">
            <a:extLst xmlns:a="http://schemas.openxmlformats.org/drawingml/2006/main">
              <a:ext uri="{FF2B5EF4-FFF2-40B4-BE49-F238E27FC236}">
                <a16:creationId xmlns:a16="http://schemas.microsoft.com/office/drawing/2014/main" id="{65D1D9EB-4271-4319-A536-8FDE92E7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C59F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44" name="degradation-parameters-1-p4">
            <a:extLst xmlns:a="http://schemas.openxmlformats.org/drawingml/2006/main">
              <a:ext uri="{FF2B5EF4-FFF2-40B4-BE49-F238E27FC236}">
                <a16:creationId xmlns:a16="http://schemas.microsoft.com/office/drawing/2014/main" id="{1A378B69-F828-4047-B54E-E772145F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DAB1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45" name="degradation-parameters-1-p5">
            <a:extLst xmlns:a="http://schemas.openxmlformats.org/drawingml/2006/main">
              <a:ext uri="{FF2B5EF4-FFF2-40B4-BE49-F238E27FC236}">
                <a16:creationId xmlns:a16="http://schemas.microsoft.com/office/drawing/2014/main" id="{70EE7CDC-5DC9-4309-A000-2C04C177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B593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46" name="degradation-parameters-1-p6">
            <a:extLst xmlns:a="http://schemas.openxmlformats.org/drawingml/2006/main">
              <a:ext uri="{FF2B5EF4-FFF2-40B4-BE49-F238E27FC236}">
                <a16:creationId xmlns:a16="http://schemas.microsoft.com/office/drawing/2014/main" id="{2BB95E33-5524-4464-8A0F-59C475C4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C59F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47" name="degradation-parameters-2">
            <a:extLst xmlns:a="http://schemas.openxmlformats.org/drawingml/2006/main">
              <a:ext uri="{FF2B5EF4-FFF2-40B4-BE49-F238E27FC236}">
                <a16:creationId xmlns:a16="http://schemas.microsoft.com/office/drawing/2014/main" id="{90CC2BDA-B7F1-4617-B010-95B77ECD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43575"/>
            <a:ext cx="1123950" cy="285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F6E7"/>
          </a:solidFill>
          <a:ln xmlns:a="http://schemas.openxmlformats.org/drawingml/2006/main" w="6858">
            <a:solidFill>
              <a:srgbClr val="A78E62"/>
            </a:solidFill>
            <a:prstDash val="solid"/>
          </a:ln>
        </p:spPr>
      </p:sp>
      <p:sp>
        <p:nvSpPr>
          <p:cNvPr id="248" name="degradation-parameters-2-p1">
            <a:extLst xmlns:a="http://schemas.openxmlformats.org/drawingml/2006/main">
              <a:ext uri="{FF2B5EF4-FFF2-40B4-BE49-F238E27FC236}">
                <a16:creationId xmlns:a16="http://schemas.microsoft.com/office/drawing/2014/main" id="{D8B389D2-F0EB-48C4-82D6-274BC279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DAB1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49" name="degradation-parameters-2-p2">
            <a:extLst xmlns:a="http://schemas.openxmlformats.org/drawingml/2006/main">
              <a:ext uri="{FF2B5EF4-FFF2-40B4-BE49-F238E27FC236}">
                <a16:creationId xmlns:a16="http://schemas.microsoft.com/office/drawing/2014/main" id="{5CA583D0-B328-4493-8F8D-7F885F2D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B593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50" name="degradation-parameters-2-p3">
            <a:extLst xmlns:a="http://schemas.openxmlformats.org/drawingml/2006/main">
              <a:ext uri="{FF2B5EF4-FFF2-40B4-BE49-F238E27FC236}">
                <a16:creationId xmlns:a16="http://schemas.microsoft.com/office/drawing/2014/main" id="{E54F07AE-7E51-498D-9978-D6249F0E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C59F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51" name="degradation-parameters-2-p4">
            <a:extLst xmlns:a="http://schemas.openxmlformats.org/drawingml/2006/main">
              <a:ext uri="{FF2B5EF4-FFF2-40B4-BE49-F238E27FC236}">
                <a16:creationId xmlns:a16="http://schemas.microsoft.com/office/drawing/2014/main" id="{5AA001BD-1373-4A3E-9713-6BC9AB3A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DAB1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52" name="degradation-parameters-2-p5">
            <a:extLst xmlns:a="http://schemas.openxmlformats.org/drawingml/2006/main">
              <a:ext uri="{FF2B5EF4-FFF2-40B4-BE49-F238E27FC236}">
                <a16:creationId xmlns:a16="http://schemas.microsoft.com/office/drawing/2014/main" id="{445091E7-9ECC-4FEA-A14A-083AF6D6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B593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53" name="degradation-parameters-2-p6">
            <a:extLst xmlns:a="http://schemas.openxmlformats.org/drawingml/2006/main">
              <a:ext uri="{FF2B5EF4-FFF2-40B4-BE49-F238E27FC236}">
                <a16:creationId xmlns:a16="http://schemas.microsoft.com/office/drawing/2014/main" id="{AA0CADE7-41D1-4456-85E8-A1C30DD7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00725"/>
            <a:ext cx="123825" cy="1714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C59F"/>
          </a:solidFill>
          <a:ln xmlns:a="http://schemas.openxmlformats.org/drawingml/2006/main" w="5239">
            <a:solidFill>
              <a:srgbClr val="B76D3B"/>
            </a:solidFill>
            <a:prstDash val="solid"/>
          </a:ln>
        </p:spPr>
      </p:sp>
      <p:sp>
        <p:nvSpPr>
          <p:cNvPr id="254" name="scene-description">
            <a:extLst xmlns:a="http://schemas.openxmlformats.org/drawingml/2006/main">
              <a:ext uri="{FF2B5EF4-FFF2-40B4-BE49-F238E27FC236}">
                <a16:creationId xmlns:a16="http://schemas.microsoft.com/office/drawing/2014/main" id="{CB9E1477-B8A4-4299-93C6-59E288E1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76200"/>
            <a:ext cx="8572500" cy="5143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858">
            <a:solidFill>
              <a:srgbClr val="7AA0C8"/>
            </a:solidFill>
            <a:prstDash val="dash"/>
          </a:ln>
        </p:spPr>
        <p:txBody>
          <a:bodyPr xmlns:a="http://schemas.openxmlformats.org/drawingml/2006/main" wrap="square" lIns="9525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The image shows a street scene at dusk with one car parked on the right side, facing the foreground. On the left,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two pedestrians are walking along the side, and a curved road is visible extending past the parked car. …</a:t>
            </a:r>
          </a:p>
        </p:txBody>
      </p:sp>
      <p:sp>
        <p:nvSpPr>
          <p:cNvPr id="255" name="text-encoder">
            <a:extLst xmlns:a="http://schemas.openxmlformats.org/drawingml/2006/main">
              <a:ext uri="{FF2B5EF4-FFF2-40B4-BE49-F238E27FC236}">
                <a16:creationId xmlns:a16="http://schemas.microsoft.com/office/drawing/2014/main" id="{8585B55C-3E07-4321-8503-D961B3BC2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9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88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88" b="1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Text Encoder</a:t>
            </a:r>
          </a:p>
        </p:txBody>
      </p:sp>
      <p:sp>
        <p:nvSpPr>
          <p:cNvPr id="256" name="chatgpt-anchor">
            <a:extLst xmlns:a="http://schemas.openxmlformats.org/drawingml/2006/main">
              <a:ext uri="{FF2B5EF4-FFF2-40B4-BE49-F238E27FC236}">
                <a16:creationId xmlns:a16="http://schemas.microsoft.com/office/drawing/2014/main" id="{12A9DF05-48CF-4D3B-B979-6B3CA24F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6200"/>
            <a:ext cx="533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7" name="human-anchor">
            <a:extLst xmlns:a="http://schemas.openxmlformats.org/drawingml/2006/main">
              <a:ext uri="{FF2B5EF4-FFF2-40B4-BE49-F238E27FC236}">
                <a16:creationId xmlns:a16="http://schemas.microsoft.com/office/drawing/2014/main" id="{0A2B2E02-2976-4238-AFAA-A7A4229E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76200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09" name="visible-to-projection"/>
          <p:cNvCxnSpPr>
            <a:stCxn xmlns:a="http://schemas.openxmlformats.org/drawingml/2006/main" id="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33550" y="23050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10" name="infrared-to-projection"/>
          <p:cNvCxnSpPr>
            <a:stCxn xmlns:a="http://schemas.openxmlformats.org/drawingml/2006/main" id="3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733550" y="419100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11" name="visible-projection-to-stage1"/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2371725" y="1914525"/>
            <a:ext cx="47625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12" name="infrared-projection-to-stage1"/>
          <p:cNvCxnSpPr>
            <a:stCxn xmlns:a="http://schemas.openxmlformats.org/drawingml/2006/main" id="8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2371725" y="4133850"/>
            <a:ext cx="4762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13" name="visible-stage1-to-stage2"/>
          <p:cNvCxnSpPr>
            <a:stCxn xmlns:a="http://schemas.openxmlformats.org/drawingml/2006/main" id="14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4200525" y="1914525"/>
            <a:ext cx="198120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14" name="infrared-stage1-to-stage2"/>
          <p:cNvCxnSpPr>
            <a:stCxn xmlns:a="http://schemas.openxmlformats.org/drawingml/2006/main" id="19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4200525" y="4133850"/>
            <a:ext cx="198120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15" name="visible-stage2-to-stage3"/>
          <p:cNvCxnSpPr>
            <a:stCxn xmlns:a="http://schemas.openxmlformats.org/drawingml/2006/main" id="88" idx="3"/>
            <a:endCxn xmlns:a="http://schemas.openxmlformats.org/drawingml/2006/main" id="161" idx="1"/>
          </p:cNvCxnSpPr>
          <p:nvPr/>
        </p:nvCxnSpPr>
        <p:spPr>
          <a:xfrm xmlns:a="http://schemas.openxmlformats.org/drawingml/2006/main">
            <a:off x="7534275" y="1914525"/>
            <a:ext cx="198120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16" name="infrared-stage2-to-stage3"/>
          <p:cNvCxnSpPr>
            <a:stCxn xmlns:a="http://schemas.openxmlformats.org/drawingml/2006/main" id="93" idx="3"/>
            <a:endCxn xmlns:a="http://schemas.openxmlformats.org/drawingml/2006/main" id="166" idx="1"/>
          </p:cNvCxnSpPr>
          <p:nvPr/>
        </p:nvCxnSpPr>
        <p:spPr>
          <a:xfrm xmlns:a="http://schemas.openxmlformats.org/drawingml/2006/main">
            <a:off x="7534275" y="4133850"/>
            <a:ext cx="198120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17" name="visible-stage3-to-segmentation-head"/>
          <p:cNvCxnSpPr>
            <a:stCxn xmlns:a="http://schemas.openxmlformats.org/drawingml/2006/main" id="162" idx="3"/>
            <a:endCxn xmlns:a="http://schemas.openxmlformats.org/drawingml/2006/main" id="232" idx="1"/>
          </p:cNvCxnSpPr>
          <p:nvPr/>
        </p:nvCxnSpPr>
        <p:spPr>
          <a:xfrm xmlns:a="http://schemas.openxmlformats.org/drawingml/2006/main">
            <a:off x="10868025" y="1914525"/>
            <a:ext cx="2085975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18" name="infrared-stage3-to-fusion-head"/>
          <p:cNvCxnSpPr>
            <a:stCxn xmlns:a="http://schemas.openxmlformats.org/drawingml/2006/main" id="167" idx="3"/>
            <a:endCxn xmlns:a="http://schemas.openxmlformats.org/drawingml/2006/main" id="234" idx="1"/>
          </p:cNvCxnSpPr>
          <p:nvPr/>
        </p:nvCxnSpPr>
        <p:spPr>
          <a:xfrm xmlns:a="http://schemas.openxmlformats.org/drawingml/2006/main">
            <a:off x="10868025" y="4133850"/>
            <a:ext cx="2085975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19" name="segmentation-head-to-output"/>
          <p:cNvCxnSpPr>
            <a:stCxn xmlns:a="http://schemas.openxmlformats.org/drawingml/2006/main" id="232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13544550" y="2076450"/>
            <a:ext cx="3810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20" name="fusion-head-to-output"/>
          <p:cNvCxnSpPr>
            <a:stCxn xmlns:a="http://schemas.openxmlformats.org/drawingml/2006/main" id="23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13544550" y="4314825"/>
            <a:ext cx="381000" cy="19050"/>
          </a:xfrm>
          <a:prstGeom xmlns:a="http://schemas.openxmlformats.org/drawingml/2006/main" prst="straightConnector1">
            <a:avLst/>
          </a:prstGeom>
          <a:ln xmlns:a="http://schemas.openxmlformats.org/drawingml/2006/main" w="10001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21" name="stage-1-visible-to-features"/>
          <p:cNvCxnSpPr>
            <a:stCxn xmlns:a="http://schemas.openxmlformats.org/drawingml/2006/main" id="12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3233738" y="2190750"/>
            <a:ext cx="233363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8382" cap="rnd">
            <a:solidFill>
              <a:srgbClr val="5F6770"/>
            </a:solidFill>
            <a:prstDash val="solid"/>
            <a:round/>
            <a:tailEnd type="triangle" w="sm" len="sm"/>
          </a:ln>
        </p:spPr>
      </p:cxnSp>
      <p:cxnSp>
        <p:nvCxnSpPr>
          <p:cNvPr id="622" name="stage-1-infrared-to-features"/>
          <p:cNvCxnSpPr>
            <a:stCxn xmlns:a="http://schemas.openxmlformats.org/drawingml/2006/main" id="17" idx="0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H="1" flipV="1">
            <a:off x="3233738" y="3352800"/>
            <a:ext cx="233363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8382" cap="rnd">
            <a:solidFill>
              <a:srgbClr val="5F6770"/>
            </a:solidFill>
            <a:prstDash val="solid"/>
            <a:round/>
            <a:tailEnd type="triangle" w="sm" len="sm"/>
          </a:ln>
        </p:spPr>
      </p:cxnSp>
      <p:cxnSp>
        <p:nvCxnSpPr>
          <p:cNvPr id="623" name="stage-1-features-to-tim-left"/>
          <p:cNvCxnSpPr>
            <a:stCxn xmlns:a="http://schemas.openxmlformats.org/drawingml/2006/main" id="32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 flipV="1">
            <a:off x="3419475" y="2576513"/>
            <a:ext cx="3619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24" name="stage-1-tim-left-to-module"/>
          <p:cNvCxnSpPr>
            <a:stCxn xmlns:a="http://schemas.openxmlformats.org/drawingml/2006/main" id="44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4019550" y="2552700"/>
            <a:ext cx="762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25" name="stage-1-tim-module-to-right"/>
          <p:cNvCxnSpPr>
            <a:stCxn xmlns:a="http://schemas.openxmlformats.org/drawingml/2006/main" id="33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>
            <a:off x="4743450" y="2552700"/>
            <a:ext cx="28575" cy="2381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26" name="stage-1-tim-right-to-cfm"/>
          <p:cNvCxnSpPr>
            <a:stCxn xmlns:a="http://schemas.openxmlformats.org/drawingml/2006/main" id="54" idx="3"/>
            <a:endCxn xmlns:a="http://schemas.openxmlformats.org/drawingml/2006/main" id="78" idx="2"/>
          </p:cNvCxnSpPr>
          <p:nvPr/>
        </p:nvCxnSpPr>
        <p:spPr>
          <a:xfrm xmlns:a="http://schemas.openxmlformats.org/drawingml/2006/main">
            <a:off x="5010150" y="2576513"/>
            <a:ext cx="390525" cy="433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763" cap="rnd">
            <a:solidFill>
              <a:srgbClr val="5B9A63"/>
            </a:solidFill>
            <a:prstDash val="solid"/>
            <a:round/>
            <a:tailEnd type="triangle" w="sm" len="sm"/>
          </a:ln>
        </p:spPr>
      </p:cxnSp>
      <p:cxnSp>
        <p:nvCxnSpPr>
          <p:cNvPr id="627" name="stage-1-features-to-iim-left"/>
          <p:cNvCxnSpPr>
            <a:stCxn xmlns:a="http://schemas.openxmlformats.org/drawingml/2006/main" id="32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3419475" y="3043238"/>
            <a:ext cx="3619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28" name="stage-1-iim-left-to-module"/>
          <p:cNvCxnSpPr>
            <a:stCxn xmlns:a="http://schemas.openxmlformats.org/drawingml/2006/main" id="65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>
            <a:off x="4019550" y="3376613"/>
            <a:ext cx="76200" cy="476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29" name="stage-1-iim-module-to-right"/>
          <p:cNvCxnSpPr>
            <a:stCxn xmlns:a="http://schemas.openxmlformats.org/drawingml/2006/main" id="55" idx="3"/>
            <a:endCxn xmlns:a="http://schemas.openxmlformats.org/drawingml/2006/main" id="75" idx="1"/>
          </p:cNvCxnSpPr>
          <p:nvPr/>
        </p:nvCxnSpPr>
        <p:spPr>
          <a:xfrm xmlns:a="http://schemas.openxmlformats.org/drawingml/2006/main" flipV="1">
            <a:off x="4743450" y="3376613"/>
            <a:ext cx="28575" cy="476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30" name="stage-1-iim-right-to-cfm"/>
          <p:cNvCxnSpPr>
            <a:stCxn xmlns:a="http://schemas.openxmlformats.org/drawingml/2006/main" id="75" idx="3"/>
            <a:endCxn xmlns:a="http://schemas.openxmlformats.org/drawingml/2006/main" id="79" idx="2"/>
          </p:cNvCxnSpPr>
          <p:nvPr/>
        </p:nvCxnSpPr>
        <p:spPr>
          <a:xfrm xmlns:a="http://schemas.openxmlformats.org/drawingml/2006/main">
            <a:off x="5010150" y="3376613"/>
            <a:ext cx="390525" cy="1476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763" cap="rnd">
            <a:solidFill>
              <a:srgbClr val="5B9A63"/>
            </a:solidFill>
            <a:prstDash val="solid"/>
            <a:round/>
            <a:tailEnd type="triangle" w="sm" len="sm"/>
          </a:ln>
        </p:spPr>
      </p:cxnSp>
      <p:cxnSp>
        <p:nvCxnSpPr>
          <p:cNvPr id="631" name="stage-1-decoder-to-tim"/>
          <p:cNvCxnSpPr>
            <a:stCxn xmlns:a="http://schemas.openxmlformats.org/drawingml/2006/main" id="8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4419600" y="1352550"/>
            <a:ext cx="10477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8573" cap="rnd">
            <a:solidFill>
              <a:srgbClr val="7868B5"/>
            </a:solidFill>
            <a:prstDash val="solid"/>
            <a:round/>
            <a:tailEnd type="triangle" w="sm" len="sm"/>
          </a:ln>
        </p:spPr>
      </p:cxnSp>
      <p:cxnSp>
        <p:nvCxnSpPr>
          <p:cNvPr id="632" name="stage-2-visible-to-features"/>
          <p:cNvCxnSpPr>
            <a:stCxn xmlns:a="http://schemas.openxmlformats.org/drawingml/2006/main" id="86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 flipH="1">
            <a:off x="6567488" y="2190750"/>
            <a:ext cx="233363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8382" cap="rnd">
            <a:solidFill>
              <a:srgbClr val="5F6770"/>
            </a:solidFill>
            <a:prstDash val="solid"/>
            <a:round/>
            <a:tailEnd type="triangle" w="sm" len="sm"/>
          </a:ln>
        </p:spPr>
      </p:cxnSp>
      <p:cxnSp>
        <p:nvCxnSpPr>
          <p:cNvPr id="633" name="stage-2-infrared-to-features"/>
          <p:cNvCxnSpPr>
            <a:stCxn xmlns:a="http://schemas.openxmlformats.org/drawingml/2006/main" id="91" idx="0"/>
            <a:endCxn xmlns:a="http://schemas.openxmlformats.org/drawingml/2006/main" id="106" idx="2"/>
          </p:cNvCxnSpPr>
          <p:nvPr/>
        </p:nvCxnSpPr>
        <p:spPr>
          <a:xfrm xmlns:a="http://schemas.openxmlformats.org/drawingml/2006/main" flipH="1" flipV="1">
            <a:off x="6567488" y="3352800"/>
            <a:ext cx="233363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8382" cap="rnd">
            <a:solidFill>
              <a:srgbClr val="5F6770"/>
            </a:solidFill>
            <a:prstDash val="solid"/>
            <a:round/>
            <a:tailEnd type="triangle" w="sm" len="sm"/>
          </a:ln>
        </p:spPr>
      </p:cxnSp>
      <p:cxnSp>
        <p:nvCxnSpPr>
          <p:cNvPr id="634" name="stage-2-features-to-tim-left"/>
          <p:cNvCxnSpPr>
            <a:stCxn xmlns:a="http://schemas.openxmlformats.org/drawingml/2006/main" id="106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 flipV="1">
            <a:off x="6753225" y="2576513"/>
            <a:ext cx="3619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35" name="stage-2-tim-left-to-module"/>
          <p:cNvCxnSpPr>
            <a:stCxn xmlns:a="http://schemas.openxmlformats.org/drawingml/2006/main" id="118" idx="3"/>
            <a:endCxn xmlns:a="http://schemas.openxmlformats.org/drawingml/2006/main" id="107" idx="1"/>
          </p:cNvCxnSpPr>
          <p:nvPr/>
        </p:nvCxnSpPr>
        <p:spPr>
          <a:xfrm xmlns:a="http://schemas.openxmlformats.org/drawingml/2006/main" flipV="1">
            <a:off x="7353300" y="2552700"/>
            <a:ext cx="762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36" name="stage-2-tim-module-to-right"/>
          <p:cNvCxnSpPr>
            <a:stCxn xmlns:a="http://schemas.openxmlformats.org/drawingml/2006/main" id="10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8077200" y="2552700"/>
            <a:ext cx="28575" cy="2381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37" name="stage-2-tim-right-to-cfm"/>
          <p:cNvCxnSpPr>
            <a:stCxn xmlns:a="http://schemas.openxmlformats.org/drawingml/2006/main" id="128" idx="3"/>
            <a:endCxn xmlns:a="http://schemas.openxmlformats.org/drawingml/2006/main" id="152" idx="2"/>
          </p:cNvCxnSpPr>
          <p:nvPr/>
        </p:nvCxnSpPr>
        <p:spPr>
          <a:xfrm xmlns:a="http://schemas.openxmlformats.org/drawingml/2006/main">
            <a:off x="8343900" y="2576513"/>
            <a:ext cx="390525" cy="433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763" cap="rnd">
            <a:solidFill>
              <a:srgbClr val="5B9A63"/>
            </a:solidFill>
            <a:prstDash val="solid"/>
            <a:round/>
            <a:tailEnd type="triangle" w="sm" len="sm"/>
          </a:ln>
        </p:spPr>
      </p:cxnSp>
      <p:cxnSp>
        <p:nvCxnSpPr>
          <p:cNvPr id="638" name="stage-2-features-to-iim-left"/>
          <p:cNvCxnSpPr>
            <a:stCxn xmlns:a="http://schemas.openxmlformats.org/drawingml/2006/main" id="106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>
            <a:off x="6753225" y="3043238"/>
            <a:ext cx="3619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39" name="stage-2-iim-left-to-module"/>
          <p:cNvCxnSpPr>
            <a:stCxn xmlns:a="http://schemas.openxmlformats.org/drawingml/2006/main" id="139" idx="3"/>
            <a:endCxn xmlns:a="http://schemas.openxmlformats.org/drawingml/2006/main" id="129" idx="1"/>
          </p:cNvCxnSpPr>
          <p:nvPr/>
        </p:nvCxnSpPr>
        <p:spPr>
          <a:xfrm xmlns:a="http://schemas.openxmlformats.org/drawingml/2006/main">
            <a:off x="7353300" y="3376613"/>
            <a:ext cx="76200" cy="476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40" name="stage-2-iim-module-to-right"/>
          <p:cNvCxnSpPr>
            <a:stCxn xmlns:a="http://schemas.openxmlformats.org/drawingml/2006/main" id="129" idx="3"/>
            <a:endCxn xmlns:a="http://schemas.openxmlformats.org/drawingml/2006/main" id="149" idx="1"/>
          </p:cNvCxnSpPr>
          <p:nvPr/>
        </p:nvCxnSpPr>
        <p:spPr>
          <a:xfrm xmlns:a="http://schemas.openxmlformats.org/drawingml/2006/main" flipV="1">
            <a:off x="8077200" y="3376613"/>
            <a:ext cx="28575" cy="476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41" name="stage-2-iim-right-to-cfm"/>
          <p:cNvCxnSpPr>
            <a:stCxn xmlns:a="http://schemas.openxmlformats.org/drawingml/2006/main" id="149" idx="3"/>
            <a:endCxn xmlns:a="http://schemas.openxmlformats.org/drawingml/2006/main" id="153" idx="2"/>
          </p:cNvCxnSpPr>
          <p:nvPr/>
        </p:nvCxnSpPr>
        <p:spPr>
          <a:xfrm xmlns:a="http://schemas.openxmlformats.org/drawingml/2006/main">
            <a:off x="8343900" y="3376613"/>
            <a:ext cx="390525" cy="1476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763" cap="rnd">
            <a:solidFill>
              <a:srgbClr val="5B9A63"/>
            </a:solidFill>
            <a:prstDash val="solid"/>
            <a:round/>
            <a:tailEnd type="triangle" w="sm" len="sm"/>
          </a:ln>
        </p:spPr>
      </p:cxnSp>
      <p:cxnSp>
        <p:nvCxnSpPr>
          <p:cNvPr id="642" name="stage-2-decoder-to-tim"/>
          <p:cNvCxnSpPr>
            <a:stCxn xmlns:a="http://schemas.openxmlformats.org/drawingml/2006/main" id="154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 flipH="1">
            <a:off x="7753350" y="1352550"/>
            <a:ext cx="10477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8573" cap="rnd">
            <a:solidFill>
              <a:srgbClr val="7868B5"/>
            </a:solidFill>
            <a:prstDash val="solid"/>
            <a:round/>
            <a:tailEnd type="triangle" w="sm" len="sm"/>
          </a:ln>
        </p:spPr>
      </p:cxnSp>
      <p:cxnSp>
        <p:nvCxnSpPr>
          <p:cNvPr id="643" name="stage-3-visible-to-features"/>
          <p:cNvCxnSpPr>
            <a:stCxn xmlns:a="http://schemas.openxmlformats.org/drawingml/2006/main" id="160" idx="2"/>
            <a:endCxn xmlns:a="http://schemas.openxmlformats.org/drawingml/2006/main" id="180" idx="0"/>
          </p:cNvCxnSpPr>
          <p:nvPr/>
        </p:nvCxnSpPr>
        <p:spPr>
          <a:xfrm xmlns:a="http://schemas.openxmlformats.org/drawingml/2006/main" flipH="1">
            <a:off x="9901238" y="2190750"/>
            <a:ext cx="233363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8382" cap="rnd">
            <a:solidFill>
              <a:srgbClr val="5F6770"/>
            </a:solidFill>
            <a:prstDash val="solid"/>
            <a:round/>
            <a:tailEnd type="triangle" w="sm" len="sm"/>
          </a:ln>
        </p:spPr>
      </p:cxnSp>
      <p:cxnSp>
        <p:nvCxnSpPr>
          <p:cNvPr id="644" name="stage-3-infrared-to-features"/>
          <p:cNvCxnSpPr>
            <a:stCxn xmlns:a="http://schemas.openxmlformats.org/drawingml/2006/main" id="165" idx="0"/>
            <a:endCxn xmlns:a="http://schemas.openxmlformats.org/drawingml/2006/main" id="180" idx="2"/>
          </p:cNvCxnSpPr>
          <p:nvPr/>
        </p:nvCxnSpPr>
        <p:spPr>
          <a:xfrm xmlns:a="http://schemas.openxmlformats.org/drawingml/2006/main" flipH="1" flipV="1">
            <a:off x="9901238" y="3352800"/>
            <a:ext cx="233363" cy="5048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8382" cap="rnd">
            <a:solidFill>
              <a:srgbClr val="5F6770"/>
            </a:solidFill>
            <a:prstDash val="solid"/>
            <a:round/>
            <a:tailEnd type="triangle" w="sm" len="sm"/>
          </a:ln>
        </p:spPr>
      </p:cxnSp>
      <p:cxnSp>
        <p:nvCxnSpPr>
          <p:cNvPr id="645" name="stage-3-features-to-tim-left"/>
          <p:cNvCxnSpPr>
            <a:stCxn xmlns:a="http://schemas.openxmlformats.org/drawingml/2006/main" id="180" idx="3"/>
            <a:endCxn xmlns:a="http://schemas.openxmlformats.org/drawingml/2006/main" id="192" idx="1"/>
          </p:cNvCxnSpPr>
          <p:nvPr/>
        </p:nvCxnSpPr>
        <p:spPr>
          <a:xfrm xmlns:a="http://schemas.openxmlformats.org/drawingml/2006/main" flipV="1">
            <a:off x="10086975" y="2576513"/>
            <a:ext cx="3619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46" name="stage-3-tim-left-to-module"/>
          <p:cNvCxnSpPr>
            <a:stCxn xmlns:a="http://schemas.openxmlformats.org/drawingml/2006/main" id="192" idx="3"/>
            <a:endCxn xmlns:a="http://schemas.openxmlformats.org/drawingml/2006/main" id="181" idx="1"/>
          </p:cNvCxnSpPr>
          <p:nvPr/>
        </p:nvCxnSpPr>
        <p:spPr>
          <a:xfrm xmlns:a="http://schemas.openxmlformats.org/drawingml/2006/main" flipV="1">
            <a:off x="10687050" y="2552700"/>
            <a:ext cx="76200" cy="2381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47" name="stage-3-tim-module-to-right"/>
          <p:cNvCxnSpPr>
            <a:stCxn xmlns:a="http://schemas.openxmlformats.org/drawingml/2006/main" id="181" idx="3"/>
            <a:endCxn xmlns:a="http://schemas.openxmlformats.org/drawingml/2006/main" id="202" idx="1"/>
          </p:cNvCxnSpPr>
          <p:nvPr/>
        </p:nvCxnSpPr>
        <p:spPr>
          <a:xfrm xmlns:a="http://schemas.openxmlformats.org/drawingml/2006/main">
            <a:off x="11410950" y="2552700"/>
            <a:ext cx="28575" cy="2381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48" name="stage-3-tim-right-to-cfm"/>
          <p:cNvCxnSpPr>
            <a:stCxn xmlns:a="http://schemas.openxmlformats.org/drawingml/2006/main" id="202" idx="3"/>
            <a:endCxn xmlns:a="http://schemas.openxmlformats.org/drawingml/2006/main" id="226" idx="2"/>
          </p:cNvCxnSpPr>
          <p:nvPr/>
        </p:nvCxnSpPr>
        <p:spPr>
          <a:xfrm xmlns:a="http://schemas.openxmlformats.org/drawingml/2006/main">
            <a:off x="11677650" y="2576513"/>
            <a:ext cx="390525" cy="4333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763" cap="rnd">
            <a:solidFill>
              <a:srgbClr val="5B9A63"/>
            </a:solidFill>
            <a:prstDash val="solid"/>
            <a:round/>
            <a:tailEnd type="triangle" w="sm" len="sm"/>
          </a:ln>
        </p:spPr>
      </p:cxnSp>
      <p:cxnSp>
        <p:nvCxnSpPr>
          <p:cNvPr id="649" name="stage-3-features-to-iim-left"/>
          <p:cNvCxnSpPr>
            <a:stCxn xmlns:a="http://schemas.openxmlformats.org/drawingml/2006/main" id="180" idx="3"/>
            <a:endCxn xmlns:a="http://schemas.openxmlformats.org/drawingml/2006/main" id="213" idx="1"/>
          </p:cNvCxnSpPr>
          <p:nvPr/>
        </p:nvCxnSpPr>
        <p:spPr>
          <a:xfrm xmlns:a="http://schemas.openxmlformats.org/drawingml/2006/main">
            <a:off x="10086975" y="3043238"/>
            <a:ext cx="36195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50" name="stage-3-iim-left-to-module"/>
          <p:cNvCxnSpPr>
            <a:stCxn xmlns:a="http://schemas.openxmlformats.org/drawingml/2006/main" id="213" idx="3"/>
            <a:endCxn xmlns:a="http://schemas.openxmlformats.org/drawingml/2006/main" id="203" idx="1"/>
          </p:cNvCxnSpPr>
          <p:nvPr/>
        </p:nvCxnSpPr>
        <p:spPr>
          <a:xfrm xmlns:a="http://schemas.openxmlformats.org/drawingml/2006/main">
            <a:off x="10687050" y="3376613"/>
            <a:ext cx="76200" cy="476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51" name="stage-3-iim-module-to-right"/>
          <p:cNvCxnSpPr>
            <a:stCxn xmlns:a="http://schemas.openxmlformats.org/drawingml/2006/main" id="203" idx="3"/>
            <a:endCxn xmlns:a="http://schemas.openxmlformats.org/drawingml/2006/main" id="223" idx="1"/>
          </p:cNvCxnSpPr>
          <p:nvPr/>
        </p:nvCxnSpPr>
        <p:spPr>
          <a:xfrm xmlns:a="http://schemas.openxmlformats.org/drawingml/2006/main" flipV="1">
            <a:off x="11410950" y="3376613"/>
            <a:ext cx="28575" cy="4763"/>
          </a:xfrm>
          <a:prstGeom xmlns:a="http://schemas.openxmlformats.org/drawingml/2006/main" prst="straightConnector1">
            <a:avLst/>
          </a:prstGeom>
          <a:ln xmlns:a="http://schemas.openxmlformats.org/drawingml/2006/main" w="8382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52" name="stage-3-iim-right-to-cfm"/>
          <p:cNvCxnSpPr>
            <a:stCxn xmlns:a="http://schemas.openxmlformats.org/drawingml/2006/main" id="223" idx="3"/>
            <a:endCxn xmlns:a="http://schemas.openxmlformats.org/drawingml/2006/main" id="227" idx="2"/>
          </p:cNvCxnSpPr>
          <p:nvPr/>
        </p:nvCxnSpPr>
        <p:spPr>
          <a:xfrm xmlns:a="http://schemas.openxmlformats.org/drawingml/2006/main">
            <a:off x="11677650" y="3376613"/>
            <a:ext cx="390525" cy="1476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8763" cap="rnd">
            <a:solidFill>
              <a:srgbClr val="5B9A63"/>
            </a:solidFill>
            <a:prstDash val="solid"/>
            <a:round/>
            <a:tailEnd type="triangle" w="sm" len="sm"/>
          </a:ln>
        </p:spPr>
      </p:cxnSp>
      <p:cxnSp>
        <p:nvCxnSpPr>
          <p:cNvPr id="653" name="stage-3-decoder-to-tim"/>
          <p:cNvCxnSpPr>
            <a:stCxn xmlns:a="http://schemas.openxmlformats.org/drawingml/2006/main" id="228" idx="2"/>
            <a:endCxn xmlns:a="http://schemas.openxmlformats.org/drawingml/2006/main" id="181" idx="0"/>
          </p:cNvCxnSpPr>
          <p:nvPr/>
        </p:nvCxnSpPr>
        <p:spPr>
          <a:xfrm xmlns:a="http://schemas.openxmlformats.org/drawingml/2006/main" flipH="1">
            <a:off x="11087100" y="1352550"/>
            <a:ext cx="104775" cy="1047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8573" cap="rnd">
            <a:solidFill>
              <a:srgbClr val="7868B5"/>
            </a:solidFill>
            <a:prstDash val="solid"/>
            <a:round/>
            <a:tailEnd type="triangle" w="sm" len="sm"/>
          </a:ln>
        </p:spPr>
      </p:cxnSp>
      <p:cxnSp>
        <p:nvCxnSpPr>
          <p:cNvPr id="654" name="cfm1-to-stage2-features"/>
          <p:cNvCxnSpPr>
            <a:stCxn xmlns:a="http://schemas.openxmlformats.org/drawingml/2006/main" id="76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 flipV="1">
            <a:off x="5848350" y="3043238"/>
            <a:ext cx="533400" cy="223838"/>
          </a:xfrm>
          <a:prstGeom xmlns:a="http://schemas.openxmlformats.org/drawingml/2006/main" prst="straightConnector1">
            <a:avLst/>
          </a:prstGeom>
          <a:ln xmlns:a="http://schemas.openxmlformats.org/drawingml/2006/main" w="9525" cap="rnd">
            <a:solidFill>
              <a:srgbClr val="5B9A63"/>
            </a:solidFill>
            <a:prstDash val="solid"/>
            <a:round/>
            <a:tailEnd type="triangle" w="sm" len="sm"/>
          </a:ln>
        </p:spPr>
      </p:cxnSp>
      <p:cxnSp>
        <p:nvCxnSpPr>
          <p:cNvPr id="655" name="cfm2-to-stage3-features"/>
          <p:cNvCxnSpPr>
            <a:stCxn xmlns:a="http://schemas.openxmlformats.org/drawingml/2006/main" id="150" idx="3"/>
            <a:endCxn xmlns:a="http://schemas.openxmlformats.org/drawingml/2006/main" id="180" idx="1"/>
          </p:cNvCxnSpPr>
          <p:nvPr/>
        </p:nvCxnSpPr>
        <p:spPr>
          <a:xfrm xmlns:a="http://schemas.openxmlformats.org/drawingml/2006/main" flipV="1">
            <a:off x="9182100" y="3043238"/>
            <a:ext cx="533400" cy="223838"/>
          </a:xfrm>
          <a:prstGeom xmlns:a="http://schemas.openxmlformats.org/drawingml/2006/main" prst="straightConnector1">
            <a:avLst/>
          </a:prstGeom>
          <a:ln xmlns:a="http://schemas.openxmlformats.org/drawingml/2006/main" w="9525" cap="rnd">
            <a:solidFill>
              <a:srgbClr val="5B9A63"/>
            </a:solidFill>
            <a:prstDash val="solid"/>
            <a:round/>
            <a:tailEnd type="triangle" w="sm" len="sm"/>
          </a:ln>
        </p:spPr>
      </p:cxnSp>
      <p:cxnSp>
        <p:nvCxnSpPr>
          <p:cNvPr id="656" name="cfm3-to-segmentation"/>
          <p:cNvCxnSpPr>
            <a:stCxn xmlns:a="http://schemas.openxmlformats.org/drawingml/2006/main" id="224" idx="3"/>
            <a:endCxn xmlns:a="http://schemas.openxmlformats.org/drawingml/2006/main" id="232" idx="2"/>
          </p:cNvCxnSpPr>
          <p:nvPr/>
        </p:nvCxnSpPr>
        <p:spPr>
          <a:xfrm xmlns:a="http://schemas.openxmlformats.org/drawingml/2006/main" flipV="1">
            <a:off x="12515850" y="2628900"/>
            <a:ext cx="733425" cy="638175"/>
          </a:xfrm>
          <a:prstGeom xmlns:a="http://schemas.openxmlformats.org/drawingml/2006/main" prst="bentConnector2">
            <a:avLst/>
          </a:prstGeom>
          <a:ln xmlns:a="http://schemas.openxmlformats.org/drawingml/2006/main" w="9144" cap="rnd">
            <a:solidFill>
              <a:srgbClr val="5B9A63"/>
            </a:solidFill>
            <a:prstDash val="solid"/>
            <a:round/>
            <a:tailEnd type="triangle" w="sm" len="sm"/>
          </a:ln>
        </p:spPr>
      </p:cxnSp>
      <p:cxnSp>
        <p:nvCxnSpPr>
          <p:cNvPr id="657" name="cfm3-to-fusion"/>
          <p:cNvCxnSpPr>
            <a:stCxn xmlns:a="http://schemas.openxmlformats.org/drawingml/2006/main" id="224" idx="3"/>
            <a:endCxn xmlns:a="http://schemas.openxmlformats.org/drawingml/2006/main" id="234" idx="0"/>
          </p:cNvCxnSpPr>
          <p:nvPr/>
        </p:nvCxnSpPr>
        <p:spPr>
          <a:xfrm xmlns:a="http://schemas.openxmlformats.org/drawingml/2006/main">
            <a:off x="12515850" y="3267075"/>
            <a:ext cx="733425" cy="552450"/>
          </a:xfrm>
          <a:prstGeom xmlns:a="http://schemas.openxmlformats.org/drawingml/2006/main" prst="bentConnector2">
            <a:avLst/>
          </a:prstGeom>
          <a:ln xmlns:a="http://schemas.openxmlformats.org/drawingml/2006/main" w="9144" cap="rnd">
            <a:solidFill>
              <a:srgbClr val="5B9A63"/>
            </a:solidFill>
            <a:prstDash val="solid"/>
            <a:round/>
            <a:tailEnd type="triangle" w="sm" len="sm"/>
          </a:ln>
        </p:spPr>
      </p:cxnSp>
      <p:cxnSp>
        <p:nvCxnSpPr>
          <p:cNvPr id="658" name="description-to-text-encoder"/>
          <p:cNvCxnSpPr>
            <a:stCxn xmlns:a="http://schemas.openxmlformats.org/drawingml/2006/main" id="254" idx="2"/>
            <a:endCxn xmlns:a="http://schemas.openxmlformats.org/drawingml/2006/main" id="255" idx="0"/>
          </p:cNvCxnSpPr>
          <p:nvPr/>
        </p:nvCxnSpPr>
        <p:spPr>
          <a:xfrm xmlns:a="http://schemas.openxmlformats.org/drawingml/2006/main">
            <a:off x="7620000" y="590550"/>
            <a:ext cx="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1430" cap="rnd">
            <a:solidFill>
              <a:srgbClr val="A6A6A6"/>
            </a:solidFill>
            <a:prstDash val="solid"/>
            <a:round/>
            <a:tailEnd type="triangle" w="sm" len="sm"/>
          </a:ln>
        </p:spPr>
      </p:cxnSp>
      <p:cxnSp>
        <p:nvCxnSpPr>
          <p:cNvPr id="659" name="text-encoder-to-decoder1"/>
          <p:cNvCxnSpPr>
            <a:stCxn xmlns:a="http://schemas.openxmlformats.org/drawingml/2006/main" id="255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 flipH="1">
            <a:off x="4524375" y="904875"/>
            <a:ext cx="3095625" cy="857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1906" cap="rnd">
            <a:solidFill>
              <a:srgbClr val="7868B5"/>
            </a:solidFill>
            <a:prstDash val="dash"/>
            <a:round/>
            <a:tailEnd type="triangle" w="sm" len="sm"/>
          </a:ln>
        </p:spPr>
      </p:cxnSp>
      <p:cxnSp>
        <p:nvCxnSpPr>
          <p:cNvPr id="660" name="decoder1-to-decoder2"/>
          <p:cNvCxnSpPr>
            <a:stCxn xmlns:a="http://schemas.openxmlformats.org/drawingml/2006/main" id="80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4953000" y="11715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 cap="rnd">
            <a:solidFill>
              <a:srgbClr val="7868B5"/>
            </a:solidFill>
            <a:prstDash val="dash"/>
            <a:round/>
            <a:tailEnd type="triangle" w="sm" len="sm"/>
          </a:ln>
        </p:spPr>
      </p:cxnSp>
      <p:cxnSp>
        <p:nvCxnSpPr>
          <p:cNvPr id="661" name="decoder2-to-decoder3"/>
          <p:cNvCxnSpPr>
            <a:stCxn xmlns:a="http://schemas.openxmlformats.org/drawingml/2006/main" id="154" idx="3"/>
            <a:endCxn xmlns:a="http://schemas.openxmlformats.org/drawingml/2006/main" id="228" idx="1"/>
          </p:cNvCxnSpPr>
          <p:nvPr/>
        </p:nvCxnSpPr>
        <p:spPr>
          <a:xfrm xmlns:a="http://schemas.openxmlformats.org/drawingml/2006/main">
            <a:off x="8286750" y="1171575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1906" cap="rnd">
            <a:solidFill>
              <a:srgbClr val="7868B5"/>
            </a:solidFill>
            <a:prstDash val="dash"/>
            <a:round/>
            <a:tailEnd type="triangle" w="sm" len="sm"/>
          </a:ln>
        </p:spPr>
      </p:cxnSp>
      <p:cxnSp>
        <p:nvCxnSpPr>
          <p:cNvPr id="662" name="visible-input-to-chatgpt"/>
          <p:cNvCxnSpPr>
            <a:stCxn xmlns:a="http://schemas.openxmlformats.org/drawingml/2006/main" id="2" idx="0"/>
            <a:endCxn xmlns:a="http://schemas.openxmlformats.org/drawingml/2006/main" id="256" idx="1"/>
          </p:cNvCxnSpPr>
          <p:nvPr/>
        </p:nvCxnSpPr>
        <p:spPr>
          <a:xfrm xmlns:a="http://schemas.openxmlformats.org/drawingml/2006/main" rot="5400000">
            <a:off x="757238" y="576263"/>
            <a:ext cx="1438275" cy="9525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12859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63" name="chatgpt-to-description"/>
          <p:cNvCxnSpPr>
            <a:stCxn xmlns:a="http://schemas.openxmlformats.org/drawingml/2006/main" id="256" idx="3"/>
            <a:endCxn xmlns:a="http://schemas.openxmlformats.org/drawingml/2006/main" id="254" idx="1"/>
          </p:cNvCxnSpPr>
          <p:nvPr/>
        </p:nvCxnSpPr>
        <p:spPr>
          <a:xfrm xmlns:a="http://schemas.openxmlformats.org/drawingml/2006/main">
            <a:off x="2486025" y="33337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11240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64" name="human-to-description"/>
          <p:cNvCxnSpPr>
            <a:stCxn xmlns:a="http://schemas.openxmlformats.org/drawingml/2006/main" id="257" idx="1"/>
            <a:endCxn xmlns:a="http://schemas.openxmlformats.org/drawingml/2006/main" id="254" idx="3"/>
          </p:cNvCxnSpPr>
          <p:nvPr/>
        </p:nvCxnSpPr>
        <p:spPr>
          <a:xfrm xmlns:a="http://schemas.openxmlformats.org/drawingml/2006/main" flipH="1">
            <a:off x="11906250" y="333375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11240" cap="rnd">
            <a:solidFill>
              <a:srgbClr val="1F1F1F"/>
            </a:solidFill>
            <a:prstDash val="solid"/>
            <a:round/>
            <a:tailEnd type="triangle" w="sm" len="sm"/>
          </a:ln>
        </p:spPr>
      </p:cxnSp>
      <p:cxnSp>
        <p:nvCxnSpPr>
          <p:cNvPr id="665" name="cfm1-to-degradation-decoder1"/>
          <p:cNvCxnSpPr>
            <a:stCxn xmlns:a="http://schemas.openxmlformats.org/drawingml/2006/main" id="76" idx="2"/>
            <a:endCxn xmlns:a="http://schemas.openxmlformats.org/drawingml/2006/main" id="236" idx="0"/>
          </p:cNvCxnSpPr>
          <p:nvPr/>
        </p:nvCxnSpPr>
        <p:spPr>
          <a:xfrm xmlns:a="http://schemas.openxmlformats.org/drawingml/2006/main" flipH="1">
            <a:off x="5610225" y="3819525"/>
            <a:ext cx="28575" cy="1276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8192" cap="rnd">
            <a:solidFill>
              <a:srgbClr val="B76D3B"/>
            </a:solidFill>
            <a:prstDash val="solid"/>
            <a:round/>
            <a:tailEnd type="triangle" w="sm" len="sm"/>
          </a:ln>
        </p:spPr>
      </p:cxnSp>
      <p:cxnSp>
        <p:nvCxnSpPr>
          <p:cNvPr id="666" name="degradation-decoder1-to-dpm1"/>
          <p:cNvCxnSpPr>
            <a:stCxn xmlns:a="http://schemas.openxmlformats.org/drawingml/2006/main" id="236" idx="3"/>
            <a:endCxn xmlns:a="http://schemas.openxmlformats.org/drawingml/2006/main" id="237" idx="1"/>
          </p:cNvCxnSpPr>
          <p:nvPr/>
        </p:nvCxnSpPr>
        <p:spPr>
          <a:xfrm xmlns:a="http://schemas.openxmlformats.org/drawingml/2006/main">
            <a:off x="6076950" y="5276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8763" cap="rnd">
            <a:solidFill>
              <a:srgbClr val="B76D3B"/>
            </a:solidFill>
            <a:prstDash val="solid"/>
            <a:round/>
            <a:tailEnd type="triangle" w="sm" len="sm"/>
          </a:ln>
        </p:spPr>
      </p:cxnSp>
      <p:cxnSp>
        <p:nvCxnSpPr>
          <p:cNvPr id="667" name="dpm1-to-degradation-decoder2"/>
          <p:cNvCxnSpPr>
            <a:stCxn xmlns:a="http://schemas.openxmlformats.org/drawingml/2006/main" id="237" idx="3"/>
            <a:endCxn xmlns:a="http://schemas.openxmlformats.org/drawingml/2006/main" id="238" idx="1"/>
          </p:cNvCxnSpPr>
          <p:nvPr/>
        </p:nvCxnSpPr>
        <p:spPr>
          <a:xfrm xmlns:a="http://schemas.openxmlformats.org/drawingml/2006/main">
            <a:off x="7258050" y="52768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8573" cap="rnd">
            <a:solidFill>
              <a:srgbClr val="B76D3B"/>
            </a:solidFill>
            <a:prstDash val="dash"/>
            <a:round/>
            <a:tailEnd type="triangle" w="sm" len="sm"/>
          </a:ln>
        </p:spPr>
      </p:cxnSp>
      <p:cxnSp>
        <p:nvCxnSpPr>
          <p:cNvPr id="668" name="cfm2-to-degradation-decoder2"/>
          <p:cNvCxnSpPr>
            <a:stCxn xmlns:a="http://schemas.openxmlformats.org/drawingml/2006/main" id="150" idx="2"/>
            <a:endCxn xmlns:a="http://schemas.openxmlformats.org/drawingml/2006/main" id="238" idx="0"/>
          </p:cNvCxnSpPr>
          <p:nvPr/>
        </p:nvCxnSpPr>
        <p:spPr>
          <a:xfrm xmlns:a="http://schemas.openxmlformats.org/drawingml/2006/main" flipH="1">
            <a:off x="8486775" y="3819525"/>
            <a:ext cx="485775" cy="1276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8192" cap="rnd">
            <a:solidFill>
              <a:srgbClr val="B76D3B"/>
            </a:solidFill>
            <a:prstDash val="solid"/>
            <a:round/>
            <a:tailEnd type="triangle" w="sm" len="sm"/>
          </a:ln>
        </p:spPr>
      </p:cxnSp>
      <p:cxnSp>
        <p:nvCxnSpPr>
          <p:cNvPr id="669" name="degradation-decoder2-to-dpm2"/>
          <p:cNvCxnSpPr>
            <a:stCxn xmlns:a="http://schemas.openxmlformats.org/drawingml/2006/main" id="238" idx="3"/>
            <a:endCxn xmlns:a="http://schemas.openxmlformats.org/drawingml/2006/main" id="239" idx="1"/>
          </p:cNvCxnSpPr>
          <p:nvPr/>
        </p:nvCxnSpPr>
        <p:spPr>
          <a:xfrm xmlns:a="http://schemas.openxmlformats.org/drawingml/2006/main">
            <a:off x="8953500" y="527685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8763" cap="rnd">
            <a:solidFill>
              <a:srgbClr val="B76D3B"/>
            </a:solidFill>
            <a:prstDash val="solid"/>
            <a:round/>
            <a:tailEnd type="triangle" w="sm" len="sm"/>
          </a:ln>
        </p:spPr>
      </p:cxnSp>
      <p:cxnSp>
        <p:nvCxnSpPr>
          <p:cNvPr id="670" name="dpm2-to-fusion-output"/>
          <p:cNvCxnSpPr>
            <a:stCxn xmlns:a="http://schemas.openxmlformats.org/drawingml/2006/main" id="239" idx="3"/>
            <a:endCxn xmlns:a="http://schemas.openxmlformats.org/drawingml/2006/main" id="234" idx="2"/>
          </p:cNvCxnSpPr>
          <p:nvPr/>
        </p:nvCxnSpPr>
        <p:spPr>
          <a:xfrm xmlns:a="http://schemas.openxmlformats.org/drawingml/2006/main" flipV="1">
            <a:off x="10134600" y="4848225"/>
            <a:ext cx="3114675" cy="428625"/>
          </a:xfrm>
          <a:prstGeom xmlns:a="http://schemas.openxmlformats.org/drawingml/2006/main" prst="bentConnector2">
            <a:avLst/>
          </a:prstGeom>
          <a:ln xmlns:a="http://schemas.openxmlformats.org/drawingml/2006/main" w="8573" cap="rnd">
            <a:solidFill>
              <a:srgbClr val="B76D3B"/>
            </a:solidFill>
            <a:prstDash val="dash"/>
            <a:round/>
            <a:tailEnd type="triangle" w="sm" len="sm"/>
          </a:ln>
        </p:spPr>
      </p:cxnSp>
      <p:cxnSp>
        <p:nvCxnSpPr>
          <p:cNvPr id="671" name="parameters1-to-dpm1"/>
          <p:cNvCxnSpPr>
            <a:stCxn xmlns:a="http://schemas.openxmlformats.org/drawingml/2006/main" id="240" idx="0"/>
            <a:endCxn xmlns:a="http://schemas.openxmlformats.org/drawingml/2006/main" id="237" idx="2"/>
          </p:cNvCxnSpPr>
          <p:nvPr/>
        </p:nvCxnSpPr>
        <p:spPr>
          <a:xfrm xmlns:a="http://schemas.openxmlformats.org/drawingml/2006/main" flipV="1">
            <a:off x="5943600" y="5457825"/>
            <a:ext cx="857250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7239" cap="rnd">
            <a:solidFill>
              <a:srgbClr val="B76D3B"/>
            </a:solidFill>
            <a:prstDash val="solid"/>
            <a:round/>
            <a:tailEnd type="triangle" w="sm" len="sm"/>
          </a:ln>
        </p:spPr>
      </p:cxnSp>
      <p:cxnSp>
        <p:nvCxnSpPr>
          <p:cNvPr id="672" name="parameters2-to-dpm2"/>
          <p:cNvCxnSpPr>
            <a:stCxn xmlns:a="http://schemas.openxmlformats.org/drawingml/2006/main" id="247" idx="0"/>
            <a:endCxn xmlns:a="http://schemas.openxmlformats.org/drawingml/2006/main" id="239" idx="2"/>
          </p:cNvCxnSpPr>
          <p:nvPr/>
        </p:nvCxnSpPr>
        <p:spPr>
          <a:xfrm xmlns:a="http://schemas.openxmlformats.org/drawingml/2006/main" flipV="1">
            <a:off x="9134475" y="5457825"/>
            <a:ext cx="542925" cy="285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7239" cap="rnd">
            <a:solidFill>
              <a:srgbClr val="B76D3B"/>
            </a:solidFill>
            <a:prstDash val="solid"/>
            <a:round/>
            <a:tailEnd type="triangle" w="sm" len="sm"/>
          </a:ln>
        </p:spPr>
      </p:cxnSp>
      <p:sp>
        <p:nvSpPr>
          <p:cNvPr id="322" name="visible-input-label">
            <a:extLst xmlns:a="http://schemas.openxmlformats.org/drawingml/2006/main">
              <a:ext uri="{FF2B5EF4-FFF2-40B4-BE49-F238E27FC236}">
                <a16:creationId xmlns:a16="http://schemas.microsoft.com/office/drawing/2014/main" id="{AC2FEF4F-6E7F-4E03-8D87-17BCEC37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8670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13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Visible image</a:t>
            </a:r>
          </a:p>
        </p:txBody>
      </p:sp>
      <p:sp>
        <p:nvSpPr>
          <p:cNvPr id="323" name="visible-input-symbol">
            <a:extLst xmlns:a="http://schemas.openxmlformats.org/drawingml/2006/main">
              <a:ext uri="{FF2B5EF4-FFF2-40B4-BE49-F238E27FC236}">
                <a16:creationId xmlns:a16="http://schemas.microsoft.com/office/drawing/2014/main" id="{BBF0ED49-A18B-422C-8CCA-4ABEEE87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76575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Iᵈᵥᵢₛ</a:t>
            </a:r>
          </a:p>
        </p:txBody>
      </p:sp>
      <p:sp>
        <p:nvSpPr>
          <p:cNvPr id="324" name="infrared-input-label">
            <a:extLst xmlns:a="http://schemas.openxmlformats.org/drawingml/2006/main">
              <a:ext uri="{FF2B5EF4-FFF2-40B4-BE49-F238E27FC236}">
                <a16:creationId xmlns:a16="http://schemas.microsoft.com/office/drawing/2014/main" id="{49FAD4E2-3E59-43A0-905A-87AE9987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73392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13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Infrared image</a:t>
            </a:r>
          </a:p>
        </p:txBody>
      </p:sp>
      <p:sp>
        <p:nvSpPr>
          <p:cNvPr id="325" name="infrared-input-symbol">
            <a:extLst xmlns:a="http://schemas.openxmlformats.org/drawingml/2006/main">
              <a:ext uri="{FF2B5EF4-FFF2-40B4-BE49-F238E27FC236}">
                <a16:creationId xmlns:a16="http://schemas.microsoft.com/office/drawing/2014/main" id="{F743B3BB-C997-4B97-9854-5342E7A0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434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00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Iᵈᵢᵣ</a:t>
            </a:r>
          </a:p>
        </p:txBody>
      </p:sp>
      <p:sp>
        <p:nvSpPr>
          <p:cNvPr id="326" name="chatgpt-label">
            <a:extLst xmlns:a="http://schemas.openxmlformats.org/drawingml/2006/main">
              <a:ext uri="{FF2B5EF4-FFF2-40B4-BE49-F238E27FC236}">
                <a16:creationId xmlns:a16="http://schemas.microsoft.com/office/drawing/2014/main" id="{E3B10F75-A7B0-4B73-8F76-1C89DCF1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71500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3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ChatGPT</a:t>
            </a:r>
          </a:p>
        </p:txBody>
      </p:sp>
      <p:sp>
        <p:nvSpPr>
          <p:cNvPr id="327" name="human-label">
            <a:extLst xmlns:a="http://schemas.openxmlformats.org/drawingml/2006/main">
              <a:ext uri="{FF2B5EF4-FFF2-40B4-BE49-F238E27FC236}">
                <a16:creationId xmlns:a16="http://schemas.microsoft.com/office/drawing/2014/main" id="{3B649C20-E60C-4C77-81F4-2E46D643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5715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3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Human</a:t>
            </a:r>
          </a:p>
        </p:txBody>
      </p:sp>
      <p:sp>
        <p:nvSpPr>
          <p:cNvPr id="328" name="text-prompt-label">
            <a:extLst xmlns:a="http://schemas.openxmlformats.org/drawingml/2006/main">
              <a:ext uri="{FF2B5EF4-FFF2-40B4-BE49-F238E27FC236}">
                <a16:creationId xmlns:a16="http://schemas.microsoft.com/office/drawing/2014/main" id="{82AE7DA0-79BB-4719-813D-10FC9BEE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98107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163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Text prompt</a:t>
            </a:r>
          </a:p>
        </p:txBody>
      </p:sp>
      <p:sp>
        <p:nvSpPr>
          <p:cNvPr id="329" name="stage-1-tim-caption">
            <a:extLst xmlns:a="http://schemas.openxmlformats.org/drawingml/2006/main">
              <a:ext uri="{FF2B5EF4-FFF2-40B4-BE49-F238E27FC236}">
                <a16:creationId xmlns:a16="http://schemas.microsoft.com/office/drawing/2014/main" id="{5BBEC945-A343-4748-ABCF-9426E750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9432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Text-Image Branch</a:t>
            </a:r>
          </a:p>
        </p:txBody>
      </p:sp>
      <p:sp>
        <p:nvSpPr>
          <p:cNvPr id="330" name="stage-1-iim-caption">
            <a:extLst xmlns:a="http://schemas.openxmlformats.org/drawingml/2006/main">
              <a:ext uri="{FF2B5EF4-FFF2-40B4-BE49-F238E27FC236}">
                <a16:creationId xmlns:a16="http://schemas.microsoft.com/office/drawing/2014/main" id="{BEDA56D5-3E72-4956-9366-906FDD5C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6576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Image-Image Branch</a:t>
            </a:r>
          </a:p>
        </p:txBody>
      </p:sp>
      <p:sp>
        <p:nvSpPr>
          <p:cNvPr id="331" name="stage-2-tim-caption">
            <a:extLst xmlns:a="http://schemas.openxmlformats.org/drawingml/2006/main">
              <a:ext uri="{FF2B5EF4-FFF2-40B4-BE49-F238E27FC236}">
                <a16:creationId xmlns:a16="http://schemas.microsoft.com/office/drawing/2014/main" id="{BA904DC1-FB7E-4B49-A7E6-440432CF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432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Text-Image Branch</a:t>
            </a:r>
          </a:p>
        </p:txBody>
      </p:sp>
      <p:sp>
        <p:nvSpPr>
          <p:cNvPr id="332" name="stage-2-iim-caption">
            <a:extLst xmlns:a="http://schemas.openxmlformats.org/drawingml/2006/main">
              <a:ext uri="{FF2B5EF4-FFF2-40B4-BE49-F238E27FC236}">
                <a16:creationId xmlns:a16="http://schemas.microsoft.com/office/drawing/2014/main" id="{CEAA3619-A66F-4DBC-9590-F2EF1A91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6576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Image-Image Branch</a:t>
            </a:r>
          </a:p>
        </p:txBody>
      </p:sp>
      <p:sp>
        <p:nvSpPr>
          <p:cNvPr id="333" name="stage-3-tim-caption">
            <a:extLst xmlns:a="http://schemas.openxmlformats.org/drawingml/2006/main">
              <a:ext uri="{FF2B5EF4-FFF2-40B4-BE49-F238E27FC236}">
                <a16:creationId xmlns:a16="http://schemas.microsoft.com/office/drawing/2014/main" id="{D859FF7E-F8A1-495B-B18B-8B624E18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943225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Text-Image Branch</a:t>
            </a:r>
          </a:p>
        </p:txBody>
      </p:sp>
      <p:sp>
        <p:nvSpPr>
          <p:cNvPr id="334" name="stage-3-iim-caption">
            <a:extLst xmlns:a="http://schemas.openxmlformats.org/drawingml/2006/main">
              <a:ext uri="{FF2B5EF4-FFF2-40B4-BE49-F238E27FC236}">
                <a16:creationId xmlns:a16="http://schemas.microsoft.com/office/drawing/2014/main" id="{4063F879-A24B-4220-9A1F-4CC905F2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6576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5" b="1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Image-Image Branch</a:t>
            </a:r>
          </a:p>
        </p:txBody>
      </p:sp>
      <p:sp>
        <p:nvSpPr>
          <p:cNvPr id="335" name="degradation-prompt-label-1">
            <a:extLst xmlns:a="http://schemas.openxmlformats.org/drawingml/2006/main">
              <a:ext uri="{FF2B5EF4-FFF2-40B4-BE49-F238E27FC236}">
                <a16:creationId xmlns:a16="http://schemas.microsoft.com/office/drawing/2014/main" id="{9C0E0ECA-E650-40AC-A3E5-5292464A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5785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4000"/>
              </a:lnSpc>
              <a:buNone/>
              <a:defRPr sz="1050" b="1" i="1">
                <a:solidFill>
                  <a:srgbClr val="B76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B76D3B"/>
                </a:solidFill>
                <a:latin typeface="Times New Roman"/>
                <a:ea typeface="Times New Roman"/>
                <a:cs typeface="Times New Roman"/>
              </a:rPr>
              <a:t>Degradation Prompt</a:t>
            </a:r>
          </a:p>
          <a:p xmlns:a="http://schemas.openxmlformats.org/drawingml/2006/main">
            <a:pPr algn="r">
              <a:lnSpc>
                <a:spcPct val="94000"/>
              </a:lnSpc>
              <a:buNone/>
              <a:defRPr sz="1050" b="1" i="1">
                <a:solidFill>
                  <a:srgbClr val="B76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B76D3B"/>
                </a:solidFill>
                <a:latin typeface="Times New Roman"/>
                <a:ea typeface="Times New Roman"/>
                <a:cs typeface="Times New Roman"/>
              </a:rPr>
              <a:t>Parameters</a:t>
            </a:r>
          </a:p>
        </p:txBody>
      </p:sp>
      <p:sp>
        <p:nvSpPr>
          <p:cNvPr id="336" name="degradation-prompt-label-2">
            <a:extLst xmlns:a="http://schemas.openxmlformats.org/drawingml/2006/main">
              <a:ext uri="{FF2B5EF4-FFF2-40B4-BE49-F238E27FC236}">
                <a16:creationId xmlns:a16="http://schemas.microsoft.com/office/drawing/2014/main" id="{9CC7561C-96DC-48AB-85E0-ABE1523A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657850"/>
            <a:ext cx="131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4000"/>
              </a:lnSpc>
              <a:buNone/>
              <a:defRPr sz="1050" b="1" i="1">
                <a:solidFill>
                  <a:srgbClr val="B76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B76D3B"/>
                </a:solidFill>
                <a:latin typeface="Times New Roman"/>
                <a:ea typeface="Times New Roman"/>
                <a:cs typeface="Times New Roman"/>
              </a:rPr>
              <a:t>Degradation Prompt</a:t>
            </a:r>
          </a:p>
          <a:p xmlns:a="http://schemas.openxmlformats.org/drawingml/2006/main">
            <a:pPr algn="r">
              <a:lnSpc>
                <a:spcPct val="94000"/>
              </a:lnSpc>
              <a:buNone/>
              <a:defRPr sz="1050" b="1" i="1">
                <a:solidFill>
                  <a:srgbClr val="B76D3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1">
                <a:solidFill>
                  <a:srgbClr val="B76D3B"/>
                </a:solidFill>
                <a:latin typeface="Times New Roman"/>
                <a:ea typeface="Times New Roman"/>
                <a:cs typeface="Times New Roman"/>
              </a:rPr>
              <a:t>Parameters</a:t>
            </a:r>
          </a:p>
        </p:txBody>
      </p:sp>
      <p:sp>
        <p:nvSpPr>
          <p:cNvPr id="337" name="segmentation-output-label">
            <a:extLst xmlns:a="http://schemas.openxmlformats.org/drawingml/2006/main">
              <a:ext uri="{FF2B5EF4-FFF2-40B4-BE49-F238E27FC236}">
                <a16:creationId xmlns:a16="http://schemas.microsoft.com/office/drawing/2014/main" id="{85C8447A-DC83-4B50-B09F-EB281E93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25717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960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13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Semantic Segmentation</a:t>
            </a:r>
          </a:p>
        </p:txBody>
      </p:sp>
      <p:sp>
        <p:nvSpPr>
          <p:cNvPr id="338" name="segmentation-output-symbol">
            <a:extLst xmlns:a="http://schemas.openxmlformats.org/drawingml/2006/main">
              <a:ext uri="{FF2B5EF4-FFF2-40B4-BE49-F238E27FC236}">
                <a16:creationId xmlns:a16="http://schemas.microsoft.com/office/drawing/2014/main" id="{BB5241F5-D563-4EE2-8EC8-69A29761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28003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38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S_f</a:t>
            </a:r>
          </a:p>
        </p:txBody>
      </p:sp>
      <p:sp>
        <p:nvSpPr>
          <p:cNvPr id="339" name="fusion-output-label">
            <a:extLst xmlns:a="http://schemas.openxmlformats.org/drawingml/2006/main">
              <a:ext uri="{FF2B5EF4-FFF2-40B4-BE49-F238E27FC236}">
                <a16:creationId xmlns:a16="http://schemas.microsoft.com/office/drawing/2014/main" id="{5E5ABFE1-7E15-4831-8EC9-2E4BEDB8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4810125"/>
            <a:ext cx="1638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13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Degradation-Aware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313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13" b="0" i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Fused Image</a:t>
            </a:r>
          </a:p>
        </p:txBody>
      </p:sp>
      <p:sp>
        <p:nvSpPr>
          <p:cNvPr id="340" name="fusion-output-symbol">
            <a:extLst xmlns:a="http://schemas.openxmlformats.org/drawingml/2006/main">
              <a:ext uri="{FF2B5EF4-FFF2-40B4-BE49-F238E27FC236}">
                <a16:creationId xmlns:a16="http://schemas.microsoft.com/office/drawing/2014/main" id="{F547706E-B1F2-444D-A5C4-AFC08BB8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75" y="5238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9525" rIns="2857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238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rPr>
              <a:t>Iᶜ_f</a:t>
            </a:r>
          </a:p>
        </p:txBody>
      </p:sp>
      <p:pic>
        <p:nvPicPr>
          <p:cNvPr id="692" name="visible-input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9514c08054568"/>
          <a:srcRect xmlns:a="http://schemas.openxmlformats.org/drawingml/2006/main" l="0" t="3314" r="0" b="33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809750"/>
            <a:ext cx="1390650" cy="990600"/>
          </a:xfrm>
          <a:prstGeom xmlns:a="http://schemas.openxmlformats.org/drawingml/2006/main" prst="rect">
            <a:avLst/>
          </a:prstGeom>
        </p:spPr>
      </p:pic>
      <p:pic>
        <p:nvPicPr>
          <p:cNvPr id="693" name="infrared-input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4ea628a3c4225"/>
          <a:srcRect xmlns:a="http://schemas.openxmlformats.org/drawingml/2006/main" l="0" t="3387" r="0" b="33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3714750"/>
            <a:ext cx="1390650" cy="952500"/>
          </a:xfrm>
          <a:prstGeom xmlns:a="http://schemas.openxmlformats.org/drawingml/2006/main" prst="rect">
            <a:avLst/>
          </a:prstGeom>
        </p:spPr>
      </p:pic>
      <p:pic>
        <p:nvPicPr>
          <p:cNvPr id="694" name="segmentation-output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1c3f3205040ec"/>
          <a:srcRect xmlns:a="http://schemas.openxmlformats.org/drawingml/2006/main" l="0" t="1561" r="0" b="1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3650" y="1676400"/>
            <a:ext cx="1104900" cy="800100"/>
          </a:xfrm>
          <a:prstGeom xmlns:a="http://schemas.openxmlformats.org/drawingml/2006/main" prst="rect">
            <a:avLst/>
          </a:prstGeom>
        </p:spPr>
      </p:pic>
      <p:pic>
        <p:nvPicPr>
          <p:cNvPr id="695" name="fused-output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b8ca7f8314c58"/>
          <a:srcRect xmlns:a="http://schemas.openxmlformats.org/drawingml/2006/main" l="0" t="1713" r="0" b="17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963650" y="3905250"/>
            <a:ext cx="1104900" cy="819150"/>
          </a:xfrm>
          <a:prstGeom xmlns:a="http://schemas.openxmlformats.org/drawingml/2006/main" prst="rect">
            <a:avLst/>
          </a:prstGeom>
        </p:spPr>
      </p:pic>
      <p:pic>
        <p:nvPicPr>
          <p:cNvPr id="696" name="openai-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64d9dc1a6441c">
            <a:extLst>
              <a:ext uri="{96DAC541-7B7A-43D3-8B79-37D633B846F1}">
                <asvg:svgBlip xmlns:asvg="http://schemas.microsoft.com/office/drawing/2016/SVG/main" r:embed="Rc5dc08f562b94b4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19300" y="95250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697" name="human-left-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0a9c11c144dce">
            <a:extLst>
              <a:ext uri="{96DAC541-7B7A-43D3-8B79-37D633B846F1}">
                <asvg:svgBlip xmlns:asvg="http://schemas.microsoft.com/office/drawing/2016/SVG/main" r:embed="Rafb0907178844e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030200" y="190500"/>
            <a:ext cx="323850" cy="342900"/>
          </a:xfrm>
          <a:prstGeom xmlns:a="http://schemas.openxmlformats.org/drawingml/2006/main" prst="rect">
            <a:avLst/>
          </a:prstGeom>
        </p:spPr>
      </p:pic>
      <p:pic>
        <p:nvPicPr>
          <p:cNvPr id="698" name="human-right-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7f03e71514141">
            <a:extLst>
              <a:ext uri="{96DAC541-7B7A-43D3-8B79-37D633B846F1}">
                <asvg:svgBlip xmlns:asvg="http://schemas.microsoft.com/office/drawing/2016/SVG/main" r:embed="R3c99e7294a774c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15975" y="190500"/>
            <a:ext cx="323850" cy="342900"/>
          </a:xfrm>
          <a:prstGeom xmlns:a="http://schemas.openxmlformats.org/drawingml/2006/main" prst="rect">
            <a:avLst/>
          </a:prstGeom>
        </p:spPr>
      </p:pic>
      <p:pic>
        <p:nvPicPr>
          <p:cNvPr id="699" name="human-center-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e093992914d07">
            <a:extLst>
              <a:ext uri="{96DAC541-7B7A-43D3-8B79-37D633B846F1}">
                <asvg:svgBlip xmlns:asvg="http://schemas.microsoft.com/office/drawing/2016/SVG/main" r:embed="Rc9488983bc5149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239750" y="57150"/>
            <a:ext cx="419100" cy="476250"/>
          </a:xfrm>
          <a:prstGeom xmlns:a="http://schemas.openxmlformats.org/drawingml/2006/main" prst="rect">
            <a:avLst/>
          </a:prstGeom>
        </p:spPr>
      </p:pic>
      <p:pic>
        <p:nvPicPr>
          <p:cNvPr id="700" name="learnable-flame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b93268ab44627">
            <a:extLst>
              <a:ext uri="{96DAC541-7B7A-43D3-8B79-37D633B846F1}">
                <asvg:svgBlip xmlns:asvg="http://schemas.microsoft.com/office/drawing/2016/SVG/main" r:embed="R52e9ce21456e45f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05575" y="5676900"/>
            <a:ext cx="228600" cy="314325"/>
          </a:xfrm>
          <a:prstGeom xmlns:a="http://schemas.openxmlformats.org/drawingml/2006/main" prst="rect">
            <a:avLst/>
          </a:prstGeom>
        </p:spPr>
      </p:pic>
      <p:pic>
        <p:nvPicPr>
          <p:cNvPr id="701" name="learnable-flame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7d3b0769341c7">
            <a:extLst>
              <a:ext uri="{96DAC541-7B7A-43D3-8B79-37D633B846F1}">
                <asvg:svgBlip xmlns:asvg="http://schemas.microsoft.com/office/drawing/2016/SVG/main" r:embed="R8841174a7eb244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96450" y="5676900"/>
            <a:ext cx="228600" cy="314325"/>
          </a:xfrm>
          <a:prstGeom xmlns:a="http://schemas.openxmlformats.org/drawingml/2006/main" prst="rect">
            <a:avLst/>
          </a:prstGeom>
        </p:spPr>
      </p:pic>
      <p:pic>
        <p:nvPicPr>
          <p:cNvPr id="702" name="output-metric-vec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976ddc99148c3">
            <a:extLst>
              <a:ext uri="{96DAC541-7B7A-43D3-8B79-37D633B846F1}">
                <asvg:svgBlip xmlns:asvg="http://schemas.microsoft.com/office/drawing/2016/SVG/main" r:embed="R0b08f1a41e834d5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144500" y="2924175"/>
            <a:ext cx="714375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2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2026-08-23T01:38:57.5880000Z</dcterms:created>
  <dcterms:modified xsi:type="dcterms:W3CDTF">2026-08-23T01:38:57.5890000Z</dcterms:modified>
</coreProperties>
</file>