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18e80054734404" /><Relationship Type="http://schemas.openxmlformats.org/officeDocument/2006/relationships/extended-properties" Target="/docProps/app.xml" Id="R5d9d8e051ffd4fb8" /><Relationship Type="http://schemas.openxmlformats.org/officeDocument/2006/relationships/officeDocument" Target="/ppt/presentation.xml" Id="R738bb468a46148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12dd7e4d284416"/>
  </p:sldMasterIdLst>
  <p:notesMasterIdLst>
    <p:notesMasterId xmlns:r="http://schemas.openxmlformats.org/officeDocument/2006/relationships" r:id="R6b8b9f31b7954fb9"/>
  </p:notesMasterIdLst>
  <p:sldIdLst>
    <p:sldId xmlns:r="http://schemas.openxmlformats.org/officeDocument/2006/relationships" id="256" r:id="R66fc535022b54858"/>
    <p:sldId xmlns:r="http://schemas.openxmlformats.org/officeDocument/2006/relationships" id="257" r:id="Rd8500aec6c1043e2"/>
    <p:sldId xmlns:r="http://schemas.openxmlformats.org/officeDocument/2006/relationships" id="258" r:id="Rcef83351c95d4da4"/>
    <p:sldId xmlns:r="http://schemas.openxmlformats.org/officeDocument/2006/relationships" id="259" r:id="R562b5e706ade4dbf"/>
    <p:sldId xmlns:r="http://schemas.openxmlformats.org/officeDocument/2006/relationships" id="260" r:id="R06db2d5118174479"/>
    <p:sldId xmlns:r="http://schemas.openxmlformats.org/officeDocument/2006/relationships" id="261" r:id="R7cf0dd0bc0a24146"/>
    <p:sldId xmlns:r="http://schemas.openxmlformats.org/officeDocument/2006/relationships" id="262" r:id="Rd55a86e93e8847b2"/>
  </p:sldIdLst>
  <p:sldSz cx="15240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e8894ba6947f6" /><Relationship Type="http://schemas.openxmlformats.org/officeDocument/2006/relationships/slideMaster" Target="/ppt/slideMasters/slideMaster1.xml" Id="Raa12dd7e4d284416" /><Relationship Type="http://schemas.openxmlformats.org/officeDocument/2006/relationships/notesMaster" Target="/ppt/notesMasters/notesMaster1.xml" Id="R6b8b9f31b7954fb9" /><Relationship Type="http://schemas.openxmlformats.org/officeDocument/2006/relationships/presProps" Target="/ppt/presProps.xml" Id="Ra7f3471620544248" /><Relationship Type="http://schemas.openxmlformats.org/officeDocument/2006/relationships/tableStyles" Target="/ppt/tableStyles.xml" Id="R69b185a2d9424ad3" /><Relationship Type="http://schemas.openxmlformats.org/officeDocument/2006/relationships/slide" Target="/ppt/slides/slide1.xml" Id="R66fc535022b54858" /><Relationship Type="http://schemas.openxmlformats.org/officeDocument/2006/relationships/slide" Target="/ppt/slides/slide2.xml" Id="Rd8500aec6c1043e2" /><Relationship Type="http://schemas.openxmlformats.org/officeDocument/2006/relationships/slide" Target="/ppt/slides/slide3.xml" Id="Rcef83351c95d4da4" /><Relationship Type="http://schemas.openxmlformats.org/officeDocument/2006/relationships/slide" Target="/ppt/slides/slide4.xml" Id="R562b5e706ade4dbf" /><Relationship Type="http://schemas.openxmlformats.org/officeDocument/2006/relationships/slide" Target="/ppt/slides/slide5.xml" Id="R06db2d5118174479" /><Relationship Type="http://schemas.openxmlformats.org/officeDocument/2006/relationships/slide" Target="/ppt/slides/slide6.xml" Id="R7cf0dd0bc0a24146" /><Relationship Type="http://schemas.openxmlformats.org/officeDocument/2006/relationships/slide" Target="/ppt/slides/slide7.xml" Id="Rd55a86e93e88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1f347e16c1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0623ec1f66473b" /><Relationship Type="http://schemas.openxmlformats.org/officeDocument/2006/relationships/notesMaster" Target="/ppt/notesMasters/notesMaster1.xml" Id="Rdc3986a33829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e069713dc49a6" /><Relationship Type="http://schemas.openxmlformats.org/officeDocument/2006/relationships/notesMaster" Target="/ppt/notesMasters/notesMaster1.xml" Id="R53bb0313b5d247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cac688e764b45" /><Relationship Type="http://schemas.openxmlformats.org/officeDocument/2006/relationships/notesMaster" Target="/ppt/notesMasters/notesMaster1.xml" Id="Rfc17976731e6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bd37001e84e77" /><Relationship Type="http://schemas.openxmlformats.org/officeDocument/2006/relationships/notesMaster" Target="/ppt/notesMasters/notesMaster1.xml" Id="Rc88d6f9fcb074d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e9c6b3f3d47ab" /><Relationship Type="http://schemas.openxmlformats.org/officeDocument/2006/relationships/notesMaster" Target="/ppt/notesMasters/notesMaster1.xml" Id="R956d4ece8fee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debb3ab4ad4556" /><Relationship Type="http://schemas.openxmlformats.org/officeDocument/2006/relationships/notesMaster" Target="/ppt/notesMasters/notesMaster1.xml" Id="R709b44411b214d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538aaab82d43c3" /><Relationship Type="http://schemas.openxmlformats.org/officeDocument/2006/relationships/notesMaster" Target="/ppt/notesMasters/notesMaster1.xml" Id="R7c4667200a50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1A: canvas, background, and panel regions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No external web asset embedded 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1B: module composition, tree-node families, reserved avatar slots, and editable cylinders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No external web asset embedded 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1C: primary data-flow skeleton and cross-panel transitions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No external web asset embedded 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1D: secondary agent relations, collaborative tree, path-credit feedback, and rectification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No external web asset embedded 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2: scientific labels, task query, agent roles, path-credit annotations, dataset notation, and meta-agent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No external web asset embedded 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2.5: editable hand-drawn contour treatment for frames, node families, broad transition arrows, ports, datasets, training strip, and meta-agent lanes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No external web asset embedded in this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3: coherent named role assets and recognizable coder brand marks added without changing the approved 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complete reference: codex-clipboard-733d5349-050b-4355-b5ad-55a71ffbe278.jpg</a:t>
            </a:r>
          </a:p>
          <a:p xmlns:a="http://schemas.openxmlformats.org/drawingml/2006/main">
            <a:r>
              <a:t>- User-supplied stripped Stage 1 reference: codex-clipboard-05a76d1c-cbdf-43bb-9574-c810cad21f43.jpg</a:t>
            </a:r>
          </a:p>
          <a:p xmlns:a="http://schemas.openxmlformats.org/drawingml/2006/main">
            <a:r>
              <a:t>- Generator scientist avatar — shin_icons / Flaticon, free with attribution: https://www.flaticon.com/free-icon/scientist_11130679</a:t>
            </a:r>
          </a:p>
          <a:p xmlns:a="http://schemas.openxmlformats.org/drawingml/2006/main">
            <a:r>
              <a:t>- Implementor programmer avatar — shin_icons / Flaticon, free with attribution: https://www.flaticon.com/free-icon/programmer_11128652</a:t>
            </a:r>
          </a:p>
          <a:p xmlns:a="http://schemas.openxmlformats.org/drawingml/2006/main">
            <a:r>
              <a:t>- Rectifier detective avatar — shin_icons / Flaticon, free with attribution: https://www.flaticon.com/free-icon/detective_11128614</a:t>
            </a:r>
          </a:p>
          <a:p xmlns:a="http://schemas.openxmlformats.org/drawingml/2006/main">
            <a:r>
              <a:t>- OpenAI monochrome brand mark — Lobe Icons registry: https://github.com/lobehub/lobe-icons</a:t>
            </a:r>
          </a:p>
          <a:p xmlns:a="http://schemas.openxmlformats.org/drawingml/2006/main">
            <a:r>
              <a:t>- Flaticon role assets are embedded as transparent 512 px PNG files; they are movable/resizable image objects, not internally path-editable SVGs.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776e6998f48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952e8540443c8" /><Relationship Type="http://schemas.openxmlformats.org/officeDocument/2006/relationships/slideLayout" Target="/ppt/slideLayouts/slideLayout1.xml" Id="Rf7388928f951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88928f951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20069fd654eb7" /><Relationship Type="http://schemas.openxmlformats.org/officeDocument/2006/relationships/notesSlide" Target="/ppt/notesSlides/notesSlide1.xml" Id="R95cac6d6ff4442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667e75b9d45a5" /><Relationship Type="http://schemas.openxmlformats.org/officeDocument/2006/relationships/notesSlide" Target="/ppt/notesSlides/notesSlide2.xml" Id="Rb9b5f26c5107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0632e8074cf1" /><Relationship Type="http://schemas.openxmlformats.org/officeDocument/2006/relationships/notesSlide" Target="/ppt/notesSlides/notesSlide3.xml" Id="R1aea1304cb0f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32bfe313b4ced" /><Relationship Type="http://schemas.openxmlformats.org/officeDocument/2006/relationships/notesSlide" Target="/ppt/notesSlides/notesSlide4.xml" Id="R3408a85e0de6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a49561a2d4477" /><Relationship Type="http://schemas.openxmlformats.org/officeDocument/2006/relationships/notesSlide" Target="/ppt/notesSlides/notesSlide5.xml" Id="R1482e3c0ea9b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2ef4d758347c1" /><Relationship Type="http://schemas.openxmlformats.org/officeDocument/2006/relationships/notesSlide" Target="/ppt/notesSlides/notesSlide6.xml" Id="Rb234f5b57783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8ea3fcd124662" /><Relationship Type="http://schemas.openxmlformats.org/officeDocument/2006/relationships/image" Target="/ppt/media/image.png" Id="Re3a92cfbb4434577" /><Relationship Type="http://schemas.openxmlformats.org/officeDocument/2006/relationships/image" Target="/ppt/media/image2.png" Id="R9870736e5998470a" /><Relationship Type="http://schemas.openxmlformats.org/officeDocument/2006/relationships/image" Target="/ppt/media/image3.png" Id="Rebdc1e03c1b04637" /><Relationship Type="http://schemas.openxmlformats.org/officeDocument/2006/relationships/image" Target="/ppt/media/image4.png" Id="R95f6c26706194415" /><Relationship Type="http://schemas.openxmlformats.org/officeDocument/2006/relationships/image" Target="/ppt/media/image5.png" Id="R0b303c1bffa84222" /><Relationship Type="http://schemas.openxmlformats.org/officeDocument/2006/relationships/image" Target="/ppt/media/image6.png" Id="Rb7f92a8b884c4a7b" /><Relationship Type="http://schemas.openxmlformats.org/officeDocument/2006/relationships/image" Target="/ppt/media/image7.png" Id="R12dc3ec85e754e05" /><Relationship Type="http://schemas.openxmlformats.org/officeDocument/2006/relationships/image" Target="/ppt/media/image8.png" Id="R6df722a83a9b487c" /><Relationship Type="http://schemas.openxmlformats.org/officeDocument/2006/relationships/image" Target="/ppt/media/image9.png" Id="Rfc64c6564866460a" /><Relationship Type="http://schemas.openxmlformats.org/officeDocument/2006/relationships/image" Target="/ppt/media/image10.png" Id="R1a9b5d739e7944dc" /><Relationship Type="http://schemas.openxmlformats.org/officeDocument/2006/relationships/image" Target="/ppt/media/image.svg" Id="Rde1b11de301849eb" /><Relationship Type="http://schemas.openxmlformats.org/officeDocument/2006/relationships/image" Target="/ppt/media/image11.png" Id="R59156e8574664db4" /><Relationship Type="http://schemas.openxmlformats.org/officeDocument/2006/relationships/image" Target="/ppt/media/image2.svg" Id="R72052349b93848f4" /><Relationship Type="http://schemas.openxmlformats.org/officeDocument/2006/relationships/notesSlide" Target="/ppt/notesSlides/notesSlide7.xml" Id="Rcaf341a1e89d44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8E57B222-7E49-4D91-AB7A-4B24A15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36AF0735-8672-4784-ABAE-57B05240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E4689E0A-718C-484A-A034-A27D2C5E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BE0CB197-D065-4763-B4B3-3E03820C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191BC258-D030-40FA-83BC-184F86A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24C56A34-49EC-4AA0-9A63-2B74A328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717400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92077E52-9A24-4CB1-9BDD-7765328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039A4AE3-C172-44D6-8CC4-516F925F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F52A0E0C-C361-4BC9-8894-218863B9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158C9A5F-CAAC-4D5B-B80C-37E0F0E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E1F6630F-4D6B-44EF-A681-946AB49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76F789FD-1A54-4A7A-A12D-B98E4F29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  <p:sp>
        <p:nvSpPr>
          <p:cNvPr id="7" name="task-query-bar">
            <a:extLst xmlns:a="http://schemas.openxmlformats.org/drawingml/2006/main">
              <a:ext uri="{FF2B5EF4-FFF2-40B4-BE49-F238E27FC236}">
                <a16:creationId xmlns:a16="http://schemas.microsoft.com/office/drawing/2014/main" id="{B22199BB-A31C-425E-974F-1D244B3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"/>
            <a:ext cx="12001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generator-agent-slot">
            <a:extLst xmlns:a="http://schemas.openxmlformats.org/drawingml/2006/main">
              <a:ext uri="{FF2B5EF4-FFF2-40B4-BE49-F238E27FC236}">
                <a16:creationId xmlns:a16="http://schemas.microsoft.com/office/drawing/2014/main" id="{A09E4233-BE46-491A-BFA0-DD68E0D1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" name="implementor-agent-slot">
            <a:extLst xmlns:a="http://schemas.openxmlformats.org/drawingml/2006/main">
              <a:ext uri="{FF2B5EF4-FFF2-40B4-BE49-F238E27FC236}">
                <a16:creationId xmlns:a16="http://schemas.microsoft.com/office/drawing/2014/main" id="{39FF928C-7896-435F-9967-4B23889E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rectifier-agent-slot">
            <a:extLst xmlns:a="http://schemas.openxmlformats.org/drawingml/2006/main">
              <a:ext uri="{FF2B5EF4-FFF2-40B4-BE49-F238E27FC236}">
                <a16:creationId xmlns:a16="http://schemas.microsoft.com/office/drawing/2014/main" id="{4B312F5E-FB3A-4546-8F93-788A8799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agent-cluster-hub">
            <a:extLst xmlns:a="http://schemas.openxmlformats.org/drawingml/2006/main">
              <a:ext uri="{FF2B5EF4-FFF2-40B4-BE49-F238E27FC236}">
                <a16:creationId xmlns:a16="http://schemas.microsoft.com/office/drawing/2014/main" id="{9A02E7D9-663C-4865-9960-456AEDDE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design-stage-ghost-frame">
            <a:extLst xmlns:a="http://schemas.openxmlformats.org/drawingml/2006/main">
              <a:ext uri="{FF2B5EF4-FFF2-40B4-BE49-F238E27FC236}">
                <a16:creationId xmlns:a16="http://schemas.microsoft.com/office/drawing/2014/main" id="{5D903BF5-86D7-4503-AA87-2E56C23C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0175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3" name="design-stage-frame">
            <a:extLst xmlns:a="http://schemas.openxmlformats.org/drawingml/2006/main">
              <a:ext uri="{FF2B5EF4-FFF2-40B4-BE49-F238E27FC236}">
                <a16:creationId xmlns:a16="http://schemas.microsoft.com/office/drawing/2014/main" id="{E15328AC-3F00-4B08-AB1C-21707F0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DF18B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4" name="implement-stage-ghost-frame">
            <a:extLst xmlns:a="http://schemas.openxmlformats.org/drawingml/2006/main">
              <a:ext uri="{FF2B5EF4-FFF2-40B4-BE49-F238E27FC236}">
                <a16:creationId xmlns:a16="http://schemas.microsoft.com/office/drawing/2014/main" id="{DFCE1CFA-C8E4-4F27-AA02-6E5B0DE5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0175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5" name="implement-stage-frame">
            <a:extLst xmlns:a="http://schemas.openxmlformats.org/drawingml/2006/main">
              <a:ext uri="{FF2B5EF4-FFF2-40B4-BE49-F238E27FC236}">
                <a16:creationId xmlns:a16="http://schemas.microsoft.com/office/drawing/2014/main" id="{8A454656-53E2-49DC-AC90-864FEE2E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9DDA84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6" name="execution-stage-ghost-frame">
            <a:extLst xmlns:a="http://schemas.openxmlformats.org/drawingml/2006/main">
              <a:ext uri="{FF2B5EF4-FFF2-40B4-BE49-F238E27FC236}">
                <a16:creationId xmlns:a16="http://schemas.microsoft.com/office/drawing/2014/main" id="{695F0480-9272-46CB-9E5A-8903DCE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0175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7" name="execution-stage-frame">
            <a:extLst xmlns:a="http://schemas.openxmlformats.org/drawingml/2006/main">
              <a:ext uri="{FF2B5EF4-FFF2-40B4-BE49-F238E27FC236}">
                <a16:creationId xmlns:a16="http://schemas.microsoft.com/office/drawing/2014/main" id="{97F33FE9-2C2E-486E-8FFF-441319E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71600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43A8A7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8" name="rectify-stage-ghost-frame">
            <a:extLst xmlns:a="http://schemas.openxmlformats.org/drawingml/2006/main">
              <a:ext uri="{FF2B5EF4-FFF2-40B4-BE49-F238E27FC236}">
                <a16:creationId xmlns:a16="http://schemas.microsoft.com/office/drawing/2014/main" id="{BA9A848E-E125-45AB-BD36-AF7972B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400175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9" name="rectify-stage-frame">
            <a:extLst xmlns:a="http://schemas.openxmlformats.org/drawingml/2006/main">
              <a:ext uri="{FF2B5EF4-FFF2-40B4-BE49-F238E27FC236}">
                <a16:creationId xmlns:a16="http://schemas.microsoft.com/office/drawing/2014/main" id="{2E88C19A-1DCD-4D10-A46F-24B186D8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369B9D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20" name="design-avatar-slot">
            <a:extLst xmlns:a="http://schemas.openxmlformats.org/drawingml/2006/main">
              <a:ext uri="{FF2B5EF4-FFF2-40B4-BE49-F238E27FC236}">
                <a16:creationId xmlns:a16="http://schemas.microsoft.com/office/drawing/2014/main" id="{CFC435ED-67FB-4DB2-9D58-E6B0EA8F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1" name="implement-avatar-slot">
            <a:extLst xmlns:a="http://schemas.openxmlformats.org/drawingml/2006/main">
              <a:ext uri="{FF2B5EF4-FFF2-40B4-BE49-F238E27FC236}">
                <a16:creationId xmlns:a16="http://schemas.microsoft.com/office/drawing/2014/main" id="{8014EA71-F244-48F1-B41B-007DE809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2" name="execution-avatar-slot">
            <a:extLst xmlns:a="http://schemas.openxmlformats.org/drawingml/2006/main">
              <a:ext uri="{FF2B5EF4-FFF2-40B4-BE49-F238E27FC236}">
                <a16:creationId xmlns:a16="http://schemas.microsoft.com/office/drawing/2014/main" id="{82E157CC-E646-409F-8E97-33446C0F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3" name="rectify-avatar-slot">
            <a:extLst xmlns:a="http://schemas.openxmlformats.org/drawingml/2006/main">
              <a:ext uri="{FF2B5EF4-FFF2-40B4-BE49-F238E27FC236}">
                <a16:creationId xmlns:a16="http://schemas.microsoft.com/office/drawing/2014/main" id="{D5EAA20B-2BCE-4813-8576-1401AEE5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4" name="design-net-1">
            <a:extLst xmlns:a="http://schemas.openxmlformats.org/drawingml/2006/main">
              <a:ext uri="{FF2B5EF4-FFF2-40B4-BE49-F238E27FC236}">
                <a16:creationId xmlns:a16="http://schemas.microsoft.com/office/drawing/2014/main" id="{55165BA3-A213-49E9-975A-DF19627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5" name="design-net-2">
            <a:extLst xmlns:a="http://schemas.openxmlformats.org/drawingml/2006/main">
              <a:ext uri="{FF2B5EF4-FFF2-40B4-BE49-F238E27FC236}">
                <a16:creationId xmlns:a16="http://schemas.microsoft.com/office/drawing/2014/main" id="{7A5844FB-7EE6-480A-B5FC-084BE59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6" name="design-net-3">
            <a:extLst xmlns:a="http://schemas.openxmlformats.org/drawingml/2006/main">
              <a:ext uri="{FF2B5EF4-FFF2-40B4-BE49-F238E27FC236}">
                <a16:creationId xmlns:a16="http://schemas.microsoft.com/office/drawing/2014/main" id="{ECF2F1FF-BBBF-4520-A570-2A5FB84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7" name="design-net-4">
            <a:extLst xmlns:a="http://schemas.openxmlformats.org/drawingml/2006/main">
              <a:ext uri="{FF2B5EF4-FFF2-40B4-BE49-F238E27FC236}">
                <a16:creationId xmlns:a16="http://schemas.microsoft.com/office/drawing/2014/main" id="{72FC83C6-D5B3-46C3-80F2-C904BF5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8" name="execution-node-1">
            <a:extLst xmlns:a="http://schemas.openxmlformats.org/drawingml/2006/main">
              <a:ext uri="{FF2B5EF4-FFF2-40B4-BE49-F238E27FC236}">
                <a16:creationId xmlns:a16="http://schemas.microsoft.com/office/drawing/2014/main" id="{5D31FA51-BB62-4E7E-90E8-87E903B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execution-node-2">
            <a:extLst xmlns:a="http://schemas.openxmlformats.org/drawingml/2006/main">
              <a:ext uri="{FF2B5EF4-FFF2-40B4-BE49-F238E27FC236}">
                <a16:creationId xmlns:a16="http://schemas.microsoft.com/office/drawing/2014/main" id="{0A77A670-78C9-4010-BD69-E42394F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execution-node-3">
            <a:extLst xmlns:a="http://schemas.openxmlformats.org/drawingml/2006/main">
              <a:ext uri="{FF2B5EF4-FFF2-40B4-BE49-F238E27FC236}">
                <a16:creationId xmlns:a16="http://schemas.microsoft.com/office/drawing/2014/main" id="{5912A4A6-13A9-44A9-A3CC-6302BF4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implement-net-1">
            <a:extLst xmlns:a="http://schemas.openxmlformats.org/drawingml/2006/main">
              <a:ext uri="{FF2B5EF4-FFF2-40B4-BE49-F238E27FC236}">
                <a16:creationId xmlns:a16="http://schemas.microsoft.com/office/drawing/2014/main" id="{4E1B4F91-757C-4F6E-A2FD-A6D1FB5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implement-net-2">
            <a:extLst xmlns:a="http://schemas.openxmlformats.org/drawingml/2006/main">
              <a:ext uri="{FF2B5EF4-FFF2-40B4-BE49-F238E27FC236}">
                <a16:creationId xmlns:a16="http://schemas.microsoft.com/office/drawing/2014/main" id="{497A5BCE-0172-40AA-A6DD-B846CCE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implement-net-3">
            <a:extLst xmlns:a="http://schemas.openxmlformats.org/drawingml/2006/main">
              <a:ext uri="{FF2B5EF4-FFF2-40B4-BE49-F238E27FC236}">
                <a16:creationId xmlns:a16="http://schemas.microsoft.com/office/drawing/2014/main" id="{D2BC00F8-F252-4580-AE2B-9FEC244F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implement-net-4">
            <a:extLst xmlns:a="http://schemas.openxmlformats.org/drawingml/2006/main">
              <a:ext uri="{FF2B5EF4-FFF2-40B4-BE49-F238E27FC236}">
                <a16:creationId xmlns:a16="http://schemas.microsoft.com/office/drawing/2014/main" id="{EA7D91B4-F3C1-4B43-8FAA-F6C9568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rectify-chain-1">
            <a:extLst xmlns:a="http://schemas.openxmlformats.org/drawingml/2006/main">
              <a:ext uri="{FF2B5EF4-FFF2-40B4-BE49-F238E27FC236}">
                <a16:creationId xmlns:a16="http://schemas.microsoft.com/office/drawing/2014/main" id="{56349258-D63F-4EF0-930A-B94C72AE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6" name="rectify-chain-2">
            <a:extLst xmlns:a="http://schemas.openxmlformats.org/drawingml/2006/main">
              <a:ext uri="{FF2B5EF4-FFF2-40B4-BE49-F238E27FC236}">
                <a16:creationId xmlns:a16="http://schemas.microsoft.com/office/drawing/2014/main" id="{46D11906-69B8-46B9-9A51-0FD283D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90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rectify-chain-3">
            <a:extLst xmlns:a="http://schemas.openxmlformats.org/drawingml/2006/main">
              <a:ext uri="{FF2B5EF4-FFF2-40B4-BE49-F238E27FC236}">
                <a16:creationId xmlns:a16="http://schemas.microsoft.com/office/drawing/2014/main" id="{942AE38E-63ED-46BE-92D4-7A35565B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8" name="stage-port-1">
            <a:extLst xmlns:a="http://schemas.openxmlformats.org/drawingml/2006/main">
              <a:ext uri="{FF2B5EF4-FFF2-40B4-BE49-F238E27FC236}">
                <a16:creationId xmlns:a16="http://schemas.microsoft.com/office/drawing/2014/main" id="{44DC2285-6F4A-4469-8877-EE24BDB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9" name="stage-port-2">
            <a:extLst xmlns:a="http://schemas.openxmlformats.org/drawingml/2006/main">
              <a:ext uri="{FF2B5EF4-FFF2-40B4-BE49-F238E27FC236}">
                <a16:creationId xmlns:a16="http://schemas.microsoft.com/office/drawing/2014/main" id="{CD2286AB-E821-4FD7-89F0-80C006DD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0" name="stage-port-3">
            <a:extLst xmlns:a="http://schemas.openxmlformats.org/drawingml/2006/main">
              <a:ext uri="{FF2B5EF4-FFF2-40B4-BE49-F238E27FC236}">
                <a16:creationId xmlns:a16="http://schemas.microsoft.com/office/drawing/2014/main" id="{1C34E111-AEF4-4C58-B591-608B32D3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1" name="stage-port-4">
            <a:extLst xmlns:a="http://schemas.openxmlformats.org/drawingml/2006/main">
              <a:ext uri="{FF2B5EF4-FFF2-40B4-BE49-F238E27FC236}">
                <a16:creationId xmlns:a16="http://schemas.microsoft.com/office/drawing/2014/main" id="{50A6D2C8-66A9-41B9-8A94-AC3ECC5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2" name="stage-port-5">
            <a:extLst xmlns:a="http://schemas.openxmlformats.org/drawingml/2006/main">
              <a:ext uri="{FF2B5EF4-FFF2-40B4-BE49-F238E27FC236}">
                <a16:creationId xmlns:a16="http://schemas.microsoft.com/office/drawing/2014/main" id="{0B2144CF-C4E0-42E0-A7C5-75C7F553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3" name="stage-port-6">
            <a:extLst xmlns:a="http://schemas.openxmlformats.org/drawingml/2006/main">
              <a:ext uri="{FF2B5EF4-FFF2-40B4-BE49-F238E27FC236}">
                <a16:creationId xmlns:a16="http://schemas.microsoft.com/office/drawing/2014/main" id="{358DC02E-DB16-4B42-8F7D-3FB3FF6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4" name="stage-port-7">
            <a:extLst xmlns:a="http://schemas.openxmlformats.org/drawingml/2006/main">
              <a:ext uri="{FF2B5EF4-FFF2-40B4-BE49-F238E27FC236}">
                <a16:creationId xmlns:a16="http://schemas.microsoft.com/office/drawing/2014/main" id="{8A5EAD24-46FB-4C9B-92C4-9742F771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5" name="stage-port-8">
            <a:extLst xmlns:a="http://schemas.openxmlformats.org/drawingml/2006/main">
              <a:ext uri="{FF2B5EF4-FFF2-40B4-BE49-F238E27FC236}">
                <a16:creationId xmlns:a16="http://schemas.microsoft.com/office/drawing/2014/main" id="{3E77F217-C244-4F09-ACE7-66F306D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6" name="tree-band-template">
            <a:extLst xmlns:a="http://schemas.openxmlformats.org/drawingml/2006/main">
              <a:ext uri="{FF2B5EF4-FFF2-40B4-BE49-F238E27FC236}">
                <a16:creationId xmlns:a16="http://schemas.microsoft.com/office/drawing/2014/main" id="{237E8E22-4D18-4124-9894-7E711A3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577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ree-band-implementation">
            <a:extLst xmlns:a="http://schemas.openxmlformats.org/drawingml/2006/main">
              <a:ext uri="{FF2B5EF4-FFF2-40B4-BE49-F238E27FC236}">
                <a16:creationId xmlns:a16="http://schemas.microsoft.com/office/drawing/2014/main" id="{0CD2CF52-B363-47DC-94AB-9CA6061A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708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ree-band-rectification">
            <a:extLst xmlns:a="http://schemas.openxmlformats.org/drawingml/2006/main">
              <a:ext uri="{FF2B5EF4-FFF2-40B4-BE49-F238E27FC236}">
                <a16:creationId xmlns:a16="http://schemas.microsoft.com/office/drawing/2014/main" id="{70534807-B54C-4A2F-8279-89D162D6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8134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ward-band">
            <a:extLst xmlns:a="http://schemas.openxmlformats.org/drawingml/2006/main">
              <a:ext uri="{FF2B5EF4-FFF2-40B4-BE49-F238E27FC236}">
                <a16:creationId xmlns:a16="http://schemas.microsoft.com/office/drawing/2014/main" id="{D108E41C-47E0-4022-B5EE-B3F8011F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153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ree-query-root">
            <a:extLst xmlns:a="http://schemas.openxmlformats.org/drawingml/2006/main">
              <a:ext uri="{FF2B5EF4-FFF2-40B4-BE49-F238E27FC236}">
                <a16:creationId xmlns:a16="http://schemas.microsoft.com/office/drawing/2014/main" id="{049EC211-7D51-481E-99D4-7687839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51" name="tree-template-1">
            <a:extLst xmlns:a="http://schemas.openxmlformats.org/drawingml/2006/main">
              <a:ext uri="{FF2B5EF4-FFF2-40B4-BE49-F238E27FC236}">
                <a16:creationId xmlns:a16="http://schemas.microsoft.com/office/drawing/2014/main" id="{23FE1FD1-0C18-40DE-8A0B-39B234F1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2" name="tree-template-2">
            <a:extLst xmlns:a="http://schemas.openxmlformats.org/drawingml/2006/main">
              <a:ext uri="{FF2B5EF4-FFF2-40B4-BE49-F238E27FC236}">
                <a16:creationId xmlns:a16="http://schemas.microsoft.com/office/drawing/2014/main" id="{CDBD1E43-019F-49F7-9F72-A5EE3384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3" name="tree-template-3">
            <a:extLst xmlns:a="http://schemas.openxmlformats.org/drawingml/2006/main">
              <a:ext uri="{FF2B5EF4-FFF2-40B4-BE49-F238E27FC236}">
                <a16:creationId xmlns:a16="http://schemas.microsoft.com/office/drawing/2014/main" id="{E495C92B-1EAF-4C42-8358-0897387B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4" name="tree-implementation-1">
            <a:extLst xmlns:a="http://schemas.openxmlformats.org/drawingml/2006/main">
              <a:ext uri="{FF2B5EF4-FFF2-40B4-BE49-F238E27FC236}">
                <a16:creationId xmlns:a16="http://schemas.microsoft.com/office/drawing/2014/main" id="{D617B419-BA47-4CBD-B945-8E752DA6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5" name="tree-implementation-2">
            <a:extLst xmlns:a="http://schemas.openxmlformats.org/drawingml/2006/main">
              <a:ext uri="{FF2B5EF4-FFF2-40B4-BE49-F238E27FC236}">
                <a16:creationId xmlns:a16="http://schemas.microsoft.com/office/drawing/2014/main" id="{0290804B-C285-49EC-8A7D-95CE3347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6" name="tree-implementation-3">
            <a:extLst xmlns:a="http://schemas.openxmlformats.org/drawingml/2006/main">
              <a:ext uri="{FF2B5EF4-FFF2-40B4-BE49-F238E27FC236}">
                <a16:creationId xmlns:a16="http://schemas.microsoft.com/office/drawing/2014/main" id="{FF5BB3FB-6915-4044-BA6E-AF10CA3B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7" name="tree-implementation-4">
            <a:extLst xmlns:a="http://schemas.openxmlformats.org/drawingml/2006/main">
              <a:ext uri="{FF2B5EF4-FFF2-40B4-BE49-F238E27FC236}">
                <a16:creationId xmlns:a16="http://schemas.microsoft.com/office/drawing/2014/main" id="{53334E0C-3B37-44A8-85C0-550239F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8" name="tree-implementation-5">
            <a:extLst xmlns:a="http://schemas.openxmlformats.org/drawingml/2006/main">
              <a:ext uri="{FF2B5EF4-FFF2-40B4-BE49-F238E27FC236}">
                <a16:creationId xmlns:a16="http://schemas.microsoft.com/office/drawing/2014/main" id="{2BAA8C5F-F5E3-4F26-885D-0DBAF54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9" name="tree-implementation-6">
            <a:extLst xmlns:a="http://schemas.openxmlformats.org/drawingml/2006/main">
              <a:ext uri="{FF2B5EF4-FFF2-40B4-BE49-F238E27FC236}">
                <a16:creationId xmlns:a16="http://schemas.microsoft.com/office/drawing/2014/main" id="{3218B691-1A4C-4F78-BE83-D66F2563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0" name="tree-rectification-1">
            <a:extLst xmlns:a="http://schemas.openxmlformats.org/drawingml/2006/main">
              <a:ext uri="{FF2B5EF4-FFF2-40B4-BE49-F238E27FC236}">
                <a16:creationId xmlns:a16="http://schemas.microsoft.com/office/drawing/2014/main" id="{BDF70EC6-2969-4C61-BF49-6609DDE1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1" name="tree-rectification-2">
            <a:extLst xmlns:a="http://schemas.openxmlformats.org/drawingml/2006/main">
              <a:ext uri="{FF2B5EF4-FFF2-40B4-BE49-F238E27FC236}">
                <a16:creationId xmlns:a16="http://schemas.microsoft.com/office/drawing/2014/main" id="{70457F72-6B2C-4548-BFBF-C5D89EB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2" name="tree-rectification-3">
            <a:extLst xmlns:a="http://schemas.openxmlformats.org/drawingml/2006/main">
              <a:ext uri="{FF2B5EF4-FFF2-40B4-BE49-F238E27FC236}">
                <a16:creationId xmlns:a16="http://schemas.microsoft.com/office/drawing/2014/main" id="{81A577B0-2BD7-4EA6-8133-DD961A6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3" name="tree-rectification-4">
            <a:extLst xmlns:a="http://schemas.openxmlformats.org/drawingml/2006/main">
              <a:ext uri="{FF2B5EF4-FFF2-40B4-BE49-F238E27FC236}">
                <a16:creationId xmlns:a16="http://schemas.microsoft.com/office/drawing/2014/main" id="{B568EA2A-69B7-491D-846C-8641E58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4" name="tree-rectification-5">
            <a:extLst xmlns:a="http://schemas.openxmlformats.org/drawingml/2006/main">
              <a:ext uri="{FF2B5EF4-FFF2-40B4-BE49-F238E27FC236}">
                <a16:creationId xmlns:a16="http://schemas.microsoft.com/office/drawing/2014/main" id="{8175EEC4-19AC-4786-A605-03FE1BF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5" name="tree-rectification-6">
            <a:extLst xmlns:a="http://schemas.openxmlformats.org/drawingml/2006/main">
              <a:ext uri="{FF2B5EF4-FFF2-40B4-BE49-F238E27FC236}">
                <a16:creationId xmlns:a16="http://schemas.microsoft.com/office/drawing/2014/main" id="{36CAA1EB-6E8E-4F63-B590-0F118172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6" name="tree-rectification-7">
            <a:extLst xmlns:a="http://schemas.openxmlformats.org/drawingml/2006/main">
              <a:ext uri="{FF2B5EF4-FFF2-40B4-BE49-F238E27FC236}">
                <a16:creationId xmlns:a16="http://schemas.microsoft.com/office/drawing/2014/main" id="{EEF296C7-4E6E-4216-AE4A-C8D5DB86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7" name="tree-rectification-8">
            <a:extLst xmlns:a="http://schemas.openxmlformats.org/drawingml/2006/main">
              <a:ext uri="{FF2B5EF4-FFF2-40B4-BE49-F238E27FC236}">
                <a16:creationId xmlns:a16="http://schemas.microsoft.com/office/drawing/2014/main" id="{2D7DD0C0-DD8E-4CDB-A2B0-4548CCED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8" name="genera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60E21D3B-B577-4724-9EE6-A76BB8C6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245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D70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9" name="genera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5AD7F338-17D0-46D4-8967-A92FE1EC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0" name="genera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C6DABD09-2D98-4E59-A9C1-F86EFE7A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B1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1" name="implemen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8D6882C0-F0A1-470C-8B57-41B6F89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E6D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2" name="implemen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368042EB-E54D-41BE-AAAC-57C781B9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246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3" name="implemen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5657E3E8-8237-4356-97D7-62AD223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8AA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4" name="rectifie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A35A9FCB-E207-41E2-953E-09B1CD56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867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A8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5" name="rectifie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1B611E09-3908-49BB-B24C-898DBC5A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057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6" name="rectifier-dataset-top-face">
            <a:extLst xmlns:a="http://schemas.openxmlformats.org/drawingml/2006/main">
              <a:ext uri="{FF2B5EF4-FFF2-40B4-BE49-F238E27FC236}">
                <a16:creationId xmlns:a16="http://schemas.microsoft.com/office/drawing/2014/main" id="{DA48D558-D07B-4980-94FA-907526BC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723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C5C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7" name="specialized-training">
            <a:extLst xmlns:a="http://schemas.openxmlformats.org/drawingml/2006/main">
              <a:ext uri="{FF2B5EF4-FFF2-40B4-BE49-F238E27FC236}">
                <a16:creationId xmlns:a16="http://schemas.microsoft.com/office/drawing/2014/main" id="{8EA07509-DC2F-4567-B73E-5A657E9F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9650"/>
            <a:ext cx="533400" cy="35433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ADB7"/>
          </a:solidFill>
          <a:ln xmlns:a="http://schemas.openxmlformats.org/drawingml/2006/main" w="20955">
            <a:solidFill>
              <a:srgbClr val="8B555D"/>
            </a:solidFill>
            <a:prstDash val="solid"/>
          </a:ln>
        </p:spPr>
      </p:sp>
      <p:sp>
        <p:nvSpPr>
          <p:cNvPr id="78" name="training-left-port-1">
            <a:extLst xmlns:a="http://schemas.openxmlformats.org/drawingml/2006/main">
              <a:ext uri="{FF2B5EF4-FFF2-40B4-BE49-F238E27FC236}">
                <a16:creationId xmlns:a16="http://schemas.microsoft.com/office/drawing/2014/main" id="{53A9C84D-7B04-4953-AABB-EEC3B693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raining-left-port-2">
            <a:extLst xmlns:a="http://schemas.openxmlformats.org/drawingml/2006/main">
              <a:ext uri="{FF2B5EF4-FFF2-40B4-BE49-F238E27FC236}">
                <a16:creationId xmlns:a16="http://schemas.microsoft.com/office/drawing/2014/main" id="{713E91DC-B2FF-4369-9050-8FD4D59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4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raining-left-port-3">
            <a:extLst xmlns:a="http://schemas.openxmlformats.org/drawingml/2006/main">
              <a:ext uri="{FF2B5EF4-FFF2-40B4-BE49-F238E27FC236}">
                <a16:creationId xmlns:a16="http://schemas.microsoft.com/office/drawing/2014/main" id="{F44E2E72-2D49-4C1D-88FE-4C57BBB4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72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raining-right-port-1">
            <a:extLst xmlns:a="http://schemas.openxmlformats.org/drawingml/2006/main">
              <a:ext uri="{FF2B5EF4-FFF2-40B4-BE49-F238E27FC236}">
                <a16:creationId xmlns:a16="http://schemas.microsoft.com/office/drawing/2014/main" id="{F3DBB923-2FE9-4755-B508-5A2E0E73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raining-right-port-2">
            <a:extLst xmlns:a="http://schemas.openxmlformats.org/drawingml/2006/main">
              <a:ext uri="{FF2B5EF4-FFF2-40B4-BE49-F238E27FC236}">
                <a16:creationId xmlns:a16="http://schemas.microsoft.com/office/drawing/2014/main" id="{F064EC3A-6C68-4D67-BEA4-1288FD42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raining-right-port-3">
            <a:extLst xmlns:a="http://schemas.openxmlformats.org/drawingml/2006/main">
              <a:ext uri="{FF2B5EF4-FFF2-40B4-BE49-F238E27FC236}">
                <a16:creationId xmlns:a16="http://schemas.microsoft.com/office/drawing/2014/main" id="{EE940830-F02D-4126-A202-6377D063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9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enerator-meta-lane">
            <a:extLst xmlns:a="http://schemas.openxmlformats.org/drawingml/2006/main">
              <a:ext uri="{FF2B5EF4-FFF2-40B4-BE49-F238E27FC236}">
                <a16:creationId xmlns:a16="http://schemas.microsoft.com/office/drawing/2014/main" id="{0E4E5D3B-22D5-4CBD-A264-60E8A5D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8196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5" name="implementor-meta-lane">
            <a:extLst xmlns:a="http://schemas.openxmlformats.org/drawingml/2006/main">
              <a:ext uri="{FF2B5EF4-FFF2-40B4-BE49-F238E27FC236}">
                <a16:creationId xmlns:a16="http://schemas.microsoft.com/office/drawing/2014/main" id="{888A5EB2-B3A9-45A9-B261-AD263ED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1980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6" name="rectifier-meta-lane">
            <a:extLst xmlns:a="http://schemas.openxmlformats.org/drawingml/2006/main">
              <a:ext uri="{FF2B5EF4-FFF2-40B4-BE49-F238E27FC236}">
                <a16:creationId xmlns:a16="http://schemas.microsoft.com/office/drawing/2014/main" id="{EBFC3927-C3D6-4A12-9AE5-2D03BA2A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2199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7" name="genera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F71ABEF0-09EC-484B-9F2F-92F8A74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8" name="implemen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F288B4E8-4625-405A-ADE1-D7245F3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9" name="rectifier-meta-avatar-slot">
            <a:extLst xmlns:a="http://schemas.openxmlformats.org/drawingml/2006/main">
              <a:ext uri="{FF2B5EF4-FFF2-40B4-BE49-F238E27FC236}">
                <a16:creationId xmlns:a16="http://schemas.microsoft.com/office/drawing/2014/main" id="{01AFEDDD-9CD1-4952-9FD8-93C4825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6944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A07991F4-6A9D-4245-A132-B7E572EB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89D07CA1-78CA-488D-8469-8DCA63AC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1F199C54-4534-4A9C-8B04-B6B9391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4CD3C3E8-B4B1-48AF-8A2A-3BE8BFF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2746018C-B884-440F-BFD3-556515F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CFC92163-99EE-421D-88A6-95DF01BE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  <p:sp>
        <p:nvSpPr>
          <p:cNvPr id="7" name="task-query-bar">
            <a:extLst xmlns:a="http://schemas.openxmlformats.org/drawingml/2006/main">
              <a:ext uri="{FF2B5EF4-FFF2-40B4-BE49-F238E27FC236}">
                <a16:creationId xmlns:a16="http://schemas.microsoft.com/office/drawing/2014/main" id="{7BA3275A-27D8-41A1-9665-70EEB759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"/>
            <a:ext cx="12001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generator-agent-slot">
            <a:extLst xmlns:a="http://schemas.openxmlformats.org/drawingml/2006/main">
              <a:ext uri="{FF2B5EF4-FFF2-40B4-BE49-F238E27FC236}">
                <a16:creationId xmlns:a16="http://schemas.microsoft.com/office/drawing/2014/main" id="{A4F760A9-25D0-4F3E-B308-4E93E8D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" name="implementor-agent-slot">
            <a:extLst xmlns:a="http://schemas.openxmlformats.org/drawingml/2006/main">
              <a:ext uri="{FF2B5EF4-FFF2-40B4-BE49-F238E27FC236}">
                <a16:creationId xmlns:a16="http://schemas.microsoft.com/office/drawing/2014/main" id="{79079943-4090-4F77-92C4-806112C9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rectifier-agent-slot">
            <a:extLst xmlns:a="http://schemas.openxmlformats.org/drawingml/2006/main">
              <a:ext uri="{FF2B5EF4-FFF2-40B4-BE49-F238E27FC236}">
                <a16:creationId xmlns:a16="http://schemas.microsoft.com/office/drawing/2014/main" id="{0322C812-DBCA-4931-A6A9-73982295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agent-cluster-hub">
            <a:extLst xmlns:a="http://schemas.openxmlformats.org/drawingml/2006/main">
              <a:ext uri="{FF2B5EF4-FFF2-40B4-BE49-F238E27FC236}">
                <a16:creationId xmlns:a16="http://schemas.microsoft.com/office/drawing/2014/main" id="{23D4E393-BF1A-4278-AE21-C081A86A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design-stage-ghost-frame">
            <a:extLst xmlns:a="http://schemas.openxmlformats.org/drawingml/2006/main">
              <a:ext uri="{FF2B5EF4-FFF2-40B4-BE49-F238E27FC236}">
                <a16:creationId xmlns:a16="http://schemas.microsoft.com/office/drawing/2014/main" id="{15886E77-366F-40B6-84B5-CBC8642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0175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3" name="design-stage-frame">
            <a:extLst xmlns:a="http://schemas.openxmlformats.org/drawingml/2006/main">
              <a:ext uri="{FF2B5EF4-FFF2-40B4-BE49-F238E27FC236}">
                <a16:creationId xmlns:a16="http://schemas.microsoft.com/office/drawing/2014/main" id="{5742C690-2BFA-431D-844F-42F3609D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DF18B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4" name="implement-stage-ghost-frame">
            <a:extLst xmlns:a="http://schemas.openxmlformats.org/drawingml/2006/main">
              <a:ext uri="{FF2B5EF4-FFF2-40B4-BE49-F238E27FC236}">
                <a16:creationId xmlns:a16="http://schemas.microsoft.com/office/drawing/2014/main" id="{8607E2D0-D48A-485E-873C-B161DBA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0175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5" name="implement-stage-frame">
            <a:extLst xmlns:a="http://schemas.openxmlformats.org/drawingml/2006/main">
              <a:ext uri="{FF2B5EF4-FFF2-40B4-BE49-F238E27FC236}">
                <a16:creationId xmlns:a16="http://schemas.microsoft.com/office/drawing/2014/main" id="{91291BFC-9120-4DBD-B06E-051D4432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9DDA84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6" name="execution-stage-ghost-frame">
            <a:extLst xmlns:a="http://schemas.openxmlformats.org/drawingml/2006/main">
              <a:ext uri="{FF2B5EF4-FFF2-40B4-BE49-F238E27FC236}">
                <a16:creationId xmlns:a16="http://schemas.microsoft.com/office/drawing/2014/main" id="{11C10FED-1AA8-4F5C-8133-510E1C87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0175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7" name="execution-stage-frame">
            <a:extLst xmlns:a="http://schemas.openxmlformats.org/drawingml/2006/main">
              <a:ext uri="{FF2B5EF4-FFF2-40B4-BE49-F238E27FC236}">
                <a16:creationId xmlns:a16="http://schemas.microsoft.com/office/drawing/2014/main" id="{C19FC5B5-5785-4515-9430-0D608837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71600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43A8A7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8" name="rectify-stage-ghost-frame">
            <a:extLst xmlns:a="http://schemas.openxmlformats.org/drawingml/2006/main">
              <a:ext uri="{FF2B5EF4-FFF2-40B4-BE49-F238E27FC236}">
                <a16:creationId xmlns:a16="http://schemas.microsoft.com/office/drawing/2014/main" id="{01F38BDA-5386-466B-9106-0427AD94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400175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9" name="rectify-stage-frame">
            <a:extLst xmlns:a="http://schemas.openxmlformats.org/drawingml/2006/main">
              <a:ext uri="{FF2B5EF4-FFF2-40B4-BE49-F238E27FC236}">
                <a16:creationId xmlns:a16="http://schemas.microsoft.com/office/drawing/2014/main" id="{5E2FCB18-A790-41C4-B7F4-FB181E4E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369B9D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20" name="design-avatar-slot">
            <a:extLst xmlns:a="http://schemas.openxmlformats.org/drawingml/2006/main">
              <a:ext uri="{FF2B5EF4-FFF2-40B4-BE49-F238E27FC236}">
                <a16:creationId xmlns:a16="http://schemas.microsoft.com/office/drawing/2014/main" id="{DE022E68-1B77-4AC4-8380-5BBBC86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1" name="implement-avatar-slot">
            <a:extLst xmlns:a="http://schemas.openxmlformats.org/drawingml/2006/main">
              <a:ext uri="{FF2B5EF4-FFF2-40B4-BE49-F238E27FC236}">
                <a16:creationId xmlns:a16="http://schemas.microsoft.com/office/drawing/2014/main" id="{81C35042-85CB-48F7-972C-07F9182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2" name="execution-avatar-slot">
            <a:extLst xmlns:a="http://schemas.openxmlformats.org/drawingml/2006/main">
              <a:ext uri="{FF2B5EF4-FFF2-40B4-BE49-F238E27FC236}">
                <a16:creationId xmlns:a16="http://schemas.microsoft.com/office/drawing/2014/main" id="{C73A86E4-3AE5-4BDA-AF94-612BD15C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3" name="rectify-avatar-slot">
            <a:extLst xmlns:a="http://schemas.openxmlformats.org/drawingml/2006/main">
              <a:ext uri="{FF2B5EF4-FFF2-40B4-BE49-F238E27FC236}">
                <a16:creationId xmlns:a16="http://schemas.microsoft.com/office/drawing/2014/main" id="{A4B642CB-1493-47BF-A3B5-238D55E9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4" name="design-net-1">
            <a:extLst xmlns:a="http://schemas.openxmlformats.org/drawingml/2006/main">
              <a:ext uri="{FF2B5EF4-FFF2-40B4-BE49-F238E27FC236}">
                <a16:creationId xmlns:a16="http://schemas.microsoft.com/office/drawing/2014/main" id="{8C86136F-52AE-46B2-90A1-E411AF97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5" name="design-net-2">
            <a:extLst xmlns:a="http://schemas.openxmlformats.org/drawingml/2006/main">
              <a:ext uri="{FF2B5EF4-FFF2-40B4-BE49-F238E27FC236}">
                <a16:creationId xmlns:a16="http://schemas.microsoft.com/office/drawing/2014/main" id="{4B444E7D-4E38-4C9D-B07B-AA832451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6" name="design-net-3">
            <a:extLst xmlns:a="http://schemas.openxmlformats.org/drawingml/2006/main">
              <a:ext uri="{FF2B5EF4-FFF2-40B4-BE49-F238E27FC236}">
                <a16:creationId xmlns:a16="http://schemas.microsoft.com/office/drawing/2014/main" id="{4ACF0F48-C873-499C-80D7-B275F92F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7" name="design-net-4">
            <a:extLst xmlns:a="http://schemas.openxmlformats.org/drawingml/2006/main">
              <a:ext uri="{FF2B5EF4-FFF2-40B4-BE49-F238E27FC236}">
                <a16:creationId xmlns:a16="http://schemas.microsoft.com/office/drawing/2014/main" id="{381BD646-8464-42F3-BC14-7DEA7CBE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8" name="execution-node-1">
            <a:extLst xmlns:a="http://schemas.openxmlformats.org/drawingml/2006/main">
              <a:ext uri="{FF2B5EF4-FFF2-40B4-BE49-F238E27FC236}">
                <a16:creationId xmlns:a16="http://schemas.microsoft.com/office/drawing/2014/main" id="{A0AFC59A-F3F1-49D7-924F-E4E72292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execution-node-2">
            <a:extLst xmlns:a="http://schemas.openxmlformats.org/drawingml/2006/main">
              <a:ext uri="{FF2B5EF4-FFF2-40B4-BE49-F238E27FC236}">
                <a16:creationId xmlns:a16="http://schemas.microsoft.com/office/drawing/2014/main" id="{1A7CA0F3-B514-4E23-BE84-FDFE147F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execution-node-3">
            <a:extLst xmlns:a="http://schemas.openxmlformats.org/drawingml/2006/main">
              <a:ext uri="{FF2B5EF4-FFF2-40B4-BE49-F238E27FC236}">
                <a16:creationId xmlns:a16="http://schemas.microsoft.com/office/drawing/2014/main" id="{88E1D81E-F75C-49BA-8ABB-597FC594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implement-net-1">
            <a:extLst xmlns:a="http://schemas.openxmlformats.org/drawingml/2006/main">
              <a:ext uri="{FF2B5EF4-FFF2-40B4-BE49-F238E27FC236}">
                <a16:creationId xmlns:a16="http://schemas.microsoft.com/office/drawing/2014/main" id="{88BC7DC2-787A-40E9-B06C-111D256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implement-net-2">
            <a:extLst xmlns:a="http://schemas.openxmlformats.org/drawingml/2006/main">
              <a:ext uri="{FF2B5EF4-FFF2-40B4-BE49-F238E27FC236}">
                <a16:creationId xmlns:a16="http://schemas.microsoft.com/office/drawing/2014/main" id="{CA670AFC-7481-4FF5-875A-3A7A2783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implement-net-3">
            <a:extLst xmlns:a="http://schemas.openxmlformats.org/drawingml/2006/main">
              <a:ext uri="{FF2B5EF4-FFF2-40B4-BE49-F238E27FC236}">
                <a16:creationId xmlns:a16="http://schemas.microsoft.com/office/drawing/2014/main" id="{E6C3D30A-3BA6-4D6D-9E44-F1824969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implement-net-4">
            <a:extLst xmlns:a="http://schemas.openxmlformats.org/drawingml/2006/main">
              <a:ext uri="{FF2B5EF4-FFF2-40B4-BE49-F238E27FC236}">
                <a16:creationId xmlns:a16="http://schemas.microsoft.com/office/drawing/2014/main" id="{3A78F113-BAF8-4623-A85A-8038275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rectify-chain-1">
            <a:extLst xmlns:a="http://schemas.openxmlformats.org/drawingml/2006/main">
              <a:ext uri="{FF2B5EF4-FFF2-40B4-BE49-F238E27FC236}">
                <a16:creationId xmlns:a16="http://schemas.microsoft.com/office/drawing/2014/main" id="{601F7132-AEAF-466D-92CD-7BF54E3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6" name="rectify-chain-2">
            <a:extLst xmlns:a="http://schemas.openxmlformats.org/drawingml/2006/main">
              <a:ext uri="{FF2B5EF4-FFF2-40B4-BE49-F238E27FC236}">
                <a16:creationId xmlns:a16="http://schemas.microsoft.com/office/drawing/2014/main" id="{B1D26AD6-90AF-439D-B239-7823E24A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90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rectify-chain-3">
            <a:extLst xmlns:a="http://schemas.openxmlformats.org/drawingml/2006/main">
              <a:ext uri="{FF2B5EF4-FFF2-40B4-BE49-F238E27FC236}">
                <a16:creationId xmlns:a16="http://schemas.microsoft.com/office/drawing/2014/main" id="{73AE1BD7-706D-49BA-8BFD-83B62B6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8" name="stage-port-1">
            <a:extLst xmlns:a="http://schemas.openxmlformats.org/drawingml/2006/main">
              <a:ext uri="{FF2B5EF4-FFF2-40B4-BE49-F238E27FC236}">
                <a16:creationId xmlns:a16="http://schemas.microsoft.com/office/drawing/2014/main" id="{F92467A1-EB39-42CF-8F6D-F2B0110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9" name="stage-port-2">
            <a:extLst xmlns:a="http://schemas.openxmlformats.org/drawingml/2006/main">
              <a:ext uri="{FF2B5EF4-FFF2-40B4-BE49-F238E27FC236}">
                <a16:creationId xmlns:a16="http://schemas.microsoft.com/office/drawing/2014/main" id="{7F426BD2-C014-4A0A-96DE-887C6975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0" name="stage-port-3">
            <a:extLst xmlns:a="http://schemas.openxmlformats.org/drawingml/2006/main">
              <a:ext uri="{FF2B5EF4-FFF2-40B4-BE49-F238E27FC236}">
                <a16:creationId xmlns:a16="http://schemas.microsoft.com/office/drawing/2014/main" id="{5ABA449D-D7FD-4558-90E9-21465637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1" name="stage-port-4">
            <a:extLst xmlns:a="http://schemas.openxmlformats.org/drawingml/2006/main">
              <a:ext uri="{FF2B5EF4-FFF2-40B4-BE49-F238E27FC236}">
                <a16:creationId xmlns:a16="http://schemas.microsoft.com/office/drawing/2014/main" id="{B2F60C61-782D-4359-994F-42592EA7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2" name="stage-port-5">
            <a:extLst xmlns:a="http://schemas.openxmlformats.org/drawingml/2006/main">
              <a:ext uri="{FF2B5EF4-FFF2-40B4-BE49-F238E27FC236}">
                <a16:creationId xmlns:a16="http://schemas.microsoft.com/office/drawing/2014/main" id="{81AB6CF2-2D40-488E-8CF5-FBE49AC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3" name="stage-port-6">
            <a:extLst xmlns:a="http://schemas.openxmlformats.org/drawingml/2006/main">
              <a:ext uri="{FF2B5EF4-FFF2-40B4-BE49-F238E27FC236}">
                <a16:creationId xmlns:a16="http://schemas.microsoft.com/office/drawing/2014/main" id="{704895A1-3F37-40FE-9D6E-34CE7CF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4" name="stage-port-7">
            <a:extLst xmlns:a="http://schemas.openxmlformats.org/drawingml/2006/main">
              <a:ext uri="{FF2B5EF4-FFF2-40B4-BE49-F238E27FC236}">
                <a16:creationId xmlns:a16="http://schemas.microsoft.com/office/drawing/2014/main" id="{42C43540-0F03-4DDC-A692-BD3A145B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5" name="stage-port-8">
            <a:extLst xmlns:a="http://schemas.openxmlformats.org/drawingml/2006/main">
              <a:ext uri="{FF2B5EF4-FFF2-40B4-BE49-F238E27FC236}">
                <a16:creationId xmlns:a16="http://schemas.microsoft.com/office/drawing/2014/main" id="{289C4926-B732-4746-8E31-D913354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6" name="tree-band-template">
            <a:extLst xmlns:a="http://schemas.openxmlformats.org/drawingml/2006/main">
              <a:ext uri="{FF2B5EF4-FFF2-40B4-BE49-F238E27FC236}">
                <a16:creationId xmlns:a16="http://schemas.microsoft.com/office/drawing/2014/main" id="{77DB94D7-5E60-4C66-BF1E-8864F83F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577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ree-band-implementation">
            <a:extLst xmlns:a="http://schemas.openxmlformats.org/drawingml/2006/main">
              <a:ext uri="{FF2B5EF4-FFF2-40B4-BE49-F238E27FC236}">
                <a16:creationId xmlns:a16="http://schemas.microsoft.com/office/drawing/2014/main" id="{24EA7BAF-61AF-416A-A395-42E2825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708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ree-band-rectification">
            <a:extLst xmlns:a="http://schemas.openxmlformats.org/drawingml/2006/main">
              <a:ext uri="{FF2B5EF4-FFF2-40B4-BE49-F238E27FC236}">
                <a16:creationId xmlns:a16="http://schemas.microsoft.com/office/drawing/2014/main" id="{1E67B663-DE7A-4EC2-9FE9-4188BF8C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8134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ward-band">
            <a:extLst xmlns:a="http://schemas.openxmlformats.org/drawingml/2006/main">
              <a:ext uri="{FF2B5EF4-FFF2-40B4-BE49-F238E27FC236}">
                <a16:creationId xmlns:a16="http://schemas.microsoft.com/office/drawing/2014/main" id="{78546A59-DDC5-4BBD-8020-D913F25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153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ree-query-root">
            <a:extLst xmlns:a="http://schemas.openxmlformats.org/drawingml/2006/main">
              <a:ext uri="{FF2B5EF4-FFF2-40B4-BE49-F238E27FC236}">
                <a16:creationId xmlns:a16="http://schemas.microsoft.com/office/drawing/2014/main" id="{13AA47DD-DD80-4D3E-A224-31C75FC6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51" name="tree-template-1">
            <a:extLst xmlns:a="http://schemas.openxmlformats.org/drawingml/2006/main">
              <a:ext uri="{FF2B5EF4-FFF2-40B4-BE49-F238E27FC236}">
                <a16:creationId xmlns:a16="http://schemas.microsoft.com/office/drawing/2014/main" id="{365BF9BC-AB7B-45D9-A188-9C084AB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2" name="tree-template-2">
            <a:extLst xmlns:a="http://schemas.openxmlformats.org/drawingml/2006/main">
              <a:ext uri="{FF2B5EF4-FFF2-40B4-BE49-F238E27FC236}">
                <a16:creationId xmlns:a16="http://schemas.microsoft.com/office/drawing/2014/main" id="{3075F634-58D7-4B31-961F-F285C04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3" name="tree-template-3">
            <a:extLst xmlns:a="http://schemas.openxmlformats.org/drawingml/2006/main">
              <a:ext uri="{FF2B5EF4-FFF2-40B4-BE49-F238E27FC236}">
                <a16:creationId xmlns:a16="http://schemas.microsoft.com/office/drawing/2014/main" id="{72F9119D-AB8A-4389-AD92-958DB1D7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4" name="tree-implementation-1">
            <a:extLst xmlns:a="http://schemas.openxmlformats.org/drawingml/2006/main">
              <a:ext uri="{FF2B5EF4-FFF2-40B4-BE49-F238E27FC236}">
                <a16:creationId xmlns:a16="http://schemas.microsoft.com/office/drawing/2014/main" id="{31ED8D48-ED6A-4A90-B709-F356FB7C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5" name="tree-implementation-2">
            <a:extLst xmlns:a="http://schemas.openxmlformats.org/drawingml/2006/main">
              <a:ext uri="{FF2B5EF4-FFF2-40B4-BE49-F238E27FC236}">
                <a16:creationId xmlns:a16="http://schemas.microsoft.com/office/drawing/2014/main" id="{C7F5CBEE-65ED-4039-A25B-FEF059B6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6" name="tree-implementation-3">
            <a:extLst xmlns:a="http://schemas.openxmlformats.org/drawingml/2006/main">
              <a:ext uri="{FF2B5EF4-FFF2-40B4-BE49-F238E27FC236}">
                <a16:creationId xmlns:a16="http://schemas.microsoft.com/office/drawing/2014/main" id="{0BC9C75D-1600-46A6-9DE1-AA29D35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7" name="tree-implementation-4">
            <a:extLst xmlns:a="http://schemas.openxmlformats.org/drawingml/2006/main">
              <a:ext uri="{FF2B5EF4-FFF2-40B4-BE49-F238E27FC236}">
                <a16:creationId xmlns:a16="http://schemas.microsoft.com/office/drawing/2014/main" id="{9AA11773-C5B3-458A-8FAE-B940565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8" name="tree-implementation-5">
            <a:extLst xmlns:a="http://schemas.openxmlformats.org/drawingml/2006/main">
              <a:ext uri="{FF2B5EF4-FFF2-40B4-BE49-F238E27FC236}">
                <a16:creationId xmlns:a16="http://schemas.microsoft.com/office/drawing/2014/main" id="{F419E706-44EF-45E1-9131-0E232E0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9" name="tree-implementation-6">
            <a:extLst xmlns:a="http://schemas.openxmlformats.org/drawingml/2006/main">
              <a:ext uri="{FF2B5EF4-FFF2-40B4-BE49-F238E27FC236}">
                <a16:creationId xmlns:a16="http://schemas.microsoft.com/office/drawing/2014/main" id="{4D790109-3062-4B73-812E-674F8FFC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0" name="tree-rectification-1">
            <a:extLst xmlns:a="http://schemas.openxmlformats.org/drawingml/2006/main">
              <a:ext uri="{FF2B5EF4-FFF2-40B4-BE49-F238E27FC236}">
                <a16:creationId xmlns:a16="http://schemas.microsoft.com/office/drawing/2014/main" id="{D21BBD85-F049-4AEF-8C4A-171BDD62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1" name="tree-rectification-2">
            <a:extLst xmlns:a="http://schemas.openxmlformats.org/drawingml/2006/main">
              <a:ext uri="{FF2B5EF4-FFF2-40B4-BE49-F238E27FC236}">
                <a16:creationId xmlns:a16="http://schemas.microsoft.com/office/drawing/2014/main" id="{5DEB911D-001A-48ED-9E81-41725FC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2" name="tree-rectification-3">
            <a:extLst xmlns:a="http://schemas.openxmlformats.org/drawingml/2006/main">
              <a:ext uri="{FF2B5EF4-FFF2-40B4-BE49-F238E27FC236}">
                <a16:creationId xmlns:a16="http://schemas.microsoft.com/office/drawing/2014/main" id="{74414DE1-ABCE-4AD4-AD9C-551C833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3" name="tree-rectification-4">
            <a:extLst xmlns:a="http://schemas.openxmlformats.org/drawingml/2006/main">
              <a:ext uri="{FF2B5EF4-FFF2-40B4-BE49-F238E27FC236}">
                <a16:creationId xmlns:a16="http://schemas.microsoft.com/office/drawing/2014/main" id="{0E66977E-3BE8-47F7-99BD-FC6120B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4" name="tree-rectification-5">
            <a:extLst xmlns:a="http://schemas.openxmlformats.org/drawingml/2006/main">
              <a:ext uri="{FF2B5EF4-FFF2-40B4-BE49-F238E27FC236}">
                <a16:creationId xmlns:a16="http://schemas.microsoft.com/office/drawing/2014/main" id="{4184AC62-956B-4439-AC6E-21788D7B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5" name="tree-rectification-6">
            <a:extLst xmlns:a="http://schemas.openxmlformats.org/drawingml/2006/main">
              <a:ext uri="{FF2B5EF4-FFF2-40B4-BE49-F238E27FC236}">
                <a16:creationId xmlns:a16="http://schemas.microsoft.com/office/drawing/2014/main" id="{4EBBF5BC-F8ED-4AB1-8277-CB041BC7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6" name="tree-rectification-7">
            <a:extLst xmlns:a="http://schemas.openxmlformats.org/drawingml/2006/main">
              <a:ext uri="{FF2B5EF4-FFF2-40B4-BE49-F238E27FC236}">
                <a16:creationId xmlns:a16="http://schemas.microsoft.com/office/drawing/2014/main" id="{620AB67A-2ED7-499D-B884-25BE1CF0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7" name="tree-rectification-8">
            <a:extLst xmlns:a="http://schemas.openxmlformats.org/drawingml/2006/main">
              <a:ext uri="{FF2B5EF4-FFF2-40B4-BE49-F238E27FC236}">
                <a16:creationId xmlns:a16="http://schemas.microsoft.com/office/drawing/2014/main" id="{BAA3C913-0305-4190-BE01-5B48CD8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8" name="genera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DE4648C9-A8A3-45AF-B45A-8B3196C9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245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D70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9" name="genera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3562A4B8-0A71-4955-81AE-403AD411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0" name="genera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4D42DC82-231A-4632-A78A-AC360481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B1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1" name="implemen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00299090-B09E-47AC-B534-9923D72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E6D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2" name="implemen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E67D84AC-8B93-4FB7-AD4F-DEB671FB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246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3" name="implemen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D2823D24-1F0A-4D4B-A3E5-FD814222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8AA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4" name="rectifie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B3F4FC96-21E5-4E5E-A167-C21AA9E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867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A8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5" name="rectifie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E46AFBBB-A4FF-4382-BF9D-0DAE795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057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6" name="rectifier-dataset-top-face">
            <a:extLst xmlns:a="http://schemas.openxmlformats.org/drawingml/2006/main">
              <a:ext uri="{FF2B5EF4-FFF2-40B4-BE49-F238E27FC236}">
                <a16:creationId xmlns:a16="http://schemas.microsoft.com/office/drawing/2014/main" id="{869F8043-103C-4DC9-BD06-9FB8961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723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C5C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7" name="specialized-training">
            <a:extLst xmlns:a="http://schemas.openxmlformats.org/drawingml/2006/main">
              <a:ext uri="{FF2B5EF4-FFF2-40B4-BE49-F238E27FC236}">
                <a16:creationId xmlns:a16="http://schemas.microsoft.com/office/drawing/2014/main" id="{0E651875-AE2E-48C9-8707-C494750C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9650"/>
            <a:ext cx="533400" cy="35433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ADB7"/>
          </a:solidFill>
          <a:ln xmlns:a="http://schemas.openxmlformats.org/drawingml/2006/main" w="20955">
            <a:solidFill>
              <a:srgbClr val="8B555D"/>
            </a:solidFill>
            <a:prstDash val="solid"/>
          </a:ln>
        </p:spPr>
      </p:sp>
      <p:sp>
        <p:nvSpPr>
          <p:cNvPr id="78" name="training-left-port-1">
            <a:extLst xmlns:a="http://schemas.openxmlformats.org/drawingml/2006/main">
              <a:ext uri="{FF2B5EF4-FFF2-40B4-BE49-F238E27FC236}">
                <a16:creationId xmlns:a16="http://schemas.microsoft.com/office/drawing/2014/main" id="{75150AF8-4F13-4655-BD50-A539E65A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raining-left-port-2">
            <a:extLst xmlns:a="http://schemas.openxmlformats.org/drawingml/2006/main">
              <a:ext uri="{FF2B5EF4-FFF2-40B4-BE49-F238E27FC236}">
                <a16:creationId xmlns:a16="http://schemas.microsoft.com/office/drawing/2014/main" id="{F1E582DD-A98B-496E-B025-28049B0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4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raining-left-port-3">
            <a:extLst xmlns:a="http://schemas.openxmlformats.org/drawingml/2006/main">
              <a:ext uri="{FF2B5EF4-FFF2-40B4-BE49-F238E27FC236}">
                <a16:creationId xmlns:a16="http://schemas.microsoft.com/office/drawing/2014/main" id="{7C591928-ECF2-42A9-960C-B6F0FCE2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72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raining-right-port-1">
            <a:extLst xmlns:a="http://schemas.openxmlformats.org/drawingml/2006/main">
              <a:ext uri="{FF2B5EF4-FFF2-40B4-BE49-F238E27FC236}">
                <a16:creationId xmlns:a16="http://schemas.microsoft.com/office/drawing/2014/main" id="{61FB419C-9AF4-4FB8-9F4C-DAB516E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raining-right-port-2">
            <a:extLst xmlns:a="http://schemas.openxmlformats.org/drawingml/2006/main">
              <a:ext uri="{FF2B5EF4-FFF2-40B4-BE49-F238E27FC236}">
                <a16:creationId xmlns:a16="http://schemas.microsoft.com/office/drawing/2014/main" id="{475C5016-968B-4133-9F12-8311A1C6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raining-right-port-3">
            <a:extLst xmlns:a="http://schemas.openxmlformats.org/drawingml/2006/main">
              <a:ext uri="{FF2B5EF4-FFF2-40B4-BE49-F238E27FC236}">
                <a16:creationId xmlns:a16="http://schemas.microsoft.com/office/drawing/2014/main" id="{B2B93AF3-C261-48C0-AFDD-A4987135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9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enerator-meta-lane">
            <a:extLst xmlns:a="http://schemas.openxmlformats.org/drawingml/2006/main">
              <a:ext uri="{FF2B5EF4-FFF2-40B4-BE49-F238E27FC236}">
                <a16:creationId xmlns:a16="http://schemas.microsoft.com/office/drawing/2014/main" id="{B88B193F-FB2A-406E-887C-8828556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8196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5" name="implementor-meta-lane">
            <a:extLst xmlns:a="http://schemas.openxmlformats.org/drawingml/2006/main">
              <a:ext uri="{FF2B5EF4-FFF2-40B4-BE49-F238E27FC236}">
                <a16:creationId xmlns:a16="http://schemas.microsoft.com/office/drawing/2014/main" id="{EDCD0649-1461-4EAF-BD2A-3432595B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1980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6" name="rectifier-meta-lane">
            <a:extLst xmlns:a="http://schemas.openxmlformats.org/drawingml/2006/main">
              <a:ext uri="{FF2B5EF4-FFF2-40B4-BE49-F238E27FC236}">
                <a16:creationId xmlns:a16="http://schemas.microsoft.com/office/drawing/2014/main" id="{61988583-D14F-40CB-BB58-862EEAD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2199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7" name="genera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B4A91D3A-13A3-4CC6-8DC3-B555B29B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8" name="implemen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39D4B41C-0947-49C8-9918-28E1990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9" name="rectifier-meta-avatar-slot">
            <a:extLst xmlns:a="http://schemas.openxmlformats.org/drawingml/2006/main">
              <a:ext uri="{FF2B5EF4-FFF2-40B4-BE49-F238E27FC236}">
                <a16:creationId xmlns:a16="http://schemas.microsoft.com/office/drawing/2014/main" id="{6B762510-7015-48D3-B284-F66AFDD5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8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16200000" flipH="1">
            <a:off x="2038350" y="95250"/>
            <a:ext cx="13335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"/>
          <p:cNvCxnSpPr>
            <a:stCxn xmlns:a="http://schemas.openxmlformats.org/drawingml/2006/main" id="8" idx="6"/>
            <a:endCxn xmlns:a="http://schemas.openxmlformats.org/drawingml/2006/main" id="13" idx="1"/>
          </p:cNvCxnSpPr>
          <p:nvPr/>
        </p:nvCxnSpPr>
        <p:spPr>
          <a:xfrm xmlns:a="http://schemas.openxmlformats.org/drawingml/2006/main" rot="16200000" flipH="1">
            <a:off x="1704975" y="1114425"/>
            <a:ext cx="148590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9160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5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design-to-implement-marker">
            <a:extLst xmlns:a="http://schemas.openxmlformats.org/drawingml/2006/main">
              <a:ext uri="{FF2B5EF4-FFF2-40B4-BE49-F238E27FC236}">
                <a16:creationId xmlns:a16="http://schemas.microsoft.com/office/drawing/2014/main" id="{CEEFA713-D3EB-4B21-8840-3851C34C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6" name="implement-to-execution-marker">
            <a:extLst xmlns:a="http://schemas.openxmlformats.org/drawingml/2006/main">
              <a:ext uri="{FF2B5EF4-FFF2-40B4-BE49-F238E27FC236}">
                <a16:creationId xmlns:a16="http://schemas.microsoft.com/office/drawing/2014/main" id="{5030A42D-D3E8-4514-A742-32576E5F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7" name="execution-to-rectify-marker">
            <a:extLst xmlns:a="http://schemas.openxmlformats.org/drawingml/2006/main">
              <a:ext uri="{FF2B5EF4-FFF2-40B4-BE49-F238E27FC236}">
                <a16:creationId xmlns:a16="http://schemas.microsoft.com/office/drawing/2014/main" id="{4E7AA88D-1BCD-4009-B4B4-65CC00C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8" name="panel-a-to-tree-marker">
            <a:extLst xmlns:a="http://schemas.openxmlformats.org/drawingml/2006/main">
              <a:ext uri="{FF2B5EF4-FFF2-40B4-BE49-F238E27FC236}">
                <a16:creationId xmlns:a16="http://schemas.microsoft.com/office/drawing/2014/main" id="{100B3626-FAC1-417F-9929-E4B9A1D5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10" name=""/>
          <p:cNvCxnSpPr>
            <a:stCxn xmlns:a="http://schemas.openxmlformats.org/drawingml/2006/main" id="11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428750" y="3390900"/>
            <a:ext cx="190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"/>
          <p:cNvCxnSpPr>
            <a:stCxn xmlns:a="http://schemas.openxmlformats.org/drawingml/2006/main" id="53" idx="6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6686550" y="5400675"/>
            <a:ext cx="30099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"/>
          <p:cNvCxnSpPr>
            <a:stCxn xmlns:a="http://schemas.openxmlformats.org/drawingml/2006/main" id="59" idx="6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7924800" y="6429375"/>
            <a:ext cx="177165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"/>
          <p:cNvCxnSpPr>
            <a:stCxn xmlns:a="http://schemas.openxmlformats.org/drawingml/2006/main" id="67" idx="6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8458200" y="7753350"/>
            <a:ext cx="1238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" name="tree-to-generator-dataset-marker">
            <a:extLst xmlns:a="http://schemas.openxmlformats.org/drawingml/2006/main">
              <a:ext uri="{FF2B5EF4-FFF2-40B4-BE49-F238E27FC236}">
                <a16:creationId xmlns:a16="http://schemas.microsoft.com/office/drawing/2014/main" id="{0E6137FE-3AAE-4D9E-8568-F9AEE39F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04" name="tree-to-implementor-dataset-marker">
            <a:extLst xmlns:a="http://schemas.openxmlformats.org/drawingml/2006/main">
              <a:ext uri="{FF2B5EF4-FFF2-40B4-BE49-F238E27FC236}">
                <a16:creationId xmlns:a16="http://schemas.microsoft.com/office/drawing/2014/main" id="{17244C99-2617-4E22-8C4C-3419F02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3627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05" name="tree-to-rectifier-dataset-marker">
            <a:extLst xmlns:a="http://schemas.openxmlformats.org/drawingml/2006/main">
              <a:ext uri="{FF2B5EF4-FFF2-40B4-BE49-F238E27FC236}">
                <a16:creationId xmlns:a16="http://schemas.microsoft.com/office/drawing/2014/main" id="{3195DD10-BEDD-4852-9883-B9FE55F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5438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17" name=""/>
          <p:cNvCxnSpPr>
            <a:stCxn xmlns:a="http://schemas.openxmlformats.org/drawingml/2006/main" id="69" idx="3"/>
            <a:endCxn xmlns:a="http://schemas.openxmlformats.org/drawingml/2006/main" id="78" idx="2"/>
          </p:cNvCxnSpPr>
          <p:nvPr/>
        </p:nvCxnSpPr>
        <p:spPr>
          <a:xfrm xmlns:a="http://schemas.openxmlformats.org/drawingml/2006/main">
            <a:off x="11582400" y="5400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"/>
          <p:cNvCxnSpPr>
            <a:stCxn xmlns:a="http://schemas.openxmlformats.org/drawingml/2006/main" id="81" idx="6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2363450" y="53340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"/>
          <p:cNvCxnSpPr>
            <a:stCxn xmlns:a="http://schemas.openxmlformats.org/drawingml/2006/main" id="72" idx="3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11582400" y="65817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"/>
          <p:cNvCxnSpPr>
            <a:stCxn xmlns:a="http://schemas.openxmlformats.org/drawingml/2006/main" id="82" idx="6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2363450" y="6534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"/>
          <p:cNvCxnSpPr>
            <a:stCxn xmlns:a="http://schemas.openxmlformats.org/drawingml/2006/main" id="75" idx="3"/>
            <a:endCxn xmlns:a="http://schemas.openxmlformats.org/drawingml/2006/main" id="80" idx="2"/>
          </p:cNvCxnSpPr>
          <p:nvPr/>
        </p:nvCxnSpPr>
        <p:spPr>
          <a:xfrm xmlns:a="http://schemas.openxmlformats.org/drawingml/2006/main">
            <a:off x="11582400" y="7762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"/>
          <p:cNvCxnSpPr>
            <a:stCxn xmlns:a="http://schemas.openxmlformats.org/drawingml/2006/main" id="83" idx="6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2363450" y="77343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96878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FBDBFA90-312C-48AD-BB79-5C58625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7DA81FE7-C29B-41FE-9224-77F07683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C330ADB0-1EE5-4512-9579-E229EC9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AD029A7B-BBBD-4DB0-8784-F6C7A5C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871AAE51-A45E-45F9-9E15-B2EA029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F3DDB7BA-D703-4383-8C17-2C8CB92A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  <p:sp>
        <p:nvSpPr>
          <p:cNvPr id="7" name="task-query-bar">
            <a:extLst xmlns:a="http://schemas.openxmlformats.org/drawingml/2006/main">
              <a:ext uri="{FF2B5EF4-FFF2-40B4-BE49-F238E27FC236}">
                <a16:creationId xmlns:a16="http://schemas.microsoft.com/office/drawing/2014/main" id="{726F2263-854E-4F6C-AF4E-B383A885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"/>
            <a:ext cx="12001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generator-agent-slot">
            <a:extLst xmlns:a="http://schemas.openxmlformats.org/drawingml/2006/main">
              <a:ext uri="{FF2B5EF4-FFF2-40B4-BE49-F238E27FC236}">
                <a16:creationId xmlns:a16="http://schemas.microsoft.com/office/drawing/2014/main" id="{073284AC-01F1-43F7-A33A-8C7407A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" name="implementor-agent-slot">
            <a:extLst xmlns:a="http://schemas.openxmlformats.org/drawingml/2006/main">
              <a:ext uri="{FF2B5EF4-FFF2-40B4-BE49-F238E27FC236}">
                <a16:creationId xmlns:a16="http://schemas.microsoft.com/office/drawing/2014/main" id="{D5084E15-4B8C-45FB-AA75-66FA2FF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rectifier-agent-slot">
            <a:extLst xmlns:a="http://schemas.openxmlformats.org/drawingml/2006/main">
              <a:ext uri="{FF2B5EF4-FFF2-40B4-BE49-F238E27FC236}">
                <a16:creationId xmlns:a16="http://schemas.microsoft.com/office/drawing/2014/main" id="{E11CE755-923B-4C9E-A99D-12952C0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agent-cluster-hub">
            <a:extLst xmlns:a="http://schemas.openxmlformats.org/drawingml/2006/main">
              <a:ext uri="{FF2B5EF4-FFF2-40B4-BE49-F238E27FC236}">
                <a16:creationId xmlns:a16="http://schemas.microsoft.com/office/drawing/2014/main" id="{FFBC7914-E71D-4D89-8D1F-DB467E9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design-stage-ghost-frame">
            <a:extLst xmlns:a="http://schemas.openxmlformats.org/drawingml/2006/main">
              <a:ext uri="{FF2B5EF4-FFF2-40B4-BE49-F238E27FC236}">
                <a16:creationId xmlns:a16="http://schemas.microsoft.com/office/drawing/2014/main" id="{3C474C26-79AB-484B-81D0-FB3897FB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0175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3" name="design-stage-frame">
            <a:extLst xmlns:a="http://schemas.openxmlformats.org/drawingml/2006/main">
              <a:ext uri="{FF2B5EF4-FFF2-40B4-BE49-F238E27FC236}">
                <a16:creationId xmlns:a16="http://schemas.microsoft.com/office/drawing/2014/main" id="{6F436AA4-9015-4B59-BCE7-97A81AE3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DF18B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4" name="implement-stage-ghost-frame">
            <a:extLst xmlns:a="http://schemas.openxmlformats.org/drawingml/2006/main">
              <a:ext uri="{FF2B5EF4-FFF2-40B4-BE49-F238E27FC236}">
                <a16:creationId xmlns:a16="http://schemas.microsoft.com/office/drawing/2014/main" id="{CA18FF1F-2A6E-4411-98F0-C782B65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0175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5" name="implement-stage-frame">
            <a:extLst xmlns:a="http://schemas.openxmlformats.org/drawingml/2006/main">
              <a:ext uri="{FF2B5EF4-FFF2-40B4-BE49-F238E27FC236}">
                <a16:creationId xmlns:a16="http://schemas.microsoft.com/office/drawing/2014/main" id="{DA094EB5-4A70-43F3-A38D-75F4C1AA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9DDA84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6" name="execution-stage-ghost-frame">
            <a:extLst xmlns:a="http://schemas.openxmlformats.org/drawingml/2006/main">
              <a:ext uri="{FF2B5EF4-FFF2-40B4-BE49-F238E27FC236}">
                <a16:creationId xmlns:a16="http://schemas.microsoft.com/office/drawing/2014/main" id="{ED1FDB80-8132-4CD1-BA0E-76749CB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0175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7" name="execution-stage-frame">
            <a:extLst xmlns:a="http://schemas.openxmlformats.org/drawingml/2006/main">
              <a:ext uri="{FF2B5EF4-FFF2-40B4-BE49-F238E27FC236}">
                <a16:creationId xmlns:a16="http://schemas.microsoft.com/office/drawing/2014/main" id="{59A635C8-A222-473D-9C35-8F82122E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71600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43A8A7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8" name="rectify-stage-ghost-frame">
            <a:extLst xmlns:a="http://schemas.openxmlformats.org/drawingml/2006/main">
              <a:ext uri="{FF2B5EF4-FFF2-40B4-BE49-F238E27FC236}">
                <a16:creationId xmlns:a16="http://schemas.microsoft.com/office/drawing/2014/main" id="{957ACDD3-0C2A-4915-90E0-0B34F51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400175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9" name="rectify-stage-frame">
            <a:extLst xmlns:a="http://schemas.openxmlformats.org/drawingml/2006/main">
              <a:ext uri="{FF2B5EF4-FFF2-40B4-BE49-F238E27FC236}">
                <a16:creationId xmlns:a16="http://schemas.microsoft.com/office/drawing/2014/main" id="{3D5EC7B5-4297-4F7D-8719-FAFFE1A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369B9D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20" name="design-avatar-slot">
            <a:extLst xmlns:a="http://schemas.openxmlformats.org/drawingml/2006/main">
              <a:ext uri="{FF2B5EF4-FFF2-40B4-BE49-F238E27FC236}">
                <a16:creationId xmlns:a16="http://schemas.microsoft.com/office/drawing/2014/main" id="{7FEEDDA4-BC41-48A5-85EB-9AA4C5E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1" name="implement-avatar-slot">
            <a:extLst xmlns:a="http://schemas.openxmlformats.org/drawingml/2006/main">
              <a:ext uri="{FF2B5EF4-FFF2-40B4-BE49-F238E27FC236}">
                <a16:creationId xmlns:a16="http://schemas.microsoft.com/office/drawing/2014/main" id="{BA164777-22C7-466D-A23C-19382C2A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2" name="execution-avatar-slot">
            <a:extLst xmlns:a="http://schemas.openxmlformats.org/drawingml/2006/main">
              <a:ext uri="{FF2B5EF4-FFF2-40B4-BE49-F238E27FC236}">
                <a16:creationId xmlns:a16="http://schemas.microsoft.com/office/drawing/2014/main" id="{AE8C0055-544E-45A4-95EB-860C458A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3" name="rectify-avatar-slot">
            <a:extLst xmlns:a="http://schemas.openxmlformats.org/drawingml/2006/main">
              <a:ext uri="{FF2B5EF4-FFF2-40B4-BE49-F238E27FC236}">
                <a16:creationId xmlns:a16="http://schemas.microsoft.com/office/drawing/2014/main" id="{B2EA70D5-15D2-4A71-855B-ACDDA60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4" name="design-net-1">
            <a:extLst xmlns:a="http://schemas.openxmlformats.org/drawingml/2006/main">
              <a:ext uri="{FF2B5EF4-FFF2-40B4-BE49-F238E27FC236}">
                <a16:creationId xmlns:a16="http://schemas.microsoft.com/office/drawing/2014/main" id="{07230364-A32F-4FE5-84E6-F4594725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5" name="design-net-2">
            <a:extLst xmlns:a="http://schemas.openxmlformats.org/drawingml/2006/main">
              <a:ext uri="{FF2B5EF4-FFF2-40B4-BE49-F238E27FC236}">
                <a16:creationId xmlns:a16="http://schemas.microsoft.com/office/drawing/2014/main" id="{E654952E-AA6E-46DC-B76A-F30F6168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6" name="design-net-3">
            <a:extLst xmlns:a="http://schemas.openxmlformats.org/drawingml/2006/main">
              <a:ext uri="{FF2B5EF4-FFF2-40B4-BE49-F238E27FC236}">
                <a16:creationId xmlns:a16="http://schemas.microsoft.com/office/drawing/2014/main" id="{56260F9C-C985-464E-B8C9-1D336F74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7" name="design-net-4">
            <a:extLst xmlns:a="http://schemas.openxmlformats.org/drawingml/2006/main">
              <a:ext uri="{FF2B5EF4-FFF2-40B4-BE49-F238E27FC236}">
                <a16:creationId xmlns:a16="http://schemas.microsoft.com/office/drawing/2014/main" id="{BAA4C1D7-7C4C-4250-97C2-FFF089D3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8" name="execution-node-1">
            <a:extLst xmlns:a="http://schemas.openxmlformats.org/drawingml/2006/main">
              <a:ext uri="{FF2B5EF4-FFF2-40B4-BE49-F238E27FC236}">
                <a16:creationId xmlns:a16="http://schemas.microsoft.com/office/drawing/2014/main" id="{2F311E41-723B-4CC8-8DD0-0ACF389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execution-node-2">
            <a:extLst xmlns:a="http://schemas.openxmlformats.org/drawingml/2006/main">
              <a:ext uri="{FF2B5EF4-FFF2-40B4-BE49-F238E27FC236}">
                <a16:creationId xmlns:a16="http://schemas.microsoft.com/office/drawing/2014/main" id="{2A6306F7-4577-4054-96F2-9CD3A68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execution-node-3">
            <a:extLst xmlns:a="http://schemas.openxmlformats.org/drawingml/2006/main">
              <a:ext uri="{FF2B5EF4-FFF2-40B4-BE49-F238E27FC236}">
                <a16:creationId xmlns:a16="http://schemas.microsoft.com/office/drawing/2014/main" id="{279FECAE-92B3-40B7-9EE3-958453F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implement-net-1">
            <a:extLst xmlns:a="http://schemas.openxmlformats.org/drawingml/2006/main">
              <a:ext uri="{FF2B5EF4-FFF2-40B4-BE49-F238E27FC236}">
                <a16:creationId xmlns:a16="http://schemas.microsoft.com/office/drawing/2014/main" id="{2622D6D6-13F7-48A3-8A3D-2AD6D688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implement-net-2">
            <a:extLst xmlns:a="http://schemas.openxmlformats.org/drawingml/2006/main">
              <a:ext uri="{FF2B5EF4-FFF2-40B4-BE49-F238E27FC236}">
                <a16:creationId xmlns:a16="http://schemas.microsoft.com/office/drawing/2014/main" id="{36D607D7-C1A7-4986-A559-9C67DAA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implement-net-3">
            <a:extLst xmlns:a="http://schemas.openxmlformats.org/drawingml/2006/main">
              <a:ext uri="{FF2B5EF4-FFF2-40B4-BE49-F238E27FC236}">
                <a16:creationId xmlns:a16="http://schemas.microsoft.com/office/drawing/2014/main" id="{FFE3C02C-F008-465F-8EC6-0E55299B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implement-net-4">
            <a:extLst xmlns:a="http://schemas.openxmlformats.org/drawingml/2006/main">
              <a:ext uri="{FF2B5EF4-FFF2-40B4-BE49-F238E27FC236}">
                <a16:creationId xmlns:a16="http://schemas.microsoft.com/office/drawing/2014/main" id="{8E246E74-23CA-4114-9155-7DC5C42E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rectify-chain-1">
            <a:extLst xmlns:a="http://schemas.openxmlformats.org/drawingml/2006/main">
              <a:ext uri="{FF2B5EF4-FFF2-40B4-BE49-F238E27FC236}">
                <a16:creationId xmlns:a16="http://schemas.microsoft.com/office/drawing/2014/main" id="{D1BE2462-B28F-491A-BAE1-626A8B0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6" name="rectify-chain-2">
            <a:extLst xmlns:a="http://schemas.openxmlformats.org/drawingml/2006/main">
              <a:ext uri="{FF2B5EF4-FFF2-40B4-BE49-F238E27FC236}">
                <a16:creationId xmlns:a16="http://schemas.microsoft.com/office/drawing/2014/main" id="{BC4021CE-6539-4D69-8A19-C1250658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90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rectify-chain-3">
            <a:extLst xmlns:a="http://schemas.openxmlformats.org/drawingml/2006/main">
              <a:ext uri="{FF2B5EF4-FFF2-40B4-BE49-F238E27FC236}">
                <a16:creationId xmlns:a16="http://schemas.microsoft.com/office/drawing/2014/main" id="{18EDC132-5B79-4BCE-A55A-8173D559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8" name="stage-port-1">
            <a:extLst xmlns:a="http://schemas.openxmlformats.org/drawingml/2006/main">
              <a:ext uri="{FF2B5EF4-FFF2-40B4-BE49-F238E27FC236}">
                <a16:creationId xmlns:a16="http://schemas.microsoft.com/office/drawing/2014/main" id="{1F59818A-F697-40F4-B167-E0308621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9" name="stage-port-2">
            <a:extLst xmlns:a="http://schemas.openxmlformats.org/drawingml/2006/main">
              <a:ext uri="{FF2B5EF4-FFF2-40B4-BE49-F238E27FC236}">
                <a16:creationId xmlns:a16="http://schemas.microsoft.com/office/drawing/2014/main" id="{4201A03C-842D-4AF6-AB15-F97F2D87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0" name="stage-port-3">
            <a:extLst xmlns:a="http://schemas.openxmlformats.org/drawingml/2006/main">
              <a:ext uri="{FF2B5EF4-FFF2-40B4-BE49-F238E27FC236}">
                <a16:creationId xmlns:a16="http://schemas.microsoft.com/office/drawing/2014/main" id="{E4B6965A-3F2A-49A0-A311-D1DA0C6E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1" name="stage-port-4">
            <a:extLst xmlns:a="http://schemas.openxmlformats.org/drawingml/2006/main">
              <a:ext uri="{FF2B5EF4-FFF2-40B4-BE49-F238E27FC236}">
                <a16:creationId xmlns:a16="http://schemas.microsoft.com/office/drawing/2014/main" id="{00B33407-C1D5-4EDF-A0CD-58DE1169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2" name="stage-port-5">
            <a:extLst xmlns:a="http://schemas.openxmlformats.org/drawingml/2006/main">
              <a:ext uri="{FF2B5EF4-FFF2-40B4-BE49-F238E27FC236}">
                <a16:creationId xmlns:a16="http://schemas.microsoft.com/office/drawing/2014/main" id="{5E6DE333-E330-461D-975B-3264845A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3" name="stage-port-6">
            <a:extLst xmlns:a="http://schemas.openxmlformats.org/drawingml/2006/main">
              <a:ext uri="{FF2B5EF4-FFF2-40B4-BE49-F238E27FC236}">
                <a16:creationId xmlns:a16="http://schemas.microsoft.com/office/drawing/2014/main" id="{B55CAFCF-4399-4705-913C-DF324EE6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4" name="stage-port-7">
            <a:extLst xmlns:a="http://schemas.openxmlformats.org/drawingml/2006/main">
              <a:ext uri="{FF2B5EF4-FFF2-40B4-BE49-F238E27FC236}">
                <a16:creationId xmlns:a16="http://schemas.microsoft.com/office/drawing/2014/main" id="{DE6B70F4-9107-4183-B35C-A3691D0C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5" name="stage-port-8">
            <a:extLst xmlns:a="http://schemas.openxmlformats.org/drawingml/2006/main">
              <a:ext uri="{FF2B5EF4-FFF2-40B4-BE49-F238E27FC236}">
                <a16:creationId xmlns:a16="http://schemas.microsoft.com/office/drawing/2014/main" id="{73464B63-DA40-4F6D-A449-8653E2C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6" name="tree-band-template">
            <a:extLst xmlns:a="http://schemas.openxmlformats.org/drawingml/2006/main">
              <a:ext uri="{FF2B5EF4-FFF2-40B4-BE49-F238E27FC236}">
                <a16:creationId xmlns:a16="http://schemas.microsoft.com/office/drawing/2014/main" id="{83A3ADE7-EB3C-4A2F-816A-B1D0ADC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577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ree-band-implementation">
            <a:extLst xmlns:a="http://schemas.openxmlformats.org/drawingml/2006/main">
              <a:ext uri="{FF2B5EF4-FFF2-40B4-BE49-F238E27FC236}">
                <a16:creationId xmlns:a16="http://schemas.microsoft.com/office/drawing/2014/main" id="{BE75C39C-7194-4C3B-8FC9-F9BAC3CF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708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ree-band-rectification">
            <a:extLst xmlns:a="http://schemas.openxmlformats.org/drawingml/2006/main">
              <a:ext uri="{FF2B5EF4-FFF2-40B4-BE49-F238E27FC236}">
                <a16:creationId xmlns:a16="http://schemas.microsoft.com/office/drawing/2014/main" id="{9EEA842E-F09E-472F-88B7-9D30AFC2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8134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ward-band">
            <a:extLst xmlns:a="http://schemas.openxmlformats.org/drawingml/2006/main">
              <a:ext uri="{FF2B5EF4-FFF2-40B4-BE49-F238E27FC236}">
                <a16:creationId xmlns:a16="http://schemas.microsoft.com/office/drawing/2014/main" id="{86948230-2D3B-453A-8444-9907A124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153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ree-query-root">
            <a:extLst xmlns:a="http://schemas.openxmlformats.org/drawingml/2006/main">
              <a:ext uri="{FF2B5EF4-FFF2-40B4-BE49-F238E27FC236}">
                <a16:creationId xmlns:a16="http://schemas.microsoft.com/office/drawing/2014/main" id="{DBC30D0D-DC72-4B77-938C-5D8E5E50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51" name="tree-template-1">
            <a:extLst xmlns:a="http://schemas.openxmlformats.org/drawingml/2006/main">
              <a:ext uri="{FF2B5EF4-FFF2-40B4-BE49-F238E27FC236}">
                <a16:creationId xmlns:a16="http://schemas.microsoft.com/office/drawing/2014/main" id="{EFEDF55F-5CF4-40D2-A7A4-433F89EA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2" name="tree-template-2">
            <a:extLst xmlns:a="http://schemas.openxmlformats.org/drawingml/2006/main">
              <a:ext uri="{FF2B5EF4-FFF2-40B4-BE49-F238E27FC236}">
                <a16:creationId xmlns:a16="http://schemas.microsoft.com/office/drawing/2014/main" id="{AACA864D-B62E-4FC9-B660-A5B9E5E7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3" name="tree-template-3">
            <a:extLst xmlns:a="http://schemas.openxmlformats.org/drawingml/2006/main">
              <a:ext uri="{FF2B5EF4-FFF2-40B4-BE49-F238E27FC236}">
                <a16:creationId xmlns:a16="http://schemas.microsoft.com/office/drawing/2014/main" id="{E197A0B3-620F-4C57-842D-04077E49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4" name="tree-implementation-1">
            <a:extLst xmlns:a="http://schemas.openxmlformats.org/drawingml/2006/main">
              <a:ext uri="{FF2B5EF4-FFF2-40B4-BE49-F238E27FC236}">
                <a16:creationId xmlns:a16="http://schemas.microsoft.com/office/drawing/2014/main" id="{E0257865-9F6F-405C-8474-0A7091D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5" name="tree-implementation-2">
            <a:extLst xmlns:a="http://schemas.openxmlformats.org/drawingml/2006/main">
              <a:ext uri="{FF2B5EF4-FFF2-40B4-BE49-F238E27FC236}">
                <a16:creationId xmlns:a16="http://schemas.microsoft.com/office/drawing/2014/main" id="{EAD28BB6-1CC7-4210-B926-4619DCAB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6" name="tree-implementation-3">
            <a:extLst xmlns:a="http://schemas.openxmlformats.org/drawingml/2006/main">
              <a:ext uri="{FF2B5EF4-FFF2-40B4-BE49-F238E27FC236}">
                <a16:creationId xmlns:a16="http://schemas.microsoft.com/office/drawing/2014/main" id="{7C581D28-22CB-42F7-B4AA-4AF2E3B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7" name="tree-implementation-4">
            <a:extLst xmlns:a="http://schemas.openxmlformats.org/drawingml/2006/main">
              <a:ext uri="{FF2B5EF4-FFF2-40B4-BE49-F238E27FC236}">
                <a16:creationId xmlns:a16="http://schemas.microsoft.com/office/drawing/2014/main" id="{E5BEB0F0-6C3B-4627-A4A7-018D6CBB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8" name="tree-implementation-5">
            <a:extLst xmlns:a="http://schemas.openxmlformats.org/drawingml/2006/main">
              <a:ext uri="{FF2B5EF4-FFF2-40B4-BE49-F238E27FC236}">
                <a16:creationId xmlns:a16="http://schemas.microsoft.com/office/drawing/2014/main" id="{7AA3580F-5EF9-41F3-A463-1700BB30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9" name="tree-implementation-6">
            <a:extLst xmlns:a="http://schemas.openxmlformats.org/drawingml/2006/main">
              <a:ext uri="{FF2B5EF4-FFF2-40B4-BE49-F238E27FC236}">
                <a16:creationId xmlns:a16="http://schemas.microsoft.com/office/drawing/2014/main" id="{23A99510-F68B-4C0F-AAF9-7100D39E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0" name="tree-rectification-1">
            <a:extLst xmlns:a="http://schemas.openxmlformats.org/drawingml/2006/main">
              <a:ext uri="{FF2B5EF4-FFF2-40B4-BE49-F238E27FC236}">
                <a16:creationId xmlns:a16="http://schemas.microsoft.com/office/drawing/2014/main" id="{29FF7DEE-B93A-42DC-9FFE-A6D97E5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1" name="tree-rectification-2">
            <a:extLst xmlns:a="http://schemas.openxmlformats.org/drawingml/2006/main">
              <a:ext uri="{FF2B5EF4-FFF2-40B4-BE49-F238E27FC236}">
                <a16:creationId xmlns:a16="http://schemas.microsoft.com/office/drawing/2014/main" id="{02000289-D9EE-4011-A922-4563F39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2" name="tree-rectification-3">
            <a:extLst xmlns:a="http://schemas.openxmlformats.org/drawingml/2006/main">
              <a:ext uri="{FF2B5EF4-FFF2-40B4-BE49-F238E27FC236}">
                <a16:creationId xmlns:a16="http://schemas.microsoft.com/office/drawing/2014/main" id="{CCA0D5D2-4516-4D9D-9B4C-85648B5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3" name="tree-rectification-4">
            <a:extLst xmlns:a="http://schemas.openxmlformats.org/drawingml/2006/main">
              <a:ext uri="{FF2B5EF4-FFF2-40B4-BE49-F238E27FC236}">
                <a16:creationId xmlns:a16="http://schemas.microsoft.com/office/drawing/2014/main" id="{47570530-C585-4E06-8623-F7D4C404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4" name="tree-rectification-5">
            <a:extLst xmlns:a="http://schemas.openxmlformats.org/drawingml/2006/main">
              <a:ext uri="{FF2B5EF4-FFF2-40B4-BE49-F238E27FC236}">
                <a16:creationId xmlns:a16="http://schemas.microsoft.com/office/drawing/2014/main" id="{B22BB815-4640-42B3-8662-647B69A0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5" name="tree-rectification-6">
            <a:extLst xmlns:a="http://schemas.openxmlformats.org/drawingml/2006/main">
              <a:ext uri="{FF2B5EF4-FFF2-40B4-BE49-F238E27FC236}">
                <a16:creationId xmlns:a16="http://schemas.microsoft.com/office/drawing/2014/main" id="{C3A20F59-BFE1-4773-9772-449CA0C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6" name="tree-rectification-7">
            <a:extLst xmlns:a="http://schemas.openxmlformats.org/drawingml/2006/main">
              <a:ext uri="{FF2B5EF4-FFF2-40B4-BE49-F238E27FC236}">
                <a16:creationId xmlns:a16="http://schemas.microsoft.com/office/drawing/2014/main" id="{1BB43BE0-583C-4DEC-80B5-32AC700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7" name="tree-rectification-8">
            <a:extLst xmlns:a="http://schemas.openxmlformats.org/drawingml/2006/main">
              <a:ext uri="{FF2B5EF4-FFF2-40B4-BE49-F238E27FC236}">
                <a16:creationId xmlns:a16="http://schemas.microsoft.com/office/drawing/2014/main" id="{F8E68BFB-B5CF-4424-A994-DB41D47F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8" name="genera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DC948B4B-B1A5-4BFB-A9F5-C4015633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245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D70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9" name="genera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5404DCA9-DFCE-4BDB-9E13-90AF83F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0" name="genera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2383DD5D-4E24-4572-B838-C5782182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B1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1" name="implemen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403364F7-18D8-41B4-8D05-F39562E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E6D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2" name="implemen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E1CC2E2C-801A-4279-B564-69998BC7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246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3" name="implemen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7FAFABAC-0156-4B73-B7C9-880FA3BE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8AA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4" name="rectifie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1FEEA5B3-CA26-42B1-91E1-F8A429E3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867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A8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5" name="rectifie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3563E0F2-BD7B-435F-8790-E92BBF1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057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6" name="rectifier-dataset-top-face">
            <a:extLst xmlns:a="http://schemas.openxmlformats.org/drawingml/2006/main">
              <a:ext uri="{FF2B5EF4-FFF2-40B4-BE49-F238E27FC236}">
                <a16:creationId xmlns:a16="http://schemas.microsoft.com/office/drawing/2014/main" id="{E87A73CD-4EAC-4AD0-B176-CAB7FF50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723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C5C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7" name="specialized-training">
            <a:extLst xmlns:a="http://schemas.openxmlformats.org/drawingml/2006/main">
              <a:ext uri="{FF2B5EF4-FFF2-40B4-BE49-F238E27FC236}">
                <a16:creationId xmlns:a16="http://schemas.microsoft.com/office/drawing/2014/main" id="{52519839-C45A-414B-A03F-5CF97B3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9650"/>
            <a:ext cx="533400" cy="35433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ADB7"/>
          </a:solidFill>
          <a:ln xmlns:a="http://schemas.openxmlformats.org/drawingml/2006/main" w="20955">
            <a:solidFill>
              <a:srgbClr val="8B555D"/>
            </a:solidFill>
            <a:prstDash val="solid"/>
          </a:ln>
        </p:spPr>
      </p:sp>
      <p:sp>
        <p:nvSpPr>
          <p:cNvPr id="78" name="training-left-port-1">
            <a:extLst xmlns:a="http://schemas.openxmlformats.org/drawingml/2006/main">
              <a:ext uri="{FF2B5EF4-FFF2-40B4-BE49-F238E27FC236}">
                <a16:creationId xmlns:a16="http://schemas.microsoft.com/office/drawing/2014/main" id="{76F0076D-7D6D-42B8-BBB0-F82BB5D9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raining-left-port-2">
            <a:extLst xmlns:a="http://schemas.openxmlformats.org/drawingml/2006/main">
              <a:ext uri="{FF2B5EF4-FFF2-40B4-BE49-F238E27FC236}">
                <a16:creationId xmlns:a16="http://schemas.microsoft.com/office/drawing/2014/main" id="{9AF592B9-891A-4D6C-BE3E-15575BF8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4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raining-left-port-3">
            <a:extLst xmlns:a="http://schemas.openxmlformats.org/drawingml/2006/main">
              <a:ext uri="{FF2B5EF4-FFF2-40B4-BE49-F238E27FC236}">
                <a16:creationId xmlns:a16="http://schemas.microsoft.com/office/drawing/2014/main" id="{C75A32A2-2F58-4118-A6E2-5946B146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72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raining-right-port-1">
            <a:extLst xmlns:a="http://schemas.openxmlformats.org/drawingml/2006/main">
              <a:ext uri="{FF2B5EF4-FFF2-40B4-BE49-F238E27FC236}">
                <a16:creationId xmlns:a16="http://schemas.microsoft.com/office/drawing/2014/main" id="{2356F9F7-AE05-420D-85E3-9FBC53A3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raining-right-port-2">
            <a:extLst xmlns:a="http://schemas.openxmlformats.org/drawingml/2006/main">
              <a:ext uri="{FF2B5EF4-FFF2-40B4-BE49-F238E27FC236}">
                <a16:creationId xmlns:a16="http://schemas.microsoft.com/office/drawing/2014/main" id="{8490FD22-3274-4C4D-B229-CC3DAAD5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raining-right-port-3">
            <a:extLst xmlns:a="http://schemas.openxmlformats.org/drawingml/2006/main">
              <a:ext uri="{FF2B5EF4-FFF2-40B4-BE49-F238E27FC236}">
                <a16:creationId xmlns:a16="http://schemas.microsoft.com/office/drawing/2014/main" id="{5CFDE392-A632-4763-82C7-0ADD679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9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enerator-meta-lane">
            <a:extLst xmlns:a="http://schemas.openxmlformats.org/drawingml/2006/main">
              <a:ext uri="{FF2B5EF4-FFF2-40B4-BE49-F238E27FC236}">
                <a16:creationId xmlns:a16="http://schemas.microsoft.com/office/drawing/2014/main" id="{BB96B0F9-C1EA-425A-8577-95E4BCE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8196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5" name="implementor-meta-lane">
            <a:extLst xmlns:a="http://schemas.openxmlformats.org/drawingml/2006/main">
              <a:ext uri="{FF2B5EF4-FFF2-40B4-BE49-F238E27FC236}">
                <a16:creationId xmlns:a16="http://schemas.microsoft.com/office/drawing/2014/main" id="{CF674B91-BA50-4195-AC02-EB759196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1980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6" name="rectifier-meta-lane">
            <a:extLst xmlns:a="http://schemas.openxmlformats.org/drawingml/2006/main">
              <a:ext uri="{FF2B5EF4-FFF2-40B4-BE49-F238E27FC236}">
                <a16:creationId xmlns:a16="http://schemas.microsoft.com/office/drawing/2014/main" id="{A5FCAE46-DF2F-4761-8EAA-9C66B7CE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2199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7" name="genera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A49F48A6-D8C6-4583-BA30-77D3E7E8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8" name="implemen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5EA5DC9F-C6D3-4583-93A9-2C6F56C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9" name="rectifier-meta-avatar-slot">
            <a:extLst xmlns:a="http://schemas.openxmlformats.org/drawingml/2006/main">
              <a:ext uri="{FF2B5EF4-FFF2-40B4-BE49-F238E27FC236}">
                <a16:creationId xmlns:a16="http://schemas.microsoft.com/office/drawing/2014/main" id="{8F9E3EE3-43C4-4E0C-8365-FA79413B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8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16200000" flipH="1">
            <a:off x="2038350" y="95250"/>
            <a:ext cx="13335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" name=""/>
          <p:cNvCxnSpPr>
            <a:stCxn xmlns:a="http://schemas.openxmlformats.org/drawingml/2006/main" id="8" idx="6"/>
            <a:endCxn xmlns:a="http://schemas.openxmlformats.org/drawingml/2006/main" id="13" idx="1"/>
          </p:cNvCxnSpPr>
          <p:nvPr/>
        </p:nvCxnSpPr>
        <p:spPr>
          <a:xfrm xmlns:a="http://schemas.openxmlformats.org/drawingml/2006/main" rot="16200000" flipH="1">
            <a:off x="1704975" y="1114425"/>
            <a:ext cx="148590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9160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design-to-implement-marker">
            <a:extLst xmlns:a="http://schemas.openxmlformats.org/drawingml/2006/main">
              <a:ext uri="{FF2B5EF4-FFF2-40B4-BE49-F238E27FC236}">
                <a16:creationId xmlns:a16="http://schemas.microsoft.com/office/drawing/2014/main" id="{4CE02465-5614-4553-A9D7-6B80761F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6" name="implement-to-execution-marker">
            <a:extLst xmlns:a="http://schemas.openxmlformats.org/drawingml/2006/main">
              <a:ext uri="{FF2B5EF4-FFF2-40B4-BE49-F238E27FC236}">
                <a16:creationId xmlns:a16="http://schemas.microsoft.com/office/drawing/2014/main" id="{3576B865-09EB-4CAA-8810-74C4876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7" name="execution-to-rectify-marker">
            <a:extLst xmlns:a="http://schemas.openxmlformats.org/drawingml/2006/main">
              <a:ext uri="{FF2B5EF4-FFF2-40B4-BE49-F238E27FC236}">
                <a16:creationId xmlns:a16="http://schemas.microsoft.com/office/drawing/2014/main" id="{1888338D-48E9-425D-80E0-1C892854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8" name="panel-a-to-tree-marker">
            <a:extLst xmlns:a="http://schemas.openxmlformats.org/drawingml/2006/main">
              <a:ext uri="{FF2B5EF4-FFF2-40B4-BE49-F238E27FC236}">
                <a16:creationId xmlns:a16="http://schemas.microsoft.com/office/drawing/2014/main" id="{46393D11-AC3E-4406-9349-061E309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11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428750" y="3390900"/>
            <a:ext cx="190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"/>
          <p:cNvCxnSpPr>
            <a:stCxn xmlns:a="http://schemas.openxmlformats.org/drawingml/2006/main" id="53" idx="6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6686550" y="5400675"/>
            <a:ext cx="30099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" name=""/>
          <p:cNvCxnSpPr>
            <a:stCxn xmlns:a="http://schemas.openxmlformats.org/drawingml/2006/main" id="59" idx="6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7924800" y="6429375"/>
            <a:ext cx="177165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" name=""/>
          <p:cNvCxnSpPr>
            <a:stCxn xmlns:a="http://schemas.openxmlformats.org/drawingml/2006/main" id="67" idx="6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8458200" y="7753350"/>
            <a:ext cx="1238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" name="tree-to-generator-dataset-marker">
            <a:extLst xmlns:a="http://schemas.openxmlformats.org/drawingml/2006/main">
              <a:ext uri="{FF2B5EF4-FFF2-40B4-BE49-F238E27FC236}">
                <a16:creationId xmlns:a16="http://schemas.microsoft.com/office/drawing/2014/main" id="{37D53EB2-3971-44FE-A0E5-5DD2655E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04" name="tree-to-implementor-dataset-marker">
            <a:extLst xmlns:a="http://schemas.openxmlformats.org/drawingml/2006/main">
              <a:ext uri="{FF2B5EF4-FFF2-40B4-BE49-F238E27FC236}">
                <a16:creationId xmlns:a16="http://schemas.microsoft.com/office/drawing/2014/main" id="{44899C30-F241-4EA6-8EE3-F83660F3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3627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05" name="tree-to-rectifier-dataset-marker">
            <a:extLst xmlns:a="http://schemas.openxmlformats.org/drawingml/2006/main">
              <a:ext uri="{FF2B5EF4-FFF2-40B4-BE49-F238E27FC236}">
                <a16:creationId xmlns:a16="http://schemas.microsoft.com/office/drawing/2014/main" id="{733C662F-346A-4BFE-BAFC-855D265A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5438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9" idx="3"/>
            <a:endCxn xmlns:a="http://schemas.openxmlformats.org/drawingml/2006/main" id="78" idx="2"/>
          </p:cNvCxnSpPr>
          <p:nvPr/>
        </p:nvCxnSpPr>
        <p:spPr>
          <a:xfrm xmlns:a="http://schemas.openxmlformats.org/drawingml/2006/main">
            <a:off x="11582400" y="5400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"/>
          <p:cNvCxnSpPr>
            <a:stCxn xmlns:a="http://schemas.openxmlformats.org/drawingml/2006/main" id="81" idx="6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2363450" y="53340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"/>
          <p:cNvCxnSpPr>
            <a:stCxn xmlns:a="http://schemas.openxmlformats.org/drawingml/2006/main" id="72" idx="3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11582400" y="65817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"/>
          <p:cNvCxnSpPr>
            <a:stCxn xmlns:a="http://schemas.openxmlformats.org/drawingml/2006/main" id="82" idx="6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2363450" y="6534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"/>
          <p:cNvCxnSpPr>
            <a:stCxn xmlns:a="http://schemas.openxmlformats.org/drawingml/2006/main" id="75" idx="3"/>
            <a:endCxn xmlns:a="http://schemas.openxmlformats.org/drawingml/2006/main" id="80" idx="2"/>
          </p:cNvCxnSpPr>
          <p:nvPr/>
        </p:nvCxnSpPr>
        <p:spPr>
          <a:xfrm xmlns:a="http://schemas.openxmlformats.org/drawingml/2006/main">
            <a:off x="11582400" y="7762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"/>
          <p:cNvCxnSpPr>
            <a:stCxn xmlns:a="http://schemas.openxmlformats.org/drawingml/2006/main" id="83" idx="6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2363450" y="77343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" name=""/>
          <p:cNvCxnSpPr>
            <a:stCxn xmlns:a="http://schemas.openxmlformats.org/drawingml/2006/main" id="8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 rot="5400000">
            <a:off x="638175" y="1514475"/>
            <a:ext cx="952500" cy="66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65" name=""/>
          <p:cNvCxnSpPr>
            <a:stCxn xmlns:a="http://schemas.openxmlformats.org/drawingml/2006/main" id="8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 rot="16200000" flipH="1">
            <a:off x="1276350" y="1543050"/>
            <a:ext cx="952500" cy="609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66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123950" y="2667000"/>
            <a:ext cx="590550" cy="0"/>
          </a:xfrm>
          <a:prstGeom xmlns:a="http://schemas.openxmlformats.org/drawingml/2006/main" prst="curvedConnector2">
            <a:avLst/>
          </a:prstGeom>
          <a:ln xmlns:a="http://schemas.openxmlformats.org/drawingml/2006/main" w="20955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67" name=""/>
          <p:cNvCxnSpPr>
            <a:stCxn xmlns:a="http://schemas.openxmlformats.org/drawingml/2006/main" id="24" idx="6"/>
            <a:endCxn xmlns:a="http://schemas.openxmlformats.org/drawingml/2006/main" id="25" idx="3"/>
          </p:cNvCxnSpPr>
          <p:nvPr/>
        </p:nvCxnSpPr>
        <p:spPr>
          <a:xfrm xmlns:a="http://schemas.openxmlformats.org/drawingml/2006/main" rot="5400000">
            <a:off x="4157663" y="2413152"/>
            <a:ext cx="49061" cy="43958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" name=""/>
          <p:cNvCxnSpPr>
            <a:stCxn xmlns:a="http://schemas.openxmlformats.org/drawingml/2006/main" id="25" idx="5"/>
            <a:endCxn xmlns:a="http://schemas.openxmlformats.org/drawingml/2006/main" id="26" idx="1"/>
          </p:cNvCxnSpPr>
          <p:nvPr/>
        </p:nvCxnSpPr>
        <p:spPr>
          <a:xfrm xmlns:a="http://schemas.openxmlformats.org/drawingml/2006/main" rot="16200000" flipH="1">
            <a:off x="4827739" y="2465539"/>
            <a:ext cx="174322" cy="46007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"/>
          <p:cNvCxnSpPr>
            <a:stCxn xmlns:a="http://schemas.openxmlformats.org/drawingml/2006/main" id="26" idx="3"/>
            <a:endCxn xmlns:a="http://schemas.openxmlformats.org/drawingml/2006/main" id="27" idx="7"/>
          </p:cNvCxnSpPr>
          <p:nvPr/>
        </p:nvCxnSpPr>
        <p:spPr>
          <a:xfrm xmlns:a="http://schemas.openxmlformats.org/drawingml/2006/main" rot="5400000">
            <a:off x="4827739" y="2808439"/>
            <a:ext cx="60022" cy="57437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" name=""/>
          <p:cNvCxnSpPr>
            <a:stCxn xmlns:a="http://schemas.openxmlformats.org/drawingml/2006/main" id="27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rot="16200000" flipH="1">
            <a:off x="3932389" y="2770339"/>
            <a:ext cx="326722" cy="38387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"/>
          <p:cNvCxnSpPr>
            <a:stCxn xmlns:a="http://schemas.openxmlformats.org/drawingml/2006/main" id="24" idx="5"/>
            <a:endCxn xmlns:a="http://schemas.openxmlformats.org/drawingml/2006/main" id="26" idx="2"/>
          </p:cNvCxnSpPr>
          <p:nvPr/>
        </p:nvCxnSpPr>
        <p:spPr>
          <a:xfrm xmlns:a="http://schemas.openxmlformats.org/drawingml/2006/main" rot="16200000" flipH="1">
            <a:off x="4432452" y="2270277"/>
            <a:ext cx="125261" cy="118253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19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" name=""/>
          <p:cNvCxnSpPr>
            <a:stCxn xmlns:a="http://schemas.openxmlformats.org/drawingml/2006/main" id="31" idx="7"/>
            <a:endCxn xmlns:a="http://schemas.openxmlformats.org/drawingml/2006/main" id="32" idx="3"/>
          </p:cNvCxnSpPr>
          <p:nvPr/>
        </p:nvCxnSpPr>
        <p:spPr>
          <a:xfrm xmlns:a="http://schemas.openxmlformats.org/drawingml/2006/main" rot="5400000">
            <a:off x="7109794" y="2232994"/>
            <a:ext cx="67913" cy="44891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3" name=""/>
          <p:cNvCxnSpPr>
            <a:stCxn xmlns:a="http://schemas.openxmlformats.org/drawingml/2006/main" id="32" idx="5"/>
            <a:endCxn xmlns:a="http://schemas.openxmlformats.org/drawingml/2006/main" id="33" idx="1"/>
          </p:cNvCxnSpPr>
          <p:nvPr/>
        </p:nvCxnSpPr>
        <p:spPr>
          <a:xfrm xmlns:a="http://schemas.openxmlformats.org/drawingml/2006/main" rot="16200000" flipH="1">
            <a:off x="7786069" y="2261569"/>
            <a:ext cx="163163" cy="48701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" name=""/>
          <p:cNvCxnSpPr>
            <a:stCxn xmlns:a="http://schemas.openxmlformats.org/drawingml/2006/main" id="33" idx="3"/>
            <a:endCxn xmlns:a="http://schemas.openxmlformats.org/drawingml/2006/main" id="34" idx="7"/>
          </p:cNvCxnSpPr>
          <p:nvPr/>
        </p:nvCxnSpPr>
        <p:spPr>
          <a:xfrm xmlns:a="http://schemas.openxmlformats.org/drawingml/2006/main" rot="5400000">
            <a:off x="7738444" y="2709244"/>
            <a:ext cx="239363" cy="50606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5" name=""/>
          <p:cNvCxnSpPr>
            <a:stCxn xmlns:a="http://schemas.openxmlformats.org/drawingml/2006/main" id="34" idx="1"/>
            <a:endCxn xmlns:a="http://schemas.openxmlformats.org/drawingml/2006/main" id="31" idx="5"/>
          </p:cNvCxnSpPr>
          <p:nvPr/>
        </p:nvCxnSpPr>
        <p:spPr>
          <a:xfrm xmlns:a="http://schemas.openxmlformats.org/drawingml/2006/main" rot="16200000" flipH="1">
            <a:off x="6966919" y="2699719"/>
            <a:ext cx="334613" cy="42986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6" name=""/>
          <p:cNvCxnSpPr>
            <a:stCxn xmlns:a="http://schemas.openxmlformats.org/drawingml/2006/main" id="31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 rot="16200000" flipH="1">
            <a:off x="7467600" y="2124075"/>
            <a:ext cx="95250" cy="1085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524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7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"/>
          <p:cNvCxnSpPr>
            <a:stCxn xmlns:a="http://schemas.openxmlformats.org/drawingml/2006/main" id="19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11563350" y="2514600"/>
            <a:ext cx="323850" cy="0"/>
          </a:xfrm>
          <a:prstGeom xmlns:a="http://schemas.openxmlformats.org/drawingml/2006/main" prst="curvedConnector2">
            <a:avLst/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rectify-feedback-marker">
            <a:extLst xmlns:a="http://schemas.openxmlformats.org/drawingml/2006/main">
              <a:ext uri="{FF2B5EF4-FFF2-40B4-BE49-F238E27FC236}">
                <a16:creationId xmlns:a16="http://schemas.microsoft.com/office/drawing/2014/main" id="{49D14313-1662-49D1-9AF9-F7833DB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24150"/>
            <a:ext cx="40005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280" name=""/>
          <p:cNvCxnSpPr>
            <a:stCxn xmlns:a="http://schemas.openxmlformats.org/drawingml/2006/main" id="28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rot="5400000">
            <a:off x="10017708" y="2302458"/>
            <a:ext cx="43283" cy="36713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" name=""/>
          <p:cNvCxnSpPr>
            <a:stCxn xmlns:a="http://schemas.openxmlformats.org/drawingml/2006/main" id="29" idx="5"/>
            <a:endCxn xmlns:a="http://schemas.openxmlformats.org/drawingml/2006/main" id="30" idx="1"/>
          </p:cNvCxnSpPr>
          <p:nvPr/>
        </p:nvCxnSpPr>
        <p:spPr>
          <a:xfrm xmlns:a="http://schemas.openxmlformats.org/drawingml/2006/main" rot="16200000" flipH="1">
            <a:off x="10474908" y="2454858"/>
            <a:ext cx="309983" cy="32903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" name=""/>
          <p:cNvCxnSpPr>
            <a:stCxn xmlns:a="http://schemas.openxmlformats.org/drawingml/2006/main" id="35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 rot="16200000" flipH="1">
            <a:off x="12920663" y="2767013"/>
            <a:ext cx="73691" cy="50231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3" name=""/>
          <p:cNvCxnSpPr>
            <a:stCxn xmlns:a="http://schemas.openxmlformats.org/drawingml/2006/main" id="36" idx="7"/>
            <a:endCxn xmlns:a="http://schemas.openxmlformats.org/drawingml/2006/main" id="37" idx="2"/>
          </p:cNvCxnSpPr>
          <p:nvPr/>
        </p:nvCxnSpPr>
        <p:spPr>
          <a:xfrm xmlns:a="http://schemas.openxmlformats.org/drawingml/2006/main" rot="5400000">
            <a:off x="13723272" y="2776538"/>
            <a:ext cx="73691" cy="48326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4" name=""/>
          <p:cNvCxnSpPr>
            <a:stCxn xmlns:a="http://schemas.openxmlformats.org/drawingml/2006/main" id="50" idx="4"/>
            <a:endCxn xmlns:a="http://schemas.openxmlformats.org/drawingml/2006/main" id="51" idx="0"/>
          </p:cNvCxnSpPr>
          <p:nvPr/>
        </p:nvCxnSpPr>
        <p:spPr>
          <a:xfrm xmlns:a="http://schemas.openxmlformats.org/drawingml/2006/main" rot="5400000">
            <a:off x="4029075" y="4381500"/>
            <a:ext cx="190500" cy="14097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"/>
          <p:cNvCxnSpPr>
            <a:stCxn xmlns:a="http://schemas.openxmlformats.org/drawingml/2006/main" id="50" idx="4"/>
            <a:endCxn xmlns:a="http://schemas.openxmlformats.org/drawingml/2006/main" id="52" idx="0"/>
          </p:cNvCxnSpPr>
          <p:nvPr/>
        </p:nvCxnSpPr>
        <p:spPr>
          <a:xfrm xmlns:a="http://schemas.openxmlformats.org/drawingml/2006/main" rot="16200000" flipH="1">
            <a:off x="4781550" y="5038725"/>
            <a:ext cx="19050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"/>
          <p:cNvCxnSpPr>
            <a:stCxn xmlns:a="http://schemas.openxmlformats.org/drawingml/2006/main" id="50" idx="4"/>
            <a:endCxn xmlns:a="http://schemas.openxmlformats.org/drawingml/2006/main" id="53" idx="0"/>
          </p:cNvCxnSpPr>
          <p:nvPr/>
        </p:nvCxnSpPr>
        <p:spPr>
          <a:xfrm xmlns:a="http://schemas.openxmlformats.org/drawingml/2006/main" rot="16200000" flipH="1">
            <a:off x="5534025" y="4286250"/>
            <a:ext cx="190500" cy="1600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"/>
          <p:cNvCxnSpPr>
            <a:stCxn xmlns:a="http://schemas.openxmlformats.org/drawingml/2006/main" id="51" idx="4"/>
            <a:endCxn xmlns:a="http://schemas.openxmlformats.org/drawingml/2006/main" id="54" idx="0"/>
          </p:cNvCxnSpPr>
          <p:nvPr/>
        </p:nvCxnSpPr>
        <p:spPr>
          <a:xfrm xmlns:a="http://schemas.openxmlformats.org/drawingml/2006/main" rot="5400000">
            <a:off x="2638425" y="5410200"/>
            <a:ext cx="495300" cy="1066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"/>
          <p:cNvCxnSpPr>
            <a:stCxn xmlns:a="http://schemas.openxmlformats.org/drawingml/2006/main" id="51" idx="4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419475" y="5695950"/>
            <a:ext cx="0" cy="495300"/>
          </a:xfrm>
          <a:prstGeom xmlns:a="http://schemas.openxmlformats.org/drawingml/2006/main" prst="curvedConnector2">
            <a:avLst/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"/>
          <p:cNvCxnSpPr>
            <a:stCxn xmlns:a="http://schemas.openxmlformats.org/drawingml/2006/main" id="52" idx="4"/>
            <a:endCxn xmlns:a="http://schemas.openxmlformats.org/drawingml/2006/main" id="56" idx="0"/>
          </p:cNvCxnSpPr>
          <p:nvPr/>
        </p:nvCxnSpPr>
        <p:spPr>
          <a:xfrm xmlns:a="http://schemas.openxmlformats.org/drawingml/2006/main" rot="5400000">
            <a:off x="4457700" y="5724525"/>
            <a:ext cx="495300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0" name=""/>
          <p:cNvCxnSpPr>
            <a:stCxn xmlns:a="http://schemas.openxmlformats.org/drawingml/2006/main" id="52" idx="4"/>
            <a:endCxn xmlns:a="http://schemas.openxmlformats.org/drawingml/2006/main" id="57" idx="0"/>
          </p:cNvCxnSpPr>
          <p:nvPr/>
        </p:nvCxnSpPr>
        <p:spPr>
          <a:xfrm xmlns:a="http://schemas.openxmlformats.org/drawingml/2006/main" rot="16200000" flipH="1">
            <a:off x="4991100" y="5629275"/>
            <a:ext cx="495300" cy="628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"/>
          <p:cNvCxnSpPr>
            <a:stCxn xmlns:a="http://schemas.openxmlformats.org/drawingml/2006/main" id="53" idx="4"/>
            <a:endCxn xmlns:a="http://schemas.openxmlformats.org/drawingml/2006/main" id="58" idx="0"/>
          </p:cNvCxnSpPr>
          <p:nvPr/>
        </p:nvCxnSpPr>
        <p:spPr>
          <a:xfrm xmlns:a="http://schemas.openxmlformats.org/drawingml/2006/main" rot="16200000" flipH="1">
            <a:off x="6276975" y="5848350"/>
            <a:ext cx="495300" cy="190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" name=""/>
          <p:cNvCxnSpPr>
            <a:stCxn xmlns:a="http://schemas.openxmlformats.org/drawingml/2006/main" id="53" idx="4"/>
            <a:endCxn xmlns:a="http://schemas.openxmlformats.org/drawingml/2006/main" id="59" idx="0"/>
          </p:cNvCxnSpPr>
          <p:nvPr/>
        </p:nvCxnSpPr>
        <p:spPr>
          <a:xfrm xmlns:a="http://schemas.openxmlformats.org/drawingml/2006/main" rot="16200000" flipH="1">
            <a:off x="6810375" y="5314950"/>
            <a:ext cx="495300" cy="12573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"/>
          <p:cNvCxnSpPr>
            <a:stCxn xmlns:a="http://schemas.openxmlformats.org/drawingml/2006/main" id="54" idx="4"/>
            <a:endCxn xmlns:a="http://schemas.openxmlformats.org/drawingml/2006/main" id="60" idx="0"/>
          </p:cNvCxnSpPr>
          <p:nvPr/>
        </p:nvCxnSpPr>
        <p:spPr>
          <a:xfrm xmlns:a="http://schemas.openxmlformats.org/drawingml/2006/main" rot="5400000">
            <a:off x="1462088" y="6634163"/>
            <a:ext cx="857250" cy="923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" name=""/>
          <p:cNvCxnSpPr>
            <a:stCxn xmlns:a="http://schemas.openxmlformats.org/drawingml/2006/main" id="55" idx="4"/>
            <a:endCxn xmlns:a="http://schemas.openxmlformats.org/drawingml/2006/main" id="61" idx="0"/>
          </p:cNvCxnSpPr>
          <p:nvPr/>
        </p:nvCxnSpPr>
        <p:spPr>
          <a:xfrm xmlns:a="http://schemas.openxmlformats.org/drawingml/2006/main" rot="5400000">
            <a:off x="2481263" y="6586538"/>
            <a:ext cx="857250" cy="1019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5" name=""/>
          <p:cNvCxnSpPr>
            <a:stCxn xmlns:a="http://schemas.openxmlformats.org/drawingml/2006/main" id="55" idx="4"/>
            <a:endCxn xmlns:a="http://schemas.openxmlformats.org/drawingml/2006/main" id="62" idx="0"/>
          </p:cNvCxnSpPr>
          <p:nvPr/>
        </p:nvCxnSpPr>
        <p:spPr>
          <a:xfrm xmlns:a="http://schemas.openxmlformats.org/drawingml/2006/main" rot="5400000">
            <a:off x="2967038" y="7072313"/>
            <a:ext cx="857250" cy="476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6" name=""/>
          <p:cNvCxnSpPr>
            <a:stCxn xmlns:a="http://schemas.openxmlformats.org/drawingml/2006/main" id="56" idx="4"/>
            <a:endCxn xmlns:a="http://schemas.openxmlformats.org/drawingml/2006/main" id="63" idx="0"/>
          </p:cNvCxnSpPr>
          <p:nvPr/>
        </p:nvCxnSpPr>
        <p:spPr>
          <a:xfrm xmlns:a="http://schemas.openxmlformats.org/drawingml/2006/main" rot="5400000">
            <a:off x="3986213" y="7024688"/>
            <a:ext cx="857250" cy="142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7" name=""/>
          <p:cNvCxnSpPr>
            <a:stCxn xmlns:a="http://schemas.openxmlformats.org/drawingml/2006/main" id="57" idx="4"/>
            <a:endCxn xmlns:a="http://schemas.openxmlformats.org/drawingml/2006/main" id="64" idx="0"/>
          </p:cNvCxnSpPr>
          <p:nvPr/>
        </p:nvCxnSpPr>
        <p:spPr>
          <a:xfrm xmlns:a="http://schemas.openxmlformats.org/drawingml/2006/main" rot="5400000">
            <a:off x="5005388" y="6977063"/>
            <a:ext cx="857250" cy="2381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8" name=""/>
          <p:cNvCxnSpPr>
            <a:stCxn xmlns:a="http://schemas.openxmlformats.org/drawingml/2006/main" id="58" idx="4"/>
            <a:endCxn xmlns:a="http://schemas.openxmlformats.org/drawingml/2006/main" id="65" idx="0"/>
          </p:cNvCxnSpPr>
          <p:nvPr/>
        </p:nvCxnSpPr>
        <p:spPr>
          <a:xfrm xmlns:a="http://schemas.openxmlformats.org/drawingml/2006/main" rot="5400000">
            <a:off x="6024563" y="6929438"/>
            <a:ext cx="857250" cy="333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9" name=""/>
          <p:cNvCxnSpPr>
            <a:stCxn xmlns:a="http://schemas.openxmlformats.org/drawingml/2006/main" id="58" idx="4"/>
            <a:endCxn xmlns:a="http://schemas.openxmlformats.org/drawingml/2006/main" id="66" idx="0"/>
          </p:cNvCxnSpPr>
          <p:nvPr/>
        </p:nvCxnSpPr>
        <p:spPr>
          <a:xfrm xmlns:a="http://schemas.openxmlformats.org/drawingml/2006/main" rot="16200000" flipH="1">
            <a:off x="6510338" y="6777038"/>
            <a:ext cx="857250" cy="638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" name=""/>
          <p:cNvCxnSpPr>
            <a:stCxn xmlns:a="http://schemas.openxmlformats.org/drawingml/2006/main" id="59" idx="4"/>
            <a:endCxn xmlns:a="http://schemas.openxmlformats.org/drawingml/2006/main" id="67" idx="0"/>
          </p:cNvCxnSpPr>
          <p:nvPr/>
        </p:nvCxnSpPr>
        <p:spPr>
          <a:xfrm xmlns:a="http://schemas.openxmlformats.org/drawingml/2006/main" rot="16200000" flipH="1">
            <a:off x="7529513" y="6824663"/>
            <a:ext cx="857250" cy="542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"/>
          <p:cNvCxnSpPr>
            <a:stCxn xmlns:a="http://schemas.openxmlformats.org/drawingml/2006/main" id="61" idx="6"/>
            <a:endCxn xmlns:a="http://schemas.openxmlformats.org/drawingml/2006/main" id="62" idx="2"/>
          </p:cNvCxnSpPr>
          <p:nvPr/>
        </p:nvCxnSpPr>
        <p:spPr>
          <a:xfrm xmlns:a="http://schemas.openxmlformats.org/drawingml/2006/main">
            <a:off x="26289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2" name=""/>
          <p:cNvCxnSpPr>
            <a:stCxn xmlns:a="http://schemas.openxmlformats.org/drawingml/2006/main" id="65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65151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"/>
          <p:cNvCxnSpPr>
            <a:stCxn xmlns:a="http://schemas.openxmlformats.org/drawingml/2006/main" id="67" idx="6"/>
            <a:endCxn xmlns:a="http://schemas.openxmlformats.org/drawingml/2006/main" id="59" idx="6"/>
          </p:cNvCxnSpPr>
          <p:nvPr/>
        </p:nvCxnSpPr>
        <p:spPr>
          <a:xfrm xmlns:a="http://schemas.openxmlformats.org/drawingml/2006/main" rot="16200000" flipH="1">
            <a:off x="7529513" y="6824663"/>
            <a:ext cx="1323975" cy="5334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04" name=""/>
          <p:cNvCxnSpPr>
            <a:stCxn xmlns:a="http://schemas.openxmlformats.org/drawingml/2006/main" id="59" idx="6"/>
            <a:endCxn xmlns:a="http://schemas.openxmlformats.org/drawingml/2006/main" id="53" idx="6"/>
          </p:cNvCxnSpPr>
          <p:nvPr/>
        </p:nvCxnSpPr>
        <p:spPr>
          <a:xfrm xmlns:a="http://schemas.openxmlformats.org/drawingml/2006/main" rot="16200000" flipH="1">
            <a:off x="6810375" y="5314950"/>
            <a:ext cx="990600" cy="1238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580673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EAEB67B4-8FC7-4B3D-9A50-C3FA518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5019E3A9-7C0E-4E63-8144-F98815E8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32D4C516-2F4C-4532-B187-F7AFCAFD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7F34C680-6793-4AED-8C14-5895065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142444D7-A2AD-4329-8988-BFDCE84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F18E322A-494C-46FC-BF44-B44C585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  <p:sp>
        <p:nvSpPr>
          <p:cNvPr id="7" name="task-query-bar">
            <a:extLst xmlns:a="http://schemas.openxmlformats.org/drawingml/2006/main">
              <a:ext uri="{FF2B5EF4-FFF2-40B4-BE49-F238E27FC236}">
                <a16:creationId xmlns:a16="http://schemas.microsoft.com/office/drawing/2014/main" id="{22005AF4-95EE-46A4-8671-C625F872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"/>
            <a:ext cx="12001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generator-agent-slot">
            <a:extLst xmlns:a="http://schemas.openxmlformats.org/drawingml/2006/main">
              <a:ext uri="{FF2B5EF4-FFF2-40B4-BE49-F238E27FC236}">
                <a16:creationId xmlns:a16="http://schemas.microsoft.com/office/drawing/2014/main" id="{926A76F6-F32B-4D84-868C-49D60009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9" name="implementor-agent-slot">
            <a:extLst xmlns:a="http://schemas.openxmlformats.org/drawingml/2006/main">
              <a:ext uri="{FF2B5EF4-FFF2-40B4-BE49-F238E27FC236}">
                <a16:creationId xmlns:a16="http://schemas.microsoft.com/office/drawing/2014/main" id="{377D3CE8-29C2-4947-ACB7-BB21F7FA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rectifier-agent-slot">
            <a:extLst xmlns:a="http://schemas.openxmlformats.org/drawingml/2006/main">
              <a:ext uri="{FF2B5EF4-FFF2-40B4-BE49-F238E27FC236}">
                <a16:creationId xmlns:a16="http://schemas.microsoft.com/office/drawing/2014/main" id="{4B16C458-4CD1-4CD1-A0D4-49EE0C12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agent-cluster-hub">
            <a:extLst xmlns:a="http://schemas.openxmlformats.org/drawingml/2006/main">
              <a:ext uri="{FF2B5EF4-FFF2-40B4-BE49-F238E27FC236}">
                <a16:creationId xmlns:a16="http://schemas.microsoft.com/office/drawing/2014/main" id="{8A9FA95C-7B2A-4212-A5CA-4BD265EE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design-stage-ghost-frame">
            <a:extLst xmlns:a="http://schemas.openxmlformats.org/drawingml/2006/main">
              <a:ext uri="{FF2B5EF4-FFF2-40B4-BE49-F238E27FC236}">
                <a16:creationId xmlns:a16="http://schemas.microsoft.com/office/drawing/2014/main" id="{36D52B61-9842-46CD-889B-F4A280C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00175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3" name="design-stage-frame">
            <a:extLst xmlns:a="http://schemas.openxmlformats.org/drawingml/2006/main">
              <a:ext uri="{FF2B5EF4-FFF2-40B4-BE49-F238E27FC236}">
                <a16:creationId xmlns:a16="http://schemas.microsoft.com/office/drawing/2014/main" id="{4DCFC1DB-D49F-4ABF-9847-FA858B17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27051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DF18B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4" name="implement-stage-ghost-frame">
            <a:extLst xmlns:a="http://schemas.openxmlformats.org/drawingml/2006/main">
              <a:ext uri="{FF2B5EF4-FFF2-40B4-BE49-F238E27FC236}">
                <a16:creationId xmlns:a16="http://schemas.microsoft.com/office/drawing/2014/main" id="{681CC838-8A28-423D-9F5D-84112A5B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0175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5" name="implement-stage-frame">
            <a:extLst xmlns:a="http://schemas.openxmlformats.org/drawingml/2006/main">
              <a:ext uri="{FF2B5EF4-FFF2-40B4-BE49-F238E27FC236}">
                <a16:creationId xmlns:a16="http://schemas.microsoft.com/office/drawing/2014/main" id="{5EAE0CE7-EFD7-49A9-8093-D96D22B6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285750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9DDA84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6" name="execution-stage-ghost-frame">
            <a:extLst xmlns:a="http://schemas.openxmlformats.org/drawingml/2006/main">
              <a:ext uri="{FF2B5EF4-FFF2-40B4-BE49-F238E27FC236}">
                <a16:creationId xmlns:a16="http://schemas.microsoft.com/office/drawing/2014/main" id="{283B16FF-9F13-4910-B9F7-E95EFFF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0175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7" name="execution-stage-frame">
            <a:extLst xmlns:a="http://schemas.openxmlformats.org/drawingml/2006/main">
              <a:ext uri="{FF2B5EF4-FFF2-40B4-BE49-F238E27FC236}">
                <a16:creationId xmlns:a16="http://schemas.microsoft.com/office/drawing/2014/main" id="{0D64958D-B1F7-41C1-834E-69749A5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71600"/>
            <a:ext cx="2247900" cy="228600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43A8A7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18" name="rectify-stage-ghost-frame">
            <a:extLst xmlns:a="http://schemas.openxmlformats.org/drawingml/2006/main">
              <a:ext uri="{FF2B5EF4-FFF2-40B4-BE49-F238E27FC236}">
                <a16:creationId xmlns:a16="http://schemas.microsoft.com/office/drawing/2014/main" id="{7BCB9515-A472-4AF2-99F8-D245479F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400175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929292"/>
            </a:solidFill>
            <a:prstDash val="dash"/>
          </a:ln>
        </p:spPr>
      </p:sp>
      <p:sp>
        <p:nvSpPr>
          <p:cNvPr id="19" name="rectify-stage-frame">
            <a:extLst xmlns:a="http://schemas.openxmlformats.org/drawingml/2006/main">
              <a:ext uri="{FF2B5EF4-FFF2-40B4-BE49-F238E27FC236}">
                <a16:creationId xmlns:a16="http://schemas.microsoft.com/office/drawing/2014/main" id="{CA4382C9-9DB3-4EC0-8B1C-8814C20F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3105150" cy="2286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369B9D"/>
          </a:solidFill>
          <a:ln xmlns:a="http://schemas.openxmlformats.org/drawingml/2006/main" w="25718">
            <a:solidFill>
              <a:srgbClr val="111111"/>
            </a:solidFill>
            <a:prstDash val="dash"/>
          </a:ln>
        </p:spPr>
      </p:sp>
      <p:sp>
        <p:nvSpPr>
          <p:cNvPr id="20" name="design-avatar-slot">
            <a:extLst xmlns:a="http://schemas.openxmlformats.org/drawingml/2006/main">
              <a:ext uri="{FF2B5EF4-FFF2-40B4-BE49-F238E27FC236}">
                <a16:creationId xmlns:a16="http://schemas.microsoft.com/office/drawing/2014/main" id="{B2D9ED70-9E74-48A3-8C77-F34A9E8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1" name="implement-avatar-slot">
            <a:extLst xmlns:a="http://schemas.openxmlformats.org/drawingml/2006/main">
              <a:ext uri="{FF2B5EF4-FFF2-40B4-BE49-F238E27FC236}">
                <a16:creationId xmlns:a16="http://schemas.microsoft.com/office/drawing/2014/main" id="{225BCC8D-9DA4-4D82-8251-F7919CD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2" name="execution-avatar-slot">
            <a:extLst xmlns:a="http://schemas.openxmlformats.org/drawingml/2006/main">
              <a:ext uri="{FF2B5EF4-FFF2-40B4-BE49-F238E27FC236}">
                <a16:creationId xmlns:a16="http://schemas.microsoft.com/office/drawing/2014/main" id="{8A0DC42B-E0D4-43E4-B792-43990D46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3" name="rectify-avatar-slot">
            <a:extLst xmlns:a="http://schemas.openxmlformats.org/drawingml/2006/main">
              <a:ext uri="{FF2B5EF4-FFF2-40B4-BE49-F238E27FC236}">
                <a16:creationId xmlns:a16="http://schemas.microsoft.com/office/drawing/2014/main" id="{77CE0FF3-74F2-493D-AEAA-10E0ABC1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24" name="design-net-1">
            <a:extLst xmlns:a="http://schemas.openxmlformats.org/drawingml/2006/main">
              <a:ext uri="{FF2B5EF4-FFF2-40B4-BE49-F238E27FC236}">
                <a16:creationId xmlns:a16="http://schemas.microsoft.com/office/drawing/2014/main" id="{1AA9A32E-F7B9-41AE-A22A-4AA6625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5" name="design-net-2">
            <a:extLst xmlns:a="http://schemas.openxmlformats.org/drawingml/2006/main">
              <a:ext uri="{FF2B5EF4-FFF2-40B4-BE49-F238E27FC236}">
                <a16:creationId xmlns:a16="http://schemas.microsoft.com/office/drawing/2014/main" id="{B1F1E567-C966-409E-B6EB-08BEA54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6" name="design-net-3">
            <a:extLst xmlns:a="http://schemas.openxmlformats.org/drawingml/2006/main">
              <a:ext uri="{FF2B5EF4-FFF2-40B4-BE49-F238E27FC236}">
                <a16:creationId xmlns:a16="http://schemas.microsoft.com/office/drawing/2014/main" id="{E4EE6D1C-05A9-485C-823A-6750744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7" name="design-net-4">
            <a:extLst xmlns:a="http://schemas.openxmlformats.org/drawingml/2006/main">
              <a:ext uri="{FF2B5EF4-FFF2-40B4-BE49-F238E27FC236}">
                <a16:creationId xmlns:a16="http://schemas.microsoft.com/office/drawing/2014/main" id="{4D776798-72ED-4DE4-A418-D490867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28" name="execution-node-1">
            <a:extLst xmlns:a="http://schemas.openxmlformats.org/drawingml/2006/main">
              <a:ext uri="{FF2B5EF4-FFF2-40B4-BE49-F238E27FC236}">
                <a16:creationId xmlns:a16="http://schemas.microsoft.com/office/drawing/2014/main" id="{159E0491-9C83-4671-98C6-66592C05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execution-node-2">
            <a:extLst xmlns:a="http://schemas.openxmlformats.org/drawingml/2006/main">
              <a:ext uri="{FF2B5EF4-FFF2-40B4-BE49-F238E27FC236}">
                <a16:creationId xmlns:a16="http://schemas.microsoft.com/office/drawing/2014/main" id="{FE1DB77D-426C-4C63-A262-689FF524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execution-node-3">
            <a:extLst xmlns:a="http://schemas.openxmlformats.org/drawingml/2006/main">
              <a:ext uri="{FF2B5EF4-FFF2-40B4-BE49-F238E27FC236}">
                <a16:creationId xmlns:a16="http://schemas.microsoft.com/office/drawing/2014/main" id="{AAC8B929-0CDB-4BED-9046-C3E46D95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implement-net-1">
            <a:extLst xmlns:a="http://schemas.openxmlformats.org/drawingml/2006/main">
              <a:ext uri="{FF2B5EF4-FFF2-40B4-BE49-F238E27FC236}">
                <a16:creationId xmlns:a16="http://schemas.microsoft.com/office/drawing/2014/main" id="{8A8D1983-0914-49BD-82DB-99E876FB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implement-net-2">
            <a:extLst xmlns:a="http://schemas.openxmlformats.org/drawingml/2006/main">
              <a:ext uri="{FF2B5EF4-FFF2-40B4-BE49-F238E27FC236}">
                <a16:creationId xmlns:a16="http://schemas.microsoft.com/office/drawing/2014/main" id="{034E57B9-3072-49AC-A1AC-CD0CF791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implement-net-3">
            <a:extLst xmlns:a="http://schemas.openxmlformats.org/drawingml/2006/main">
              <a:ext uri="{FF2B5EF4-FFF2-40B4-BE49-F238E27FC236}">
                <a16:creationId xmlns:a16="http://schemas.microsoft.com/office/drawing/2014/main" id="{4F27DCFA-8D55-41E8-9D5A-26E252F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implement-net-4">
            <a:extLst xmlns:a="http://schemas.openxmlformats.org/drawingml/2006/main">
              <a:ext uri="{FF2B5EF4-FFF2-40B4-BE49-F238E27FC236}">
                <a16:creationId xmlns:a16="http://schemas.microsoft.com/office/drawing/2014/main" id="{22709B44-A210-4EAB-BC14-D7969AC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rectify-chain-1">
            <a:extLst xmlns:a="http://schemas.openxmlformats.org/drawingml/2006/main">
              <a:ext uri="{FF2B5EF4-FFF2-40B4-BE49-F238E27FC236}">
                <a16:creationId xmlns:a16="http://schemas.microsoft.com/office/drawing/2014/main" id="{37D0E2BA-DB87-48D9-ADAE-243A2B3B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6" name="rectify-chain-2">
            <a:extLst xmlns:a="http://schemas.openxmlformats.org/drawingml/2006/main">
              <a:ext uri="{FF2B5EF4-FFF2-40B4-BE49-F238E27FC236}">
                <a16:creationId xmlns:a16="http://schemas.microsoft.com/office/drawing/2014/main" id="{5E4E6006-D2C3-4EF3-A1FC-4665982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90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rectify-chain-3">
            <a:extLst xmlns:a="http://schemas.openxmlformats.org/drawingml/2006/main">
              <a:ext uri="{FF2B5EF4-FFF2-40B4-BE49-F238E27FC236}">
                <a16:creationId xmlns:a16="http://schemas.microsoft.com/office/drawing/2014/main" id="{282073DC-6ACF-4317-8A79-FB11EF04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8" name="stage-port-1">
            <a:extLst xmlns:a="http://schemas.openxmlformats.org/drawingml/2006/main">
              <a:ext uri="{FF2B5EF4-FFF2-40B4-BE49-F238E27FC236}">
                <a16:creationId xmlns:a16="http://schemas.microsoft.com/office/drawing/2014/main" id="{B473B99F-51BA-4B43-B29D-562D2C3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9" name="stage-port-2">
            <a:extLst xmlns:a="http://schemas.openxmlformats.org/drawingml/2006/main">
              <a:ext uri="{FF2B5EF4-FFF2-40B4-BE49-F238E27FC236}">
                <a16:creationId xmlns:a16="http://schemas.microsoft.com/office/drawing/2014/main" id="{550EFE6E-A5EF-4E75-A753-E473DE3A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0" name="stage-port-3">
            <a:extLst xmlns:a="http://schemas.openxmlformats.org/drawingml/2006/main">
              <a:ext uri="{FF2B5EF4-FFF2-40B4-BE49-F238E27FC236}">
                <a16:creationId xmlns:a16="http://schemas.microsoft.com/office/drawing/2014/main" id="{14F5BE21-0878-41D0-8D9D-0B3AEBF0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1" name="stage-port-4">
            <a:extLst xmlns:a="http://schemas.openxmlformats.org/drawingml/2006/main">
              <a:ext uri="{FF2B5EF4-FFF2-40B4-BE49-F238E27FC236}">
                <a16:creationId xmlns:a16="http://schemas.microsoft.com/office/drawing/2014/main" id="{59CD7777-D7F3-4EFE-9679-3A1EF2B7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2" name="stage-port-5">
            <a:extLst xmlns:a="http://schemas.openxmlformats.org/drawingml/2006/main">
              <a:ext uri="{FF2B5EF4-FFF2-40B4-BE49-F238E27FC236}">
                <a16:creationId xmlns:a16="http://schemas.microsoft.com/office/drawing/2014/main" id="{B7F02A04-D90F-4D15-82D0-2B9753B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3" name="stage-port-6">
            <a:extLst xmlns:a="http://schemas.openxmlformats.org/drawingml/2006/main">
              <a:ext uri="{FF2B5EF4-FFF2-40B4-BE49-F238E27FC236}">
                <a16:creationId xmlns:a16="http://schemas.microsoft.com/office/drawing/2014/main" id="{40A47C7A-0103-4D6A-A001-3914269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4" name="stage-port-7">
            <a:extLst xmlns:a="http://schemas.openxmlformats.org/drawingml/2006/main">
              <a:ext uri="{FF2B5EF4-FFF2-40B4-BE49-F238E27FC236}">
                <a16:creationId xmlns:a16="http://schemas.microsoft.com/office/drawing/2014/main" id="{0F5AD3FB-9BEB-49C6-9FF7-5F74DBE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5" name="stage-port-8">
            <a:extLst xmlns:a="http://schemas.openxmlformats.org/drawingml/2006/main">
              <a:ext uri="{FF2B5EF4-FFF2-40B4-BE49-F238E27FC236}">
                <a16:creationId xmlns:a16="http://schemas.microsoft.com/office/drawing/2014/main" id="{98CA3E45-E6A6-4377-8B66-149CA73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400300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6" name="tree-band-template">
            <a:extLst xmlns:a="http://schemas.openxmlformats.org/drawingml/2006/main">
              <a:ext uri="{FF2B5EF4-FFF2-40B4-BE49-F238E27FC236}">
                <a16:creationId xmlns:a16="http://schemas.microsoft.com/office/drawing/2014/main" id="{518EF36A-96D0-4FDB-9426-77926A5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577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ree-band-implementation">
            <a:extLst xmlns:a="http://schemas.openxmlformats.org/drawingml/2006/main">
              <a:ext uri="{FF2B5EF4-FFF2-40B4-BE49-F238E27FC236}">
                <a16:creationId xmlns:a16="http://schemas.microsoft.com/office/drawing/2014/main" id="{282D161C-A167-4F02-B0AF-054F904B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708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ree-band-rectification">
            <a:extLst xmlns:a="http://schemas.openxmlformats.org/drawingml/2006/main">
              <a:ext uri="{FF2B5EF4-FFF2-40B4-BE49-F238E27FC236}">
                <a16:creationId xmlns:a16="http://schemas.microsoft.com/office/drawing/2014/main" id="{2DCEC49F-76FC-49A6-81C3-1FFA52D6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8134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ward-band">
            <a:extLst xmlns:a="http://schemas.openxmlformats.org/drawingml/2006/main">
              <a:ext uri="{FF2B5EF4-FFF2-40B4-BE49-F238E27FC236}">
                <a16:creationId xmlns:a16="http://schemas.microsoft.com/office/drawing/2014/main" id="{77CAC201-AC0B-46B0-9F25-3E0D15EE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153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ree-query-root">
            <a:extLst xmlns:a="http://schemas.openxmlformats.org/drawingml/2006/main">
              <a:ext uri="{FF2B5EF4-FFF2-40B4-BE49-F238E27FC236}">
                <a16:creationId xmlns:a16="http://schemas.microsoft.com/office/drawing/2014/main" id="{8091F9B9-76CF-4EA3-8AC1-0B868747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51" name="tree-template-1">
            <a:extLst xmlns:a="http://schemas.openxmlformats.org/drawingml/2006/main">
              <a:ext uri="{FF2B5EF4-FFF2-40B4-BE49-F238E27FC236}">
                <a16:creationId xmlns:a16="http://schemas.microsoft.com/office/drawing/2014/main" id="{D1203E38-6C31-48C9-B186-FBF7EE03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2" name="tree-template-2">
            <a:extLst xmlns:a="http://schemas.openxmlformats.org/drawingml/2006/main">
              <a:ext uri="{FF2B5EF4-FFF2-40B4-BE49-F238E27FC236}">
                <a16:creationId xmlns:a16="http://schemas.microsoft.com/office/drawing/2014/main" id="{141AF844-D68A-4748-A770-C5A85585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3" name="tree-template-3">
            <a:extLst xmlns:a="http://schemas.openxmlformats.org/drawingml/2006/main">
              <a:ext uri="{FF2B5EF4-FFF2-40B4-BE49-F238E27FC236}">
                <a16:creationId xmlns:a16="http://schemas.microsoft.com/office/drawing/2014/main" id="{C3E6A2B0-FF15-41E4-A38F-A081196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54" name="tree-implementation-1">
            <a:extLst xmlns:a="http://schemas.openxmlformats.org/drawingml/2006/main">
              <a:ext uri="{FF2B5EF4-FFF2-40B4-BE49-F238E27FC236}">
                <a16:creationId xmlns:a16="http://schemas.microsoft.com/office/drawing/2014/main" id="{488DC3DF-8A5C-431C-A62A-0B96A7A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5" name="tree-implementation-2">
            <a:extLst xmlns:a="http://schemas.openxmlformats.org/drawingml/2006/main">
              <a:ext uri="{FF2B5EF4-FFF2-40B4-BE49-F238E27FC236}">
                <a16:creationId xmlns:a16="http://schemas.microsoft.com/office/drawing/2014/main" id="{83392249-DD3D-4C36-B978-DA4AAE8A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6" name="tree-implementation-3">
            <a:extLst xmlns:a="http://schemas.openxmlformats.org/drawingml/2006/main">
              <a:ext uri="{FF2B5EF4-FFF2-40B4-BE49-F238E27FC236}">
                <a16:creationId xmlns:a16="http://schemas.microsoft.com/office/drawing/2014/main" id="{A91E8413-5418-48FA-875D-24E972D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7" name="tree-implementation-4">
            <a:extLst xmlns:a="http://schemas.openxmlformats.org/drawingml/2006/main">
              <a:ext uri="{FF2B5EF4-FFF2-40B4-BE49-F238E27FC236}">
                <a16:creationId xmlns:a16="http://schemas.microsoft.com/office/drawing/2014/main" id="{B5BBF045-B161-446E-8197-E997BD7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8" name="tree-implementation-5">
            <a:extLst xmlns:a="http://schemas.openxmlformats.org/drawingml/2006/main">
              <a:ext uri="{FF2B5EF4-FFF2-40B4-BE49-F238E27FC236}">
                <a16:creationId xmlns:a16="http://schemas.microsoft.com/office/drawing/2014/main" id="{1C52D333-29D7-436A-9219-FC354A4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59" name="tree-implementation-6">
            <a:extLst xmlns:a="http://schemas.openxmlformats.org/drawingml/2006/main">
              <a:ext uri="{FF2B5EF4-FFF2-40B4-BE49-F238E27FC236}">
                <a16:creationId xmlns:a16="http://schemas.microsoft.com/office/drawing/2014/main" id="{3BE9283C-8411-42EE-BF7F-801A964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0" name="tree-rectification-1">
            <a:extLst xmlns:a="http://schemas.openxmlformats.org/drawingml/2006/main">
              <a:ext uri="{FF2B5EF4-FFF2-40B4-BE49-F238E27FC236}">
                <a16:creationId xmlns:a16="http://schemas.microsoft.com/office/drawing/2014/main" id="{2E3E263D-6B38-401C-9AD1-130B2F8C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1" name="tree-rectification-2">
            <a:extLst xmlns:a="http://schemas.openxmlformats.org/drawingml/2006/main">
              <a:ext uri="{FF2B5EF4-FFF2-40B4-BE49-F238E27FC236}">
                <a16:creationId xmlns:a16="http://schemas.microsoft.com/office/drawing/2014/main" id="{60745614-4CF7-4F6F-BC8A-EB64D36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2" name="tree-rectification-3">
            <a:extLst xmlns:a="http://schemas.openxmlformats.org/drawingml/2006/main">
              <a:ext uri="{FF2B5EF4-FFF2-40B4-BE49-F238E27FC236}">
                <a16:creationId xmlns:a16="http://schemas.microsoft.com/office/drawing/2014/main" id="{F5852CDE-D76C-48E3-828B-7F799CC1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3" name="tree-rectification-4">
            <a:extLst xmlns:a="http://schemas.openxmlformats.org/drawingml/2006/main">
              <a:ext uri="{FF2B5EF4-FFF2-40B4-BE49-F238E27FC236}">
                <a16:creationId xmlns:a16="http://schemas.microsoft.com/office/drawing/2014/main" id="{C6FC9C7D-BFF6-4C95-A6A5-0E6DB6F4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4" name="tree-rectification-5">
            <a:extLst xmlns:a="http://schemas.openxmlformats.org/drawingml/2006/main">
              <a:ext uri="{FF2B5EF4-FFF2-40B4-BE49-F238E27FC236}">
                <a16:creationId xmlns:a16="http://schemas.microsoft.com/office/drawing/2014/main" id="{7F11FF8F-CBE1-4F7E-B26C-8589462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5" name="tree-rectification-6">
            <a:extLst xmlns:a="http://schemas.openxmlformats.org/drawingml/2006/main">
              <a:ext uri="{FF2B5EF4-FFF2-40B4-BE49-F238E27FC236}">
                <a16:creationId xmlns:a16="http://schemas.microsoft.com/office/drawing/2014/main" id="{8BEE148B-6B2D-46B7-B734-439C19D4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6" name="tree-rectification-7">
            <a:extLst xmlns:a="http://schemas.openxmlformats.org/drawingml/2006/main">
              <a:ext uri="{FF2B5EF4-FFF2-40B4-BE49-F238E27FC236}">
                <a16:creationId xmlns:a16="http://schemas.microsoft.com/office/drawing/2014/main" id="{47E68B21-2AE3-4A3E-8F92-56F945E4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7" name="tree-rectification-8">
            <a:extLst xmlns:a="http://schemas.openxmlformats.org/drawingml/2006/main">
              <a:ext uri="{FF2B5EF4-FFF2-40B4-BE49-F238E27FC236}">
                <a16:creationId xmlns:a16="http://schemas.microsoft.com/office/drawing/2014/main" id="{5E06D557-E79D-4259-9A4C-B611DA5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8" name="genera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A1B6A4E7-73C2-472E-A36F-C929DB2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245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D70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69" name="genera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D6FE373C-CAD9-43A0-9D57-CA47B392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8B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0" name="genera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4E29EAD4-7565-4309-AAC9-1039EFE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B1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1" name="implemen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79620889-EBAF-447F-8ED2-7AAD9930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E6D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2" name="implemen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EF9914C6-107F-4299-A712-252ED9CE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246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3" name="implemen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D74F72E2-99A8-410F-8DFA-299831E7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8AA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4" name="rectifie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A436739E-ADC6-4259-B089-E6B3EC29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8670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A8C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5" name="rectifie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5DCD13EA-0C2A-4683-89BD-F058AE0D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0570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6" name="rectifier-dataset-top-face">
            <a:extLst xmlns:a="http://schemas.openxmlformats.org/drawingml/2006/main">
              <a:ext uri="{FF2B5EF4-FFF2-40B4-BE49-F238E27FC236}">
                <a16:creationId xmlns:a16="http://schemas.microsoft.com/office/drawing/2014/main" id="{78506420-9519-4F3C-A087-0E3392C8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72350"/>
            <a:ext cx="18859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C5C4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77" name="specialized-training">
            <a:extLst xmlns:a="http://schemas.openxmlformats.org/drawingml/2006/main">
              <a:ext uri="{FF2B5EF4-FFF2-40B4-BE49-F238E27FC236}">
                <a16:creationId xmlns:a16="http://schemas.microsoft.com/office/drawing/2014/main" id="{C402E474-88E1-436D-BB17-3CDBC0DB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9650"/>
            <a:ext cx="533400" cy="35433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ADB7"/>
          </a:solidFill>
          <a:ln xmlns:a="http://schemas.openxmlformats.org/drawingml/2006/main" w="20955">
            <a:solidFill>
              <a:srgbClr val="8B555D"/>
            </a:solidFill>
            <a:prstDash val="solid"/>
          </a:ln>
        </p:spPr>
      </p:sp>
      <p:sp>
        <p:nvSpPr>
          <p:cNvPr id="78" name="training-left-port-1">
            <a:extLst xmlns:a="http://schemas.openxmlformats.org/drawingml/2006/main">
              <a:ext uri="{FF2B5EF4-FFF2-40B4-BE49-F238E27FC236}">
                <a16:creationId xmlns:a16="http://schemas.microsoft.com/office/drawing/2014/main" id="{1D905355-2373-4F1A-B918-8A13933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raining-left-port-2">
            <a:extLst xmlns:a="http://schemas.openxmlformats.org/drawingml/2006/main">
              <a:ext uri="{FF2B5EF4-FFF2-40B4-BE49-F238E27FC236}">
                <a16:creationId xmlns:a16="http://schemas.microsoft.com/office/drawing/2014/main" id="{375EF9B9-EE5B-4DEF-A2B1-8D078E6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4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raining-left-port-3">
            <a:extLst xmlns:a="http://schemas.openxmlformats.org/drawingml/2006/main">
              <a:ext uri="{FF2B5EF4-FFF2-40B4-BE49-F238E27FC236}">
                <a16:creationId xmlns:a16="http://schemas.microsoft.com/office/drawing/2014/main" id="{F0C23696-BB78-40C8-87EE-8B17CC1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72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raining-right-port-1">
            <a:extLst xmlns:a="http://schemas.openxmlformats.org/drawingml/2006/main">
              <a:ext uri="{FF2B5EF4-FFF2-40B4-BE49-F238E27FC236}">
                <a16:creationId xmlns:a16="http://schemas.microsoft.com/office/drawing/2014/main" id="{4BC458DE-C127-4CBA-9884-9E1973C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raining-right-port-2">
            <a:extLst xmlns:a="http://schemas.openxmlformats.org/drawingml/2006/main">
              <a:ext uri="{FF2B5EF4-FFF2-40B4-BE49-F238E27FC236}">
                <a16:creationId xmlns:a16="http://schemas.microsoft.com/office/drawing/2014/main" id="{F3A59C0E-7F72-4676-B95E-0D5C06CB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raining-right-port-3">
            <a:extLst xmlns:a="http://schemas.openxmlformats.org/drawingml/2006/main">
              <a:ext uri="{FF2B5EF4-FFF2-40B4-BE49-F238E27FC236}">
                <a16:creationId xmlns:a16="http://schemas.microsoft.com/office/drawing/2014/main" id="{9AFA8D26-D109-471F-B8EC-FF4AC9CF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9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enerator-meta-lane">
            <a:extLst xmlns:a="http://schemas.openxmlformats.org/drawingml/2006/main">
              <a:ext uri="{FF2B5EF4-FFF2-40B4-BE49-F238E27FC236}">
                <a16:creationId xmlns:a16="http://schemas.microsoft.com/office/drawing/2014/main" id="{6E6D4554-1328-4C4B-841B-16EA4595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8196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5" name="implementor-meta-lane">
            <a:extLst xmlns:a="http://schemas.openxmlformats.org/drawingml/2006/main">
              <a:ext uri="{FF2B5EF4-FFF2-40B4-BE49-F238E27FC236}">
                <a16:creationId xmlns:a16="http://schemas.microsoft.com/office/drawing/2014/main" id="{72CF6825-51EF-48AF-BF17-8C32011A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1980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6" name="rectifier-meta-lane">
            <a:extLst xmlns:a="http://schemas.openxmlformats.org/drawingml/2006/main">
              <a:ext uri="{FF2B5EF4-FFF2-40B4-BE49-F238E27FC236}">
                <a16:creationId xmlns:a16="http://schemas.microsoft.com/office/drawing/2014/main" id="{6CEAA09A-AEFB-4EB3-9E0E-4732C0C7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219950"/>
            <a:ext cx="2438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D7"/>
          </a:solidFill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87" name="genera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92537CE1-A6E1-404A-9460-B1164CF5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8" name="implemen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AA91B501-A65A-42ED-888C-F91B718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89" name="rectifier-meta-avatar-slot">
            <a:extLst xmlns:a="http://schemas.openxmlformats.org/drawingml/2006/main">
              <a:ext uri="{FF2B5EF4-FFF2-40B4-BE49-F238E27FC236}">
                <a16:creationId xmlns:a16="http://schemas.microsoft.com/office/drawing/2014/main" id="{03B32628-0467-457B-B6DA-44071C28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328" name=""/>
          <p:cNvCxnSpPr>
            <a:stCxn xmlns:a="http://schemas.openxmlformats.org/drawingml/2006/main" id="8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16200000" flipH="1">
            <a:off x="2038350" y="95250"/>
            <a:ext cx="13335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9" name=""/>
          <p:cNvCxnSpPr>
            <a:stCxn xmlns:a="http://schemas.openxmlformats.org/drawingml/2006/main" id="8" idx="6"/>
            <a:endCxn xmlns:a="http://schemas.openxmlformats.org/drawingml/2006/main" id="13" idx="1"/>
          </p:cNvCxnSpPr>
          <p:nvPr/>
        </p:nvCxnSpPr>
        <p:spPr>
          <a:xfrm xmlns:a="http://schemas.openxmlformats.org/drawingml/2006/main" rot="16200000" flipH="1">
            <a:off x="1704975" y="1114425"/>
            <a:ext cx="148590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9160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2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design-to-implement-marker">
            <a:extLst xmlns:a="http://schemas.openxmlformats.org/drawingml/2006/main">
              <a:ext uri="{FF2B5EF4-FFF2-40B4-BE49-F238E27FC236}">
                <a16:creationId xmlns:a16="http://schemas.microsoft.com/office/drawing/2014/main" id="{6EC42D04-3FA8-4747-82CD-CAA9800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6" name="implement-to-execution-marker">
            <a:extLst xmlns:a="http://schemas.openxmlformats.org/drawingml/2006/main">
              <a:ext uri="{FF2B5EF4-FFF2-40B4-BE49-F238E27FC236}">
                <a16:creationId xmlns:a16="http://schemas.microsoft.com/office/drawing/2014/main" id="{BDAD633F-AA1C-4F77-8953-73C25022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7" name="execution-to-rectify-marker">
            <a:extLst xmlns:a="http://schemas.openxmlformats.org/drawingml/2006/main">
              <a:ext uri="{FF2B5EF4-FFF2-40B4-BE49-F238E27FC236}">
                <a16:creationId xmlns:a16="http://schemas.microsoft.com/office/drawing/2014/main" id="{728C260A-596B-4A11-8378-359CEBC6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66950"/>
            <a:ext cx="400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98" name="panel-a-to-tree-marker">
            <a:extLst xmlns:a="http://schemas.openxmlformats.org/drawingml/2006/main">
              <a:ext uri="{FF2B5EF4-FFF2-40B4-BE49-F238E27FC236}">
                <a16:creationId xmlns:a16="http://schemas.microsoft.com/office/drawing/2014/main" id="{A204D69E-14AC-4C00-8633-56C959D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337" name=""/>
          <p:cNvCxnSpPr>
            <a:stCxn xmlns:a="http://schemas.openxmlformats.org/drawingml/2006/main" id="11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428750" y="3390900"/>
            <a:ext cx="190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"/>
          <p:cNvCxnSpPr>
            <a:stCxn xmlns:a="http://schemas.openxmlformats.org/drawingml/2006/main" id="53" idx="6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V="1">
            <a:off x="6686550" y="5400675"/>
            <a:ext cx="30099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9" name=""/>
          <p:cNvCxnSpPr>
            <a:stCxn xmlns:a="http://schemas.openxmlformats.org/drawingml/2006/main" id="59" idx="6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7924800" y="6429375"/>
            <a:ext cx="177165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0" name=""/>
          <p:cNvCxnSpPr>
            <a:stCxn xmlns:a="http://schemas.openxmlformats.org/drawingml/2006/main" id="67" idx="6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8458200" y="7753350"/>
            <a:ext cx="1238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" name="tree-to-generator-dataset-marker">
            <a:extLst xmlns:a="http://schemas.openxmlformats.org/drawingml/2006/main">
              <a:ext uri="{FF2B5EF4-FFF2-40B4-BE49-F238E27FC236}">
                <a16:creationId xmlns:a16="http://schemas.microsoft.com/office/drawing/2014/main" id="{F0CA026A-A6EE-47D6-8A92-C42F27E8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04" name="tree-to-implementor-dataset-marker">
            <a:extLst xmlns:a="http://schemas.openxmlformats.org/drawingml/2006/main">
              <a:ext uri="{FF2B5EF4-FFF2-40B4-BE49-F238E27FC236}">
                <a16:creationId xmlns:a16="http://schemas.microsoft.com/office/drawing/2014/main" id="{AD6748E3-32D5-48BD-A539-9A83E6A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3627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105" name="tree-to-rectifier-dataset-marker">
            <a:extLst xmlns:a="http://schemas.openxmlformats.org/drawingml/2006/main">
              <a:ext uri="{FF2B5EF4-FFF2-40B4-BE49-F238E27FC236}">
                <a16:creationId xmlns:a16="http://schemas.microsoft.com/office/drawing/2014/main" id="{3E37C4E5-BF9E-404E-92E4-E3AECB2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5438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344" name=""/>
          <p:cNvCxnSpPr>
            <a:stCxn xmlns:a="http://schemas.openxmlformats.org/drawingml/2006/main" id="69" idx="3"/>
            <a:endCxn xmlns:a="http://schemas.openxmlformats.org/drawingml/2006/main" id="78" idx="2"/>
          </p:cNvCxnSpPr>
          <p:nvPr/>
        </p:nvCxnSpPr>
        <p:spPr>
          <a:xfrm xmlns:a="http://schemas.openxmlformats.org/drawingml/2006/main">
            <a:off x="11582400" y="5400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" name=""/>
          <p:cNvCxnSpPr>
            <a:stCxn xmlns:a="http://schemas.openxmlformats.org/drawingml/2006/main" id="81" idx="6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2363450" y="53340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" name=""/>
          <p:cNvCxnSpPr>
            <a:stCxn xmlns:a="http://schemas.openxmlformats.org/drawingml/2006/main" id="72" idx="3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11582400" y="65817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7" name=""/>
          <p:cNvCxnSpPr>
            <a:stCxn xmlns:a="http://schemas.openxmlformats.org/drawingml/2006/main" id="82" idx="6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2363450" y="6534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"/>
          <p:cNvCxnSpPr>
            <a:stCxn xmlns:a="http://schemas.openxmlformats.org/drawingml/2006/main" id="75" idx="3"/>
            <a:endCxn xmlns:a="http://schemas.openxmlformats.org/drawingml/2006/main" id="80" idx="2"/>
          </p:cNvCxnSpPr>
          <p:nvPr/>
        </p:nvCxnSpPr>
        <p:spPr>
          <a:xfrm xmlns:a="http://schemas.openxmlformats.org/drawingml/2006/main">
            <a:off x="11582400" y="7762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"/>
          <p:cNvCxnSpPr>
            <a:stCxn xmlns:a="http://schemas.openxmlformats.org/drawingml/2006/main" id="83" idx="6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2363450" y="77343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"/>
          <p:cNvCxnSpPr>
            <a:stCxn xmlns:a="http://schemas.openxmlformats.org/drawingml/2006/main" id="8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 rot="5400000">
            <a:off x="638175" y="1514475"/>
            <a:ext cx="952500" cy="66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1" name=""/>
          <p:cNvCxnSpPr>
            <a:stCxn xmlns:a="http://schemas.openxmlformats.org/drawingml/2006/main" id="8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 rot="16200000" flipH="1">
            <a:off x="1276350" y="1543050"/>
            <a:ext cx="952500" cy="609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955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2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123950" y="2667000"/>
            <a:ext cx="590550" cy="0"/>
          </a:xfrm>
          <a:prstGeom xmlns:a="http://schemas.openxmlformats.org/drawingml/2006/main" prst="curvedConnector2">
            <a:avLst/>
          </a:prstGeom>
          <a:ln xmlns:a="http://schemas.openxmlformats.org/drawingml/2006/main" w="20955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3" name=""/>
          <p:cNvCxnSpPr>
            <a:stCxn xmlns:a="http://schemas.openxmlformats.org/drawingml/2006/main" id="24" idx="6"/>
            <a:endCxn xmlns:a="http://schemas.openxmlformats.org/drawingml/2006/main" id="25" idx="3"/>
          </p:cNvCxnSpPr>
          <p:nvPr/>
        </p:nvCxnSpPr>
        <p:spPr>
          <a:xfrm xmlns:a="http://schemas.openxmlformats.org/drawingml/2006/main" rot="5400000">
            <a:off x="4157663" y="2413152"/>
            <a:ext cx="49061" cy="43958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" name=""/>
          <p:cNvCxnSpPr>
            <a:stCxn xmlns:a="http://schemas.openxmlformats.org/drawingml/2006/main" id="25" idx="5"/>
            <a:endCxn xmlns:a="http://schemas.openxmlformats.org/drawingml/2006/main" id="26" idx="1"/>
          </p:cNvCxnSpPr>
          <p:nvPr/>
        </p:nvCxnSpPr>
        <p:spPr>
          <a:xfrm xmlns:a="http://schemas.openxmlformats.org/drawingml/2006/main" rot="16200000" flipH="1">
            <a:off x="4827739" y="2465539"/>
            <a:ext cx="174322" cy="46007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" name=""/>
          <p:cNvCxnSpPr>
            <a:stCxn xmlns:a="http://schemas.openxmlformats.org/drawingml/2006/main" id="26" idx="3"/>
            <a:endCxn xmlns:a="http://schemas.openxmlformats.org/drawingml/2006/main" id="27" idx="7"/>
          </p:cNvCxnSpPr>
          <p:nvPr/>
        </p:nvCxnSpPr>
        <p:spPr>
          <a:xfrm xmlns:a="http://schemas.openxmlformats.org/drawingml/2006/main" rot="5400000">
            <a:off x="4827739" y="2808439"/>
            <a:ext cx="60022" cy="57437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6" name=""/>
          <p:cNvCxnSpPr>
            <a:stCxn xmlns:a="http://schemas.openxmlformats.org/drawingml/2006/main" id="27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rot="16200000" flipH="1">
            <a:off x="3932389" y="2770339"/>
            <a:ext cx="326722" cy="38387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7" name=""/>
          <p:cNvCxnSpPr>
            <a:stCxn xmlns:a="http://schemas.openxmlformats.org/drawingml/2006/main" id="24" idx="5"/>
            <a:endCxn xmlns:a="http://schemas.openxmlformats.org/drawingml/2006/main" id="26" idx="2"/>
          </p:cNvCxnSpPr>
          <p:nvPr/>
        </p:nvCxnSpPr>
        <p:spPr>
          <a:xfrm xmlns:a="http://schemas.openxmlformats.org/drawingml/2006/main" rot="16200000" flipH="1">
            <a:off x="4432452" y="2270277"/>
            <a:ext cx="125261" cy="118253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19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" name=""/>
          <p:cNvCxnSpPr>
            <a:stCxn xmlns:a="http://schemas.openxmlformats.org/drawingml/2006/main" id="31" idx="7"/>
            <a:endCxn xmlns:a="http://schemas.openxmlformats.org/drawingml/2006/main" id="32" idx="3"/>
          </p:cNvCxnSpPr>
          <p:nvPr/>
        </p:nvCxnSpPr>
        <p:spPr>
          <a:xfrm xmlns:a="http://schemas.openxmlformats.org/drawingml/2006/main" rot="5400000">
            <a:off x="7109794" y="2232994"/>
            <a:ext cx="67913" cy="44891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"/>
          <p:cNvCxnSpPr>
            <a:stCxn xmlns:a="http://schemas.openxmlformats.org/drawingml/2006/main" id="32" idx="5"/>
            <a:endCxn xmlns:a="http://schemas.openxmlformats.org/drawingml/2006/main" id="33" idx="1"/>
          </p:cNvCxnSpPr>
          <p:nvPr/>
        </p:nvCxnSpPr>
        <p:spPr>
          <a:xfrm xmlns:a="http://schemas.openxmlformats.org/drawingml/2006/main" rot="16200000" flipH="1">
            <a:off x="7786069" y="2261569"/>
            <a:ext cx="163163" cy="48701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" name=""/>
          <p:cNvCxnSpPr>
            <a:stCxn xmlns:a="http://schemas.openxmlformats.org/drawingml/2006/main" id="33" idx="3"/>
            <a:endCxn xmlns:a="http://schemas.openxmlformats.org/drawingml/2006/main" id="34" idx="7"/>
          </p:cNvCxnSpPr>
          <p:nvPr/>
        </p:nvCxnSpPr>
        <p:spPr>
          <a:xfrm xmlns:a="http://schemas.openxmlformats.org/drawingml/2006/main" rot="5400000">
            <a:off x="7738444" y="2709244"/>
            <a:ext cx="239363" cy="50606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" name=""/>
          <p:cNvCxnSpPr>
            <a:stCxn xmlns:a="http://schemas.openxmlformats.org/drawingml/2006/main" id="34" idx="1"/>
            <a:endCxn xmlns:a="http://schemas.openxmlformats.org/drawingml/2006/main" id="31" idx="5"/>
          </p:cNvCxnSpPr>
          <p:nvPr/>
        </p:nvCxnSpPr>
        <p:spPr>
          <a:xfrm xmlns:a="http://schemas.openxmlformats.org/drawingml/2006/main" rot="16200000" flipH="1">
            <a:off x="6966919" y="2699719"/>
            <a:ext cx="334613" cy="42986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2" name=""/>
          <p:cNvCxnSpPr>
            <a:stCxn xmlns:a="http://schemas.openxmlformats.org/drawingml/2006/main" id="31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 rot="16200000" flipH="1">
            <a:off x="7467600" y="2124075"/>
            <a:ext cx="95250" cy="1085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524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"/>
          <p:cNvCxnSpPr>
            <a:stCxn xmlns:a="http://schemas.openxmlformats.org/drawingml/2006/main" id="19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11563350" y="2514600"/>
            <a:ext cx="323850" cy="0"/>
          </a:xfrm>
          <a:prstGeom xmlns:a="http://schemas.openxmlformats.org/drawingml/2006/main" prst="curvedConnector2">
            <a:avLst/>
          </a:prstGeom>
          <a:ln xmlns:a="http://schemas.openxmlformats.org/drawingml/2006/main" w="22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rectify-feedback-marker">
            <a:extLst xmlns:a="http://schemas.openxmlformats.org/drawingml/2006/main">
              <a:ext uri="{FF2B5EF4-FFF2-40B4-BE49-F238E27FC236}">
                <a16:creationId xmlns:a16="http://schemas.microsoft.com/office/drawing/2014/main" id="{F5D6E700-D4E7-46F4-8A86-7914A00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24150"/>
            <a:ext cx="40005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cxnSp>
        <p:nvCxnSpPr>
          <p:cNvPr id="366" name=""/>
          <p:cNvCxnSpPr>
            <a:stCxn xmlns:a="http://schemas.openxmlformats.org/drawingml/2006/main" id="28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rot="5400000">
            <a:off x="10017708" y="2302458"/>
            <a:ext cx="43283" cy="36713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"/>
          <p:cNvCxnSpPr>
            <a:stCxn xmlns:a="http://schemas.openxmlformats.org/drawingml/2006/main" id="29" idx="5"/>
            <a:endCxn xmlns:a="http://schemas.openxmlformats.org/drawingml/2006/main" id="30" idx="1"/>
          </p:cNvCxnSpPr>
          <p:nvPr/>
        </p:nvCxnSpPr>
        <p:spPr>
          <a:xfrm xmlns:a="http://schemas.openxmlformats.org/drawingml/2006/main" rot="16200000" flipH="1">
            <a:off x="10474908" y="2454858"/>
            <a:ext cx="309983" cy="32903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"/>
          <p:cNvCxnSpPr>
            <a:stCxn xmlns:a="http://schemas.openxmlformats.org/drawingml/2006/main" id="35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 rot="16200000" flipH="1">
            <a:off x="12920663" y="2767013"/>
            <a:ext cx="73691" cy="50231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9" name=""/>
          <p:cNvCxnSpPr>
            <a:stCxn xmlns:a="http://schemas.openxmlformats.org/drawingml/2006/main" id="36" idx="7"/>
            <a:endCxn xmlns:a="http://schemas.openxmlformats.org/drawingml/2006/main" id="37" idx="2"/>
          </p:cNvCxnSpPr>
          <p:nvPr/>
        </p:nvCxnSpPr>
        <p:spPr>
          <a:xfrm xmlns:a="http://schemas.openxmlformats.org/drawingml/2006/main" rot="5400000">
            <a:off x="13723272" y="2776538"/>
            <a:ext cx="73691" cy="48326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" name=""/>
          <p:cNvCxnSpPr>
            <a:stCxn xmlns:a="http://schemas.openxmlformats.org/drawingml/2006/main" id="50" idx="4"/>
            <a:endCxn xmlns:a="http://schemas.openxmlformats.org/drawingml/2006/main" id="51" idx="0"/>
          </p:cNvCxnSpPr>
          <p:nvPr/>
        </p:nvCxnSpPr>
        <p:spPr>
          <a:xfrm xmlns:a="http://schemas.openxmlformats.org/drawingml/2006/main" rot="5400000">
            <a:off x="4029075" y="4381500"/>
            <a:ext cx="190500" cy="14097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1" name=""/>
          <p:cNvCxnSpPr>
            <a:stCxn xmlns:a="http://schemas.openxmlformats.org/drawingml/2006/main" id="50" idx="4"/>
            <a:endCxn xmlns:a="http://schemas.openxmlformats.org/drawingml/2006/main" id="52" idx="0"/>
          </p:cNvCxnSpPr>
          <p:nvPr/>
        </p:nvCxnSpPr>
        <p:spPr>
          <a:xfrm xmlns:a="http://schemas.openxmlformats.org/drawingml/2006/main" rot="16200000" flipH="1">
            <a:off x="4781550" y="5038725"/>
            <a:ext cx="19050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" name=""/>
          <p:cNvCxnSpPr>
            <a:stCxn xmlns:a="http://schemas.openxmlformats.org/drawingml/2006/main" id="50" idx="4"/>
            <a:endCxn xmlns:a="http://schemas.openxmlformats.org/drawingml/2006/main" id="53" idx="0"/>
          </p:cNvCxnSpPr>
          <p:nvPr/>
        </p:nvCxnSpPr>
        <p:spPr>
          <a:xfrm xmlns:a="http://schemas.openxmlformats.org/drawingml/2006/main" rot="16200000" flipH="1">
            <a:off x="5534025" y="4286250"/>
            <a:ext cx="190500" cy="1600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"/>
          <p:cNvCxnSpPr>
            <a:stCxn xmlns:a="http://schemas.openxmlformats.org/drawingml/2006/main" id="51" idx="4"/>
            <a:endCxn xmlns:a="http://schemas.openxmlformats.org/drawingml/2006/main" id="54" idx="0"/>
          </p:cNvCxnSpPr>
          <p:nvPr/>
        </p:nvCxnSpPr>
        <p:spPr>
          <a:xfrm xmlns:a="http://schemas.openxmlformats.org/drawingml/2006/main" rot="5400000">
            <a:off x="2638425" y="5410200"/>
            <a:ext cx="495300" cy="1066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" name=""/>
          <p:cNvCxnSpPr>
            <a:stCxn xmlns:a="http://schemas.openxmlformats.org/drawingml/2006/main" id="51" idx="4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419475" y="5695950"/>
            <a:ext cx="0" cy="495300"/>
          </a:xfrm>
          <a:prstGeom xmlns:a="http://schemas.openxmlformats.org/drawingml/2006/main" prst="curvedConnector2">
            <a:avLst/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"/>
          <p:cNvCxnSpPr>
            <a:stCxn xmlns:a="http://schemas.openxmlformats.org/drawingml/2006/main" id="52" idx="4"/>
            <a:endCxn xmlns:a="http://schemas.openxmlformats.org/drawingml/2006/main" id="56" idx="0"/>
          </p:cNvCxnSpPr>
          <p:nvPr/>
        </p:nvCxnSpPr>
        <p:spPr>
          <a:xfrm xmlns:a="http://schemas.openxmlformats.org/drawingml/2006/main" rot="5400000">
            <a:off x="4457700" y="5724525"/>
            <a:ext cx="495300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"/>
          <p:cNvCxnSpPr>
            <a:stCxn xmlns:a="http://schemas.openxmlformats.org/drawingml/2006/main" id="52" idx="4"/>
            <a:endCxn xmlns:a="http://schemas.openxmlformats.org/drawingml/2006/main" id="57" idx="0"/>
          </p:cNvCxnSpPr>
          <p:nvPr/>
        </p:nvCxnSpPr>
        <p:spPr>
          <a:xfrm xmlns:a="http://schemas.openxmlformats.org/drawingml/2006/main" rot="16200000" flipH="1">
            <a:off x="4991100" y="5629275"/>
            <a:ext cx="495300" cy="628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"/>
          <p:cNvCxnSpPr>
            <a:stCxn xmlns:a="http://schemas.openxmlformats.org/drawingml/2006/main" id="53" idx="4"/>
            <a:endCxn xmlns:a="http://schemas.openxmlformats.org/drawingml/2006/main" id="58" idx="0"/>
          </p:cNvCxnSpPr>
          <p:nvPr/>
        </p:nvCxnSpPr>
        <p:spPr>
          <a:xfrm xmlns:a="http://schemas.openxmlformats.org/drawingml/2006/main" rot="16200000" flipH="1">
            <a:off x="6276975" y="5848350"/>
            <a:ext cx="495300" cy="190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" name=""/>
          <p:cNvCxnSpPr>
            <a:stCxn xmlns:a="http://schemas.openxmlformats.org/drawingml/2006/main" id="53" idx="4"/>
            <a:endCxn xmlns:a="http://schemas.openxmlformats.org/drawingml/2006/main" id="59" idx="0"/>
          </p:cNvCxnSpPr>
          <p:nvPr/>
        </p:nvCxnSpPr>
        <p:spPr>
          <a:xfrm xmlns:a="http://schemas.openxmlformats.org/drawingml/2006/main" rot="16200000" flipH="1">
            <a:off x="6810375" y="5314950"/>
            <a:ext cx="495300" cy="12573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" name=""/>
          <p:cNvCxnSpPr>
            <a:stCxn xmlns:a="http://schemas.openxmlformats.org/drawingml/2006/main" id="54" idx="4"/>
            <a:endCxn xmlns:a="http://schemas.openxmlformats.org/drawingml/2006/main" id="60" idx="0"/>
          </p:cNvCxnSpPr>
          <p:nvPr/>
        </p:nvCxnSpPr>
        <p:spPr>
          <a:xfrm xmlns:a="http://schemas.openxmlformats.org/drawingml/2006/main" rot="5400000">
            <a:off x="1462088" y="6634163"/>
            <a:ext cx="857250" cy="923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0" name=""/>
          <p:cNvCxnSpPr>
            <a:stCxn xmlns:a="http://schemas.openxmlformats.org/drawingml/2006/main" id="55" idx="4"/>
            <a:endCxn xmlns:a="http://schemas.openxmlformats.org/drawingml/2006/main" id="61" idx="0"/>
          </p:cNvCxnSpPr>
          <p:nvPr/>
        </p:nvCxnSpPr>
        <p:spPr>
          <a:xfrm xmlns:a="http://schemas.openxmlformats.org/drawingml/2006/main" rot="5400000">
            <a:off x="2481263" y="6586538"/>
            <a:ext cx="857250" cy="1019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1" name=""/>
          <p:cNvCxnSpPr>
            <a:stCxn xmlns:a="http://schemas.openxmlformats.org/drawingml/2006/main" id="55" idx="4"/>
            <a:endCxn xmlns:a="http://schemas.openxmlformats.org/drawingml/2006/main" id="62" idx="0"/>
          </p:cNvCxnSpPr>
          <p:nvPr/>
        </p:nvCxnSpPr>
        <p:spPr>
          <a:xfrm xmlns:a="http://schemas.openxmlformats.org/drawingml/2006/main" rot="5400000">
            <a:off x="2967038" y="7072313"/>
            <a:ext cx="857250" cy="476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"/>
          <p:cNvCxnSpPr>
            <a:stCxn xmlns:a="http://schemas.openxmlformats.org/drawingml/2006/main" id="56" idx="4"/>
            <a:endCxn xmlns:a="http://schemas.openxmlformats.org/drawingml/2006/main" id="63" idx="0"/>
          </p:cNvCxnSpPr>
          <p:nvPr/>
        </p:nvCxnSpPr>
        <p:spPr>
          <a:xfrm xmlns:a="http://schemas.openxmlformats.org/drawingml/2006/main" rot="5400000">
            <a:off x="3986213" y="7024688"/>
            <a:ext cx="857250" cy="142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3" name=""/>
          <p:cNvCxnSpPr>
            <a:stCxn xmlns:a="http://schemas.openxmlformats.org/drawingml/2006/main" id="57" idx="4"/>
            <a:endCxn xmlns:a="http://schemas.openxmlformats.org/drawingml/2006/main" id="64" idx="0"/>
          </p:cNvCxnSpPr>
          <p:nvPr/>
        </p:nvCxnSpPr>
        <p:spPr>
          <a:xfrm xmlns:a="http://schemas.openxmlformats.org/drawingml/2006/main" rot="5400000">
            <a:off x="5005388" y="6977063"/>
            <a:ext cx="857250" cy="2381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4" name=""/>
          <p:cNvCxnSpPr>
            <a:stCxn xmlns:a="http://schemas.openxmlformats.org/drawingml/2006/main" id="58" idx="4"/>
            <a:endCxn xmlns:a="http://schemas.openxmlformats.org/drawingml/2006/main" id="65" idx="0"/>
          </p:cNvCxnSpPr>
          <p:nvPr/>
        </p:nvCxnSpPr>
        <p:spPr>
          <a:xfrm xmlns:a="http://schemas.openxmlformats.org/drawingml/2006/main" rot="5400000">
            <a:off x="6024563" y="6929438"/>
            <a:ext cx="857250" cy="333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" name=""/>
          <p:cNvCxnSpPr>
            <a:stCxn xmlns:a="http://schemas.openxmlformats.org/drawingml/2006/main" id="58" idx="4"/>
            <a:endCxn xmlns:a="http://schemas.openxmlformats.org/drawingml/2006/main" id="66" idx="0"/>
          </p:cNvCxnSpPr>
          <p:nvPr/>
        </p:nvCxnSpPr>
        <p:spPr>
          <a:xfrm xmlns:a="http://schemas.openxmlformats.org/drawingml/2006/main" rot="16200000" flipH="1">
            <a:off x="6510338" y="6777038"/>
            <a:ext cx="857250" cy="638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6" name=""/>
          <p:cNvCxnSpPr>
            <a:stCxn xmlns:a="http://schemas.openxmlformats.org/drawingml/2006/main" id="59" idx="4"/>
            <a:endCxn xmlns:a="http://schemas.openxmlformats.org/drawingml/2006/main" id="67" idx="0"/>
          </p:cNvCxnSpPr>
          <p:nvPr/>
        </p:nvCxnSpPr>
        <p:spPr>
          <a:xfrm xmlns:a="http://schemas.openxmlformats.org/drawingml/2006/main" rot="16200000" flipH="1">
            <a:off x="7529513" y="6824663"/>
            <a:ext cx="857250" cy="542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7" name=""/>
          <p:cNvCxnSpPr>
            <a:stCxn xmlns:a="http://schemas.openxmlformats.org/drawingml/2006/main" id="61" idx="6"/>
            <a:endCxn xmlns:a="http://schemas.openxmlformats.org/drawingml/2006/main" id="62" idx="2"/>
          </p:cNvCxnSpPr>
          <p:nvPr/>
        </p:nvCxnSpPr>
        <p:spPr>
          <a:xfrm xmlns:a="http://schemas.openxmlformats.org/drawingml/2006/main">
            <a:off x="26289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8" name=""/>
          <p:cNvCxnSpPr>
            <a:stCxn xmlns:a="http://schemas.openxmlformats.org/drawingml/2006/main" id="65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65151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714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9" name=""/>
          <p:cNvCxnSpPr>
            <a:stCxn xmlns:a="http://schemas.openxmlformats.org/drawingml/2006/main" id="67" idx="6"/>
            <a:endCxn xmlns:a="http://schemas.openxmlformats.org/drawingml/2006/main" id="59" idx="6"/>
          </p:cNvCxnSpPr>
          <p:nvPr/>
        </p:nvCxnSpPr>
        <p:spPr>
          <a:xfrm xmlns:a="http://schemas.openxmlformats.org/drawingml/2006/main" rot="16200000" flipH="1">
            <a:off x="7529513" y="6824663"/>
            <a:ext cx="1323975" cy="5334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90" name=""/>
          <p:cNvCxnSpPr>
            <a:stCxn xmlns:a="http://schemas.openxmlformats.org/drawingml/2006/main" id="59" idx="6"/>
            <a:endCxn xmlns:a="http://schemas.openxmlformats.org/drawingml/2006/main" id="53" idx="6"/>
          </p:cNvCxnSpPr>
          <p:nvPr/>
        </p:nvCxnSpPr>
        <p:spPr>
          <a:xfrm xmlns:a="http://schemas.openxmlformats.org/drawingml/2006/main" rot="16200000" flipH="1">
            <a:off x="6810375" y="5314950"/>
            <a:ext cx="990600" cy="1238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3813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53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B06F866A-99EC-4F98-8DCA-9877D85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MAS² for Automatically Constructing Multi-Agent Systems</a:t>
            </a:r>
          </a:p>
        </p:txBody>
      </p:sp>
      <p:sp>
        <p:nvSpPr>
          <p:cNvPr id="154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2DB47722-3979-435E-9A72-2EFF086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52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Collaborative Tree</a:t>
            </a:r>
          </a:p>
        </p:txBody>
      </p:sp>
      <p:sp>
        <p:nvSpPr>
          <p:cNvPr id="155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058E5B2C-8A8D-49A3-8F6F-4E89BF4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Specializing Meta Agents</a:t>
            </a:r>
          </a:p>
        </p:txBody>
      </p:sp>
      <p:sp>
        <p:nvSpPr>
          <p:cNvPr id="156" name="generator-role">
            <a:extLst xmlns:a="http://schemas.openxmlformats.org/drawingml/2006/main">
              <a:ext uri="{FF2B5EF4-FFF2-40B4-BE49-F238E27FC236}">
                <a16:creationId xmlns:a16="http://schemas.microsoft.com/office/drawing/2014/main" id="{6A7B8A34-012C-48A6-9025-C0096B21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157" name="generator-symbol">
            <a:extLst xmlns:a="http://schemas.openxmlformats.org/drawingml/2006/main">
              <a:ext uri="{FF2B5EF4-FFF2-40B4-BE49-F238E27FC236}">
                <a16:creationId xmlns:a16="http://schemas.microsoft.com/office/drawing/2014/main" id="{1DDBA3C1-CD95-4406-8720-D316387B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A_gen</a:t>
            </a:r>
          </a:p>
        </p:txBody>
      </p:sp>
      <p:sp>
        <p:nvSpPr>
          <p:cNvPr id="158" name="mas2-label">
            <a:extLst xmlns:a="http://schemas.openxmlformats.org/drawingml/2006/main">
              <a:ext uri="{FF2B5EF4-FFF2-40B4-BE49-F238E27FC236}">
                <a16:creationId xmlns:a16="http://schemas.microsoft.com/office/drawing/2014/main" id="{139186E3-D068-4E2A-8B4A-6CE5EB86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66875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MAS²</a:t>
            </a:r>
          </a:p>
        </p:txBody>
      </p:sp>
      <p:sp>
        <p:nvSpPr>
          <p:cNvPr id="159" name="implementor-role">
            <a:extLst xmlns:a="http://schemas.openxmlformats.org/drawingml/2006/main">
              <a:ext uri="{FF2B5EF4-FFF2-40B4-BE49-F238E27FC236}">
                <a16:creationId xmlns:a16="http://schemas.microsoft.com/office/drawing/2014/main" id="{A8CAB7DD-92C0-421A-BAC6-40C8964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0099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A_imp</a:t>
            </a:r>
          </a:p>
        </p:txBody>
      </p:sp>
      <p:sp>
        <p:nvSpPr>
          <p:cNvPr id="160" name="rectifier-role">
            <a:extLst xmlns:a="http://schemas.openxmlformats.org/drawingml/2006/main">
              <a:ext uri="{FF2B5EF4-FFF2-40B4-BE49-F238E27FC236}">
                <a16:creationId xmlns:a16="http://schemas.microsoft.com/office/drawing/2014/main" id="{7B90336A-80A0-4358-BA3B-CA6A0658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A_rec</a:t>
            </a:r>
          </a:p>
        </p:txBody>
      </p:sp>
      <p:sp>
        <p:nvSpPr>
          <p:cNvPr id="161" name="generator-slot-letter">
            <a:extLst xmlns:a="http://schemas.openxmlformats.org/drawingml/2006/main">
              <a:ext uri="{FF2B5EF4-FFF2-40B4-BE49-F238E27FC236}">
                <a16:creationId xmlns:a16="http://schemas.microsoft.com/office/drawing/2014/main" id="{AA04CAAB-C68B-4272-8F2F-3B68B872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62" name="implementor-slot-letter">
            <a:extLst xmlns:a="http://schemas.openxmlformats.org/drawingml/2006/main">
              <a:ext uri="{FF2B5EF4-FFF2-40B4-BE49-F238E27FC236}">
                <a16:creationId xmlns:a16="http://schemas.microsoft.com/office/drawing/2014/main" id="{54EF06C2-83F1-4FCD-A6DB-AE6C9749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63" name="rectifier-slot-letter">
            <a:extLst xmlns:a="http://schemas.openxmlformats.org/drawingml/2006/main">
              <a:ext uri="{FF2B5EF4-FFF2-40B4-BE49-F238E27FC236}">
                <a16:creationId xmlns:a16="http://schemas.microsoft.com/office/drawing/2014/main" id="{3C41FE50-C690-4CE1-AC1E-B7021FA5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64" name="query-prefix">
            <a:extLst xmlns:a="http://schemas.openxmlformats.org/drawingml/2006/main">
              <a:ext uri="{FF2B5EF4-FFF2-40B4-BE49-F238E27FC236}">
                <a16:creationId xmlns:a16="http://schemas.microsoft.com/office/drawing/2014/main" id="{792EB9A0-73EF-4907-AAC4-F99CBC6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Task Query:</a:t>
            </a:r>
          </a:p>
        </p:txBody>
      </p:sp>
      <p:sp>
        <p:nvSpPr>
          <p:cNvPr id="165" name="query-content">
            <a:extLst xmlns:a="http://schemas.openxmlformats.org/drawingml/2006/main">
              <a:ext uri="{FF2B5EF4-FFF2-40B4-BE49-F238E27FC236}">
                <a16:creationId xmlns:a16="http://schemas.microsoft.com/office/drawing/2014/main" id="{8E6C8A32-C056-470F-8B28-4DAC0599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0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According to Google Finance, when was the first year Apple stock went above $5 (without adjusting for stock split)?</a:t>
            </a:r>
          </a:p>
        </p:txBody>
      </p:sp>
      <p:sp>
        <p:nvSpPr>
          <p:cNvPr id="166" name="design-title">
            <a:extLst xmlns:a="http://schemas.openxmlformats.org/drawingml/2006/main">
              <a:ext uri="{FF2B5EF4-FFF2-40B4-BE49-F238E27FC236}">
                <a16:creationId xmlns:a16="http://schemas.microsoft.com/office/drawing/2014/main" id="{91509EE3-9DA8-47FD-A904-EE6D7353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04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Design MAS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template</a:t>
            </a:r>
          </a:p>
        </p:txBody>
      </p:sp>
      <p:sp>
        <p:nvSpPr>
          <p:cNvPr id="167" name="implement-title">
            <a:extLst xmlns:a="http://schemas.openxmlformats.org/drawingml/2006/main">
              <a:ext uri="{FF2B5EF4-FFF2-40B4-BE49-F238E27FC236}">
                <a16:creationId xmlns:a16="http://schemas.microsoft.com/office/drawing/2014/main" id="{C3B94960-7E55-45D2-B2D7-AAF4979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049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workflow</a:t>
            </a:r>
          </a:p>
        </p:txBody>
      </p:sp>
      <p:sp>
        <p:nvSpPr>
          <p:cNvPr id="168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1E9B9EB6-566D-48F6-888B-CDC8A5A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049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Execution</a:t>
            </a:r>
          </a:p>
        </p:txBody>
      </p:sp>
      <p:sp>
        <p:nvSpPr>
          <p:cNvPr id="169" name="rectify-title">
            <a:extLst xmlns:a="http://schemas.openxmlformats.org/drawingml/2006/main">
              <a:ext uri="{FF2B5EF4-FFF2-40B4-BE49-F238E27FC236}">
                <a16:creationId xmlns:a16="http://schemas.microsoft.com/office/drawing/2014/main" id="{D0C95BD5-2AF1-44C0-BE69-9DC68CC4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5049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Rectify MAS configs</a:t>
            </a:r>
          </a:p>
        </p:txBody>
      </p:sp>
      <p:sp>
        <p:nvSpPr>
          <p:cNvPr id="170" name="design-avatar-letter">
            <a:extLst xmlns:a="http://schemas.openxmlformats.org/drawingml/2006/main">
              <a:ext uri="{FF2B5EF4-FFF2-40B4-BE49-F238E27FC236}">
                <a16:creationId xmlns:a16="http://schemas.microsoft.com/office/drawing/2014/main" id="{687B2022-C164-42C4-ABB2-589B0136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71" name="implement-avatar-letter">
            <a:extLst xmlns:a="http://schemas.openxmlformats.org/drawingml/2006/main">
              <a:ext uri="{FF2B5EF4-FFF2-40B4-BE49-F238E27FC236}">
                <a16:creationId xmlns:a16="http://schemas.microsoft.com/office/drawing/2014/main" id="{2FD4E3C2-D7E2-4FBD-A78A-83FF54ED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72" name="rectify-avatar-letter">
            <a:extLst xmlns:a="http://schemas.openxmlformats.org/drawingml/2006/main">
              <a:ext uri="{FF2B5EF4-FFF2-40B4-BE49-F238E27FC236}">
                <a16:creationId xmlns:a16="http://schemas.microsoft.com/office/drawing/2014/main" id="{515542E1-9620-4DA6-AE1E-7F9D195F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73" name="execution-avatar-letter">
            <a:extLst xmlns:a="http://schemas.openxmlformats.org/drawingml/2006/main">
              <a:ext uri="{FF2B5EF4-FFF2-40B4-BE49-F238E27FC236}">
                <a16:creationId xmlns:a16="http://schemas.microsoft.com/office/drawing/2014/main" id="{3CBC05E7-E67E-4C3C-8B9B-C6C4E0B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74" name="design-role-1">
            <a:extLst xmlns:a="http://schemas.openxmlformats.org/drawingml/2006/main">
              <a:ext uri="{FF2B5EF4-FFF2-40B4-BE49-F238E27FC236}">
                <a16:creationId xmlns:a16="http://schemas.microsoft.com/office/drawing/2014/main" id="{BBF6EC2C-E826-4D1A-9A3E-8C9610F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175" name="design-role-2">
            <a:extLst xmlns:a="http://schemas.openxmlformats.org/drawingml/2006/main">
              <a:ext uri="{FF2B5EF4-FFF2-40B4-BE49-F238E27FC236}">
                <a16:creationId xmlns:a16="http://schemas.microsoft.com/office/drawing/2014/main" id="{CF722B86-6015-4061-BEE7-D967501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176" name="design-role-3">
            <a:extLst xmlns:a="http://schemas.openxmlformats.org/drawingml/2006/main">
              <a:ext uri="{FF2B5EF4-FFF2-40B4-BE49-F238E27FC236}">
                <a16:creationId xmlns:a16="http://schemas.microsoft.com/office/drawing/2014/main" id="{2DEBD9E7-3AEA-4E0B-92DA-705FA6A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Summarizer</a:t>
            </a:r>
          </a:p>
        </p:txBody>
      </p:sp>
      <p:sp>
        <p:nvSpPr>
          <p:cNvPr id="177" name="design-role-4">
            <a:extLst xmlns:a="http://schemas.openxmlformats.org/drawingml/2006/main">
              <a:ext uri="{FF2B5EF4-FFF2-40B4-BE49-F238E27FC236}">
                <a16:creationId xmlns:a16="http://schemas.microsoft.com/office/drawing/2014/main" id="{187B8C15-3D1B-417D-B212-F32B18D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 Surfer</a:t>
            </a:r>
          </a:p>
        </p:txBody>
      </p:sp>
      <p:sp>
        <p:nvSpPr>
          <p:cNvPr id="178" name="implement-role-1">
            <a:extLst xmlns:a="http://schemas.openxmlformats.org/drawingml/2006/main">
              <a:ext uri="{FF2B5EF4-FFF2-40B4-BE49-F238E27FC236}">
                <a16:creationId xmlns:a16="http://schemas.microsoft.com/office/drawing/2014/main" id="{80CA95FD-C1E1-4432-ACF9-DB87152F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179" name="implement-role-2">
            <a:extLst xmlns:a="http://schemas.openxmlformats.org/drawingml/2006/main">
              <a:ext uri="{FF2B5EF4-FFF2-40B4-BE49-F238E27FC236}">
                <a16:creationId xmlns:a16="http://schemas.microsoft.com/office/drawing/2014/main" id="{4A13084E-155C-4A45-B77A-BB42016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180" name="implement-role-3">
            <a:extLst xmlns:a="http://schemas.openxmlformats.org/drawingml/2006/main">
              <a:ext uri="{FF2B5EF4-FFF2-40B4-BE49-F238E27FC236}">
                <a16:creationId xmlns:a16="http://schemas.microsoft.com/office/drawing/2014/main" id="{3E95769E-7B88-4C98-ACC2-D019041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Summarizer</a:t>
            </a:r>
          </a:p>
        </p:txBody>
      </p:sp>
      <p:sp>
        <p:nvSpPr>
          <p:cNvPr id="181" name="implement-role-4">
            <a:extLst xmlns:a="http://schemas.openxmlformats.org/drawingml/2006/main">
              <a:ext uri="{FF2B5EF4-FFF2-40B4-BE49-F238E27FC236}">
                <a16:creationId xmlns:a16="http://schemas.microsoft.com/office/drawing/2014/main" id="{31341885-2103-490A-97FF-878A71E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 Surfer</a:t>
            </a:r>
          </a:p>
        </p:txBody>
      </p:sp>
      <p:sp>
        <p:nvSpPr>
          <p:cNvPr id="182" name="execution-assign">
            <a:extLst xmlns:a="http://schemas.openxmlformats.org/drawingml/2006/main">
              <a:ext uri="{FF2B5EF4-FFF2-40B4-BE49-F238E27FC236}">
                <a16:creationId xmlns:a16="http://schemas.microsoft.com/office/drawing/2014/main" id="{BAAD1A94-6316-4792-B8C1-83E598CE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Assign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tasks</a:t>
            </a:r>
          </a:p>
        </p:txBody>
      </p:sp>
      <p:sp>
        <p:nvSpPr>
          <p:cNvPr id="183" name="execution-wait">
            <a:extLst xmlns:a="http://schemas.openxmlformats.org/drawingml/2006/main">
              <a:ext uri="{FF2B5EF4-FFF2-40B4-BE49-F238E27FC236}">
                <a16:creationId xmlns:a16="http://schemas.microsoft.com/office/drawing/2014/main" id="{E7A4B750-564F-4790-AD05-99E9644E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Waiting for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HTML</a:t>
            </a:r>
          </a:p>
        </p:txBody>
      </p:sp>
      <p:sp>
        <p:nvSpPr>
          <p:cNvPr id="184" name="execution-fail">
            <a:extLst xmlns:a="http://schemas.openxmlformats.org/drawingml/2006/main">
              <a:ext uri="{FF2B5EF4-FFF2-40B4-BE49-F238E27FC236}">
                <a16:creationId xmlns:a16="http://schemas.microsoft.com/office/drawing/2014/main" id="{E6DF432F-09BF-42F7-B458-A8CC5C1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05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rPr>
              <a:t>Failed website</a:t>
            </a:r>
          </a:p>
          <a:p xmlns:a="http://schemas.openxmlformats.org/drawingml/2006/main">
            <a:pPr algn="ctr">
              <a:def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rPr>
              <a:t>access</a:t>
            </a:r>
          </a:p>
        </p:txBody>
      </p:sp>
      <p:sp>
        <p:nvSpPr>
          <p:cNvPr id="185" name="rectify-note">
            <a:extLst xmlns:a="http://schemas.openxmlformats.org/drawingml/2006/main">
              <a:ext uri="{FF2B5EF4-FFF2-40B4-BE49-F238E27FC236}">
                <a16:creationId xmlns:a16="http://schemas.microsoft.com/office/drawing/2014/main" id="{D3250C5D-4332-430F-972E-F0E150CB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0193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rPr>
              <a:t>Change web tools</a:t>
            </a:r>
          </a:p>
          <a:p xmlns:a="http://schemas.openxmlformats.org/drawingml/2006/main">
            <a:pPr algn="ctr">
              <a:def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rPr>
              <a:t>for the surfer agent</a:t>
            </a:r>
          </a:p>
        </p:txBody>
      </p:sp>
      <p:sp>
        <p:nvSpPr>
          <p:cNvPr id="186" name="rectify-surfer-label">
            <a:extLst xmlns:a="http://schemas.openxmlformats.org/drawingml/2006/main">
              <a:ext uri="{FF2B5EF4-FFF2-40B4-BE49-F238E27FC236}">
                <a16:creationId xmlns:a16="http://schemas.microsoft.com/office/drawing/2014/main" id="{FCD99E07-F214-4A69-9268-4DE3562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19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Surfer</a:t>
            </a:r>
          </a:p>
        </p:txBody>
      </p:sp>
      <p:sp>
        <p:nvSpPr>
          <p:cNvPr id="187" name="rectify-browser-label">
            <a:extLst xmlns:a="http://schemas.openxmlformats.org/drawingml/2006/main">
              <a:ext uri="{FF2B5EF4-FFF2-40B4-BE49-F238E27FC236}">
                <a16:creationId xmlns:a16="http://schemas.microsoft.com/office/drawing/2014/main" id="{7B0FFF45-7C82-435F-BD90-68EB23AE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429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Browser</a:t>
            </a:r>
          </a:p>
        </p:txBody>
      </p:sp>
      <p:sp>
        <p:nvSpPr>
          <p:cNvPr id="188" name="rectify-crawler-label">
            <a:extLst xmlns:a="http://schemas.openxmlformats.org/drawingml/2006/main">
              <a:ext uri="{FF2B5EF4-FFF2-40B4-BE49-F238E27FC236}">
                <a16:creationId xmlns:a16="http://schemas.microsoft.com/office/drawing/2014/main" id="{3D09AADD-0853-4E36-B790-551274C3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194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Crawler</a:t>
            </a:r>
          </a:p>
        </p:txBody>
      </p:sp>
      <p:sp>
        <p:nvSpPr>
          <p:cNvPr id="189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113B742C-CCB4-4F89-B2A8-0E46D7D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90" name="tree-template-label-1">
            <a:extLst xmlns:a="http://schemas.openxmlformats.org/drawingml/2006/main">
              <a:ext uri="{FF2B5EF4-FFF2-40B4-BE49-F238E27FC236}">
                <a16:creationId xmlns:a16="http://schemas.microsoft.com/office/drawing/2014/main" id="{264C9DC5-85EB-4CCA-B123-0B656843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191" name="tree-template-label-2">
            <a:extLst xmlns:a="http://schemas.openxmlformats.org/drawingml/2006/main">
              <a:ext uri="{FF2B5EF4-FFF2-40B4-BE49-F238E27FC236}">
                <a16:creationId xmlns:a16="http://schemas.microsoft.com/office/drawing/2014/main" id="{0DEF455D-47BC-44D7-9164-C50DBD3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192" name="tree-template-label-3">
            <a:extLst xmlns:a="http://schemas.openxmlformats.org/drawingml/2006/main">
              <a:ext uri="{FF2B5EF4-FFF2-40B4-BE49-F238E27FC236}">
                <a16:creationId xmlns:a16="http://schemas.microsoft.com/office/drawing/2014/main" id="{73E59B94-FA29-4A16-8DEE-5433C555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193" name="tree-implementation-label-1">
            <a:extLst xmlns:a="http://schemas.openxmlformats.org/drawingml/2006/main">
              <a:ext uri="{FF2B5EF4-FFF2-40B4-BE49-F238E27FC236}">
                <a16:creationId xmlns:a16="http://schemas.microsoft.com/office/drawing/2014/main" id="{A11A1C32-14B0-41F3-985A-631960A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194" name="tree-implementation-label-2">
            <a:extLst xmlns:a="http://schemas.openxmlformats.org/drawingml/2006/main">
              <a:ext uri="{FF2B5EF4-FFF2-40B4-BE49-F238E27FC236}">
                <a16:creationId xmlns:a16="http://schemas.microsoft.com/office/drawing/2014/main" id="{CE84DBED-4981-467F-9BFD-4AB7699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195" name="tree-implementation-label-3">
            <a:extLst xmlns:a="http://schemas.openxmlformats.org/drawingml/2006/main">
              <a:ext uri="{FF2B5EF4-FFF2-40B4-BE49-F238E27FC236}">
                <a16:creationId xmlns:a16="http://schemas.microsoft.com/office/drawing/2014/main" id="{B459C628-98D6-4890-90DF-9F56E311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196" name="tree-implementation-label-4">
            <a:extLst xmlns:a="http://schemas.openxmlformats.org/drawingml/2006/main">
              <a:ext uri="{FF2B5EF4-FFF2-40B4-BE49-F238E27FC236}">
                <a16:creationId xmlns:a16="http://schemas.microsoft.com/office/drawing/2014/main" id="{0849382A-7A69-4C49-BEA7-222A0A09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197" name="tree-implementation-label-5">
            <a:extLst xmlns:a="http://schemas.openxmlformats.org/drawingml/2006/main">
              <a:ext uri="{FF2B5EF4-FFF2-40B4-BE49-F238E27FC236}">
                <a16:creationId xmlns:a16="http://schemas.microsoft.com/office/drawing/2014/main" id="{DE55AA8D-2D2D-433E-A270-3A83E50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198" name="tree-implementation-label-6">
            <a:extLst xmlns:a="http://schemas.openxmlformats.org/drawingml/2006/main">
              <a:ext uri="{FF2B5EF4-FFF2-40B4-BE49-F238E27FC236}">
                <a16:creationId xmlns:a16="http://schemas.microsoft.com/office/drawing/2014/main" id="{A5C73754-C032-43A7-B2D7-3CD353B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199" name="tree-rectification-label-1">
            <a:extLst xmlns:a="http://schemas.openxmlformats.org/drawingml/2006/main">
              <a:ext uri="{FF2B5EF4-FFF2-40B4-BE49-F238E27FC236}">
                <a16:creationId xmlns:a16="http://schemas.microsoft.com/office/drawing/2014/main" id="{6B35E735-6287-4929-89C3-5701B586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0" name="tree-rectification-label-2">
            <a:extLst xmlns:a="http://schemas.openxmlformats.org/drawingml/2006/main">
              <a:ext uri="{FF2B5EF4-FFF2-40B4-BE49-F238E27FC236}">
                <a16:creationId xmlns:a16="http://schemas.microsoft.com/office/drawing/2014/main" id="{11F7A1F5-0E7A-4191-9B3F-388EB4DF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1" name="tree-rectification-label-3">
            <a:extLst xmlns:a="http://schemas.openxmlformats.org/drawingml/2006/main">
              <a:ext uri="{FF2B5EF4-FFF2-40B4-BE49-F238E27FC236}">
                <a16:creationId xmlns:a16="http://schemas.microsoft.com/office/drawing/2014/main" id="{F0457AE5-7009-463D-8C62-F50CFF7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2" name="tree-rectification-label-4">
            <a:extLst xmlns:a="http://schemas.openxmlformats.org/drawingml/2006/main">
              <a:ext uri="{FF2B5EF4-FFF2-40B4-BE49-F238E27FC236}">
                <a16:creationId xmlns:a16="http://schemas.microsoft.com/office/drawing/2014/main" id="{3456E8BB-F05C-4889-8360-F127A7B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3" name="tree-rectification-label-5">
            <a:extLst xmlns:a="http://schemas.openxmlformats.org/drawingml/2006/main">
              <a:ext uri="{FF2B5EF4-FFF2-40B4-BE49-F238E27FC236}">
                <a16:creationId xmlns:a16="http://schemas.microsoft.com/office/drawing/2014/main" id="{7D5634F4-1496-455E-89C5-AAE343AC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4" name="tree-rectification-label-6">
            <a:extLst xmlns:a="http://schemas.openxmlformats.org/drawingml/2006/main">
              <a:ext uri="{FF2B5EF4-FFF2-40B4-BE49-F238E27FC236}">
                <a16:creationId xmlns:a16="http://schemas.microsoft.com/office/drawing/2014/main" id="{A92DCD6C-7E9B-473E-BCA3-690B20E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5" name="tree-rectification-label-7">
            <a:extLst xmlns:a="http://schemas.openxmlformats.org/drawingml/2006/main">
              <a:ext uri="{FF2B5EF4-FFF2-40B4-BE49-F238E27FC236}">
                <a16:creationId xmlns:a16="http://schemas.microsoft.com/office/drawing/2014/main" id="{E99AFA1F-99C4-4A3B-9D6A-13EA3646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6" name="tree-rectification-label-8">
            <a:extLst xmlns:a="http://schemas.openxmlformats.org/drawingml/2006/main">
              <a:ext uri="{FF2B5EF4-FFF2-40B4-BE49-F238E27FC236}">
                <a16:creationId xmlns:a16="http://schemas.microsoft.com/office/drawing/2014/main" id="{9617A09B-3E58-447B-B252-5B58224B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07" name="initial-query-label">
            <a:extLst xmlns:a="http://schemas.openxmlformats.org/drawingml/2006/main">
              <a:ext uri="{FF2B5EF4-FFF2-40B4-BE49-F238E27FC236}">
                <a16:creationId xmlns:a16="http://schemas.microsoft.com/office/drawing/2014/main" id="{6EF1B486-45D8-4787-BCD4-5AD4867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Initial Task Query Q</a:t>
            </a:r>
          </a:p>
        </p:txBody>
      </p:sp>
      <p:sp>
        <p:nvSpPr>
          <p:cNvPr id="208" name="credit-title">
            <a:extLst xmlns:a="http://schemas.openxmlformats.org/drawingml/2006/main">
              <a:ext uri="{FF2B5EF4-FFF2-40B4-BE49-F238E27FC236}">
                <a16:creationId xmlns:a16="http://schemas.microsoft.com/office/drawing/2014/main" id="{3BE57CC2-3E38-4F9F-82A6-7F628F3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Path Credit Propagation</a:t>
            </a:r>
          </a:p>
        </p:txBody>
      </p:sp>
      <p:sp>
        <p:nvSpPr>
          <p:cNvPr id="209" name="template-family-label">
            <a:extLst xmlns:a="http://schemas.openxmlformats.org/drawingml/2006/main">
              <a:ext uri="{FF2B5EF4-FFF2-40B4-BE49-F238E27FC236}">
                <a16:creationId xmlns:a16="http://schemas.microsoft.com/office/drawing/2014/main" id="{41869478-C53F-4504-BF9B-26C77F8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0482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Templates</a:t>
            </a:r>
          </a:p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M_temp,1 … M_temp,N</a:t>
            </a:r>
          </a:p>
        </p:txBody>
      </p:sp>
      <p:sp>
        <p:nvSpPr>
          <p:cNvPr id="210" name="workflow-family-label">
            <a:extLst xmlns:a="http://schemas.openxmlformats.org/drawingml/2006/main">
              <a:ext uri="{FF2B5EF4-FFF2-40B4-BE49-F238E27FC236}">
                <a16:creationId xmlns:a16="http://schemas.microsoft.com/office/drawing/2014/main" id="{7F897144-3F94-4CDB-A812-A7FC0FE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1531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Workflows</a:t>
            </a:r>
          </a:p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M_1 … M_N</a:t>
            </a:r>
          </a:p>
        </p:txBody>
      </p:sp>
      <p:sp>
        <p:nvSpPr>
          <p:cNvPr id="211" name="rectification-family-label">
            <a:extLst xmlns:a="http://schemas.openxmlformats.org/drawingml/2006/main">
              <a:ext uri="{FF2B5EF4-FFF2-40B4-BE49-F238E27FC236}">
                <a16:creationId xmlns:a16="http://schemas.microsoft.com/office/drawing/2014/main" id="{5F68FF55-9D84-407F-A123-F5E56BF5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7353300"/>
            <a:ext cx="102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In-time</a:t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Rectification</a:t>
            </a:r>
          </a:p>
        </p:txBody>
      </p:sp>
      <p:sp>
        <p:nvSpPr>
          <p:cNvPr id="212" name="template-credit-1">
            <a:extLst xmlns:a="http://schemas.openxmlformats.org/drawingml/2006/main">
              <a:ext uri="{FF2B5EF4-FFF2-40B4-BE49-F238E27FC236}">
                <a16:creationId xmlns:a16="http://schemas.microsoft.com/office/drawing/2014/main" id="{A01F66C4-0D96-4311-A809-DE49059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0.90</a:t>
            </a:r>
          </a:p>
        </p:txBody>
      </p:sp>
      <p:sp>
        <p:nvSpPr>
          <p:cNvPr id="213" name="template-credit-2">
            <a:extLst xmlns:a="http://schemas.openxmlformats.org/drawingml/2006/main">
              <a:ext uri="{FF2B5EF4-FFF2-40B4-BE49-F238E27FC236}">
                <a16:creationId xmlns:a16="http://schemas.microsoft.com/office/drawing/2014/main" id="{2656FFB6-4199-4FB1-B483-0F2EFF8E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0.13</a:t>
            </a:r>
          </a:p>
        </p:txBody>
      </p:sp>
      <p:sp>
        <p:nvSpPr>
          <p:cNvPr id="214" name="template-credit-3">
            <a:extLst xmlns:a="http://schemas.openxmlformats.org/drawingml/2006/main">
              <a:ext uri="{FF2B5EF4-FFF2-40B4-BE49-F238E27FC236}">
                <a16:creationId xmlns:a16="http://schemas.microsoft.com/office/drawing/2014/main" id="{5E95A32A-213C-4B76-B4F5-42A0296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0.63</a:t>
            </a:r>
          </a:p>
        </p:txBody>
      </p:sp>
      <p:sp>
        <p:nvSpPr>
          <p:cNvPr id="215" name="workflow-credit-1">
            <a:extLst xmlns:a="http://schemas.openxmlformats.org/drawingml/2006/main">
              <a:ext uri="{FF2B5EF4-FFF2-40B4-BE49-F238E27FC236}">
                <a16:creationId xmlns:a16="http://schemas.microsoft.com/office/drawing/2014/main" id="{579A27D4-6D75-4AF6-A74B-35D934D2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16" name="workflow-credit-2">
            <a:extLst xmlns:a="http://schemas.openxmlformats.org/drawingml/2006/main">
              <a:ext uri="{FF2B5EF4-FFF2-40B4-BE49-F238E27FC236}">
                <a16:creationId xmlns:a16="http://schemas.microsoft.com/office/drawing/2014/main" id="{E02BC3D9-5891-4EFA-8FC9-068EEEC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17" name="workflow-credit-3">
            <a:extLst xmlns:a="http://schemas.openxmlformats.org/drawingml/2006/main">
              <a:ext uri="{FF2B5EF4-FFF2-40B4-BE49-F238E27FC236}">
                <a16:creationId xmlns:a16="http://schemas.microsoft.com/office/drawing/2014/main" id="{3223305A-6F7F-4573-B8E6-465B19E5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18" name="workflow-credit-4">
            <a:extLst xmlns:a="http://schemas.openxmlformats.org/drawingml/2006/main">
              <a:ext uri="{FF2B5EF4-FFF2-40B4-BE49-F238E27FC236}">
                <a16:creationId xmlns:a16="http://schemas.microsoft.com/office/drawing/2014/main" id="{33964AF1-B44D-4E24-82D9-7532EE6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19" name="workflow-credit-5">
            <a:extLst xmlns:a="http://schemas.openxmlformats.org/drawingml/2006/main">
              <a:ext uri="{FF2B5EF4-FFF2-40B4-BE49-F238E27FC236}">
                <a16:creationId xmlns:a16="http://schemas.microsoft.com/office/drawing/2014/main" id="{AD644B18-EE07-40C9-91C8-7DA0779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20" name="workflow-credit-6">
            <a:extLst xmlns:a="http://schemas.openxmlformats.org/drawingml/2006/main">
              <a:ext uri="{FF2B5EF4-FFF2-40B4-BE49-F238E27FC236}">
                <a16:creationId xmlns:a16="http://schemas.microsoft.com/office/drawing/2014/main" id="{FCD745B9-C914-47D2-AD9B-A26AC55C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0.44</a:t>
            </a:r>
          </a:p>
        </p:txBody>
      </p:sp>
      <p:sp>
        <p:nvSpPr>
          <p:cNvPr id="221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580B2C5D-4D6C-4C91-AEC5-F9F76C4D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34400"/>
            <a:ext cx="815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Reward Function R(τ):   Performance   ·   Cost   ·   Diversity</a:t>
            </a:r>
          </a:p>
        </p:txBody>
      </p:sp>
      <p:sp>
        <p:nvSpPr>
          <p:cNvPr id="222" name="dataset-label-1">
            <a:extLst xmlns:a="http://schemas.openxmlformats.org/drawingml/2006/main">
              <a:ext uri="{FF2B5EF4-FFF2-40B4-BE49-F238E27FC236}">
                <a16:creationId xmlns:a16="http://schemas.microsoft.com/office/drawing/2014/main" id="{1FFFC61E-CE70-4806-A93E-A88EE140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625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D_gen = {v′_G, v″_G}</a:t>
            </a:r>
          </a:p>
        </p:txBody>
      </p:sp>
      <p:sp>
        <p:nvSpPr>
          <p:cNvPr id="223" name="dataset-label-2">
            <a:extLst xmlns:a="http://schemas.openxmlformats.org/drawingml/2006/main">
              <a:ext uri="{FF2B5EF4-FFF2-40B4-BE49-F238E27FC236}">
                <a16:creationId xmlns:a16="http://schemas.microsoft.com/office/drawing/2014/main" id="{9EB9BCC5-0701-4AB9-A5BC-F07F2BDC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436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D_imp = {v′_I, v″_I}</a:t>
            </a:r>
          </a:p>
        </p:txBody>
      </p:sp>
      <p:sp>
        <p:nvSpPr>
          <p:cNvPr id="224" name="dataset-label-3">
            <a:extLst xmlns:a="http://schemas.openxmlformats.org/drawingml/2006/main">
              <a:ext uri="{FF2B5EF4-FFF2-40B4-BE49-F238E27FC236}">
                <a16:creationId xmlns:a16="http://schemas.microsoft.com/office/drawing/2014/main" id="{5BAAF371-BF59-47F1-9490-4AE50952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7524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D_rec = {v′_R, v″_R}</a:t>
            </a:r>
          </a:p>
        </p:txBody>
      </p:sp>
      <p:sp>
        <p:nvSpPr>
          <p:cNvPr id="225" name="curated-dataset-label">
            <a:extLst xmlns:a="http://schemas.openxmlformats.org/drawingml/2006/main">
              <a:ext uri="{FF2B5EF4-FFF2-40B4-BE49-F238E27FC236}">
                <a16:creationId xmlns:a16="http://schemas.microsoft.com/office/drawing/2014/main" id="{50936359-947A-461C-8302-725BEEC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382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Curated Dataset</a:t>
            </a:r>
          </a:p>
        </p:txBody>
      </p:sp>
      <p:sp>
        <p:nvSpPr>
          <p:cNvPr id="226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12EE6A4B-1DDE-4B29-A489-DA161138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77500" y="6381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Specialized Training</a:t>
            </a:r>
          </a:p>
        </p:txBody>
      </p:sp>
      <p:sp>
        <p:nvSpPr>
          <p:cNvPr id="227" name="generator-meta-letter">
            <a:extLst xmlns:a="http://schemas.openxmlformats.org/drawingml/2006/main">
              <a:ext uri="{FF2B5EF4-FFF2-40B4-BE49-F238E27FC236}">
                <a16:creationId xmlns:a16="http://schemas.microsoft.com/office/drawing/2014/main" id="{FC65106E-8E9A-4AFD-8B79-4CBC368A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28" name="implementor-meta-letter">
            <a:extLst xmlns:a="http://schemas.openxmlformats.org/drawingml/2006/main">
              <a:ext uri="{FF2B5EF4-FFF2-40B4-BE49-F238E27FC236}">
                <a16:creationId xmlns:a16="http://schemas.microsoft.com/office/drawing/2014/main" id="{25506145-BB61-4540-BD00-E084B993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29" name="rectifier-meta-letter">
            <a:extLst xmlns:a="http://schemas.openxmlformats.org/drawingml/2006/main">
              <a:ext uri="{FF2B5EF4-FFF2-40B4-BE49-F238E27FC236}">
                <a16:creationId xmlns:a16="http://schemas.microsoft.com/office/drawing/2014/main" id="{E85DE8BB-95F4-433A-91F8-4820D8B9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30" name="generator-meta-title">
            <a:extLst xmlns:a="http://schemas.openxmlformats.org/drawingml/2006/main">
              <a:ext uri="{FF2B5EF4-FFF2-40B4-BE49-F238E27FC236}">
                <a16:creationId xmlns:a16="http://schemas.microsoft.com/office/drawing/2014/main" id="{0252929C-D9C2-414D-BDCF-375B278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857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231" name="generator-meta-fail">
            <a:extLst xmlns:a="http://schemas.openxmlformats.org/drawingml/2006/main">
              <a:ext uri="{FF2B5EF4-FFF2-40B4-BE49-F238E27FC236}">
                <a16:creationId xmlns:a16="http://schemas.microsoft.com/office/drawing/2014/main" id="{35CE3794-2E76-4C1F-B5E2-6C52E23D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143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rPr>
              <a:t>×  M_temp: fails often</a:t>
            </a:r>
          </a:p>
        </p:txBody>
      </p:sp>
      <p:sp>
        <p:nvSpPr>
          <p:cNvPr id="232" name="generator-meta-pass">
            <a:extLst xmlns:a="http://schemas.openxmlformats.org/drawingml/2006/main">
              <a:ext uri="{FF2B5EF4-FFF2-40B4-BE49-F238E27FC236}">
                <a16:creationId xmlns:a16="http://schemas.microsoft.com/office/drawing/2014/main" id="{C889F81F-4C7D-4DF8-B8B1-1FC5CEE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429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rPr>
              <a:t>✓  M_temp: executes smoothly</a:t>
            </a:r>
          </a:p>
        </p:txBody>
      </p:sp>
      <p:sp>
        <p:nvSpPr>
          <p:cNvPr id="233" name="implementor-meta-title">
            <a:extLst xmlns:a="http://schemas.openxmlformats.org/drawingml/2006/main">
              <a:ext uri="{FF2B5EF4-FFF2-40B4-BE49-F238E27FC236}">
                <a16:creationId xmlns:a16="http://schemas.microsoft.com/office/drawing/2014/main" id="{988E63FA-B877-4583-AB30-016E6D5B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0579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</p:txBody>
      </p:sp>
      <p:sp>
        <p:nvSpPr>
          <p:cNvPr id="234" name="implementor-meta-large">
            <a:extLst xmlns:a="http://schemas.openxmlformats.org/drawingml/2006/main">
              <a:ext uri="{FF2B5EF4-FFF2-40B4-BE49-F238E27FC236}">
                <a16:creationId xmlns:a16="http://schemas.microsoft.com/office/drawing/2014/main" id="{D5895233-EF37-4E4C-8AE3-2E4296AD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362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Large model → high cost</a:t>
            </a:r>
          </a:p>
        </p:txBody>
      </p:sp>
      <p:sp>
        <p:nvSpPr>
          <p:cNvPr id="235" name="implementor-meta-small">
            <a:extLst xmlns:a="http://schemas.openxmlformats.org/drawingml/2006/main">
              <a:ext uri="{FF2B5EF4-FFF2-40B4-BE49-F238E27FC236}">
                <a16:creationId xmlns:a16="http://schemas.microsoft.com/office/drawing/2014/main" id="{DADF30C4-2572-48BE-94AF-BCBA224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667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Small model → efficient</a:t>
            </a:r>
          </a:p>
        </p:txBody>
      </p:sp>
      <p:sp>
        <p:nvSpPr>
          <p:cNvPr id="236" name="rectifier-meta-title">
            <a:extLst xmlns:a="http://schemas.openxmlformats.org/drawingml/2006/main">
              <a:ext uri="{FF2B5EF4-FFF2-40B4-BE49-F238E27FC236}">
                <a16:creationId xmlns:a16="http://schemas.microsoft.com/office/drawing/2014/main" id="{9E00DE9C-F542-4C86-8C83-EBF88B0D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2580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</p:txBody>
      </p:sp>
      <p:sp>
        <p:nvSpPr>
          <p:cNvPr id="237" name="rectifier-meta-fail">
            <a:extLst xmlns:a="http://schemas.openxmlformats.org/drawingml/2006/main">
              <a:ext uri="{FF2B5EF4-FFF2-40B4-BE49-F238E27FC236}">
                <a16:creationId xmlns:a16="http://schemas.microsoft.com/office/drawing/2014/main" id="{5FDC90AC-9158-433A-87B7-712EF85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6009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rPr>
              <a:t>M′  →  FAIL</a:t>
            </a:r>
          </a:p>
        </p:txBody>
      </p:sp>
      <p:sp>
        <p:nvSpPr>
          <p:cNvPr id="238" name="rectifier-meta-pass">
            <a:extLst xmlns:a="http://schemas.openxmlformats.org/drawingml/2006/main">
              <a:ext uri="{FF2B5EF4-FFF2-40B4-BE49-F238E27FC236}">
                <a16:creationId xmlns:a16="http://schemas.microsoft.com/office/drawing/2014/main" id="{D83F9C73-461E-4999-A62A-DECB74EE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905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rPr>
              <a:t>M″  →  PASS</a:t>
            </a:r>
          </a:p>
        </p:txBody>
      </p:sp>
    </p:spTree>
    <p:extLst>
      <p:ext uri="{BB962C8B-B14F-4D97-AF65-F5344CB8AC3E}">
        <p14:creationId xmlns:p14="http://schemas.microsoft.com/office/powerpoint/2010/main" val="1471201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B901CFEA-EEF1-4253-BC97-8C4CE7E7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ACD83CAC-C732-4A16-855C-A8D98A23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14BA3F0B-F3E4-4C88-BCA1-10CA549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D230E0F4-A581-4751-BC15-A836BBB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4F1061ED-F475-4BB8-AF3A-14565E63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0F4622AD-9BDE-423D-8209-7935078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  <p:sp>
        <p:nvSpPr>
          <p:cNvPr id="7" name="task-query-bar-pencil-echo">
            <a:extLst xmlns:a="http://schemas.openxmlformats.org/drawingml/2006/main">
              <a:ext uri="{FF2B5EF4-FFF2-40B4-BE49-F238E27FC236}">
                <a16:creationId xmlns:a16="http://schemas.microsoft.com/office/drawing/2014/main" id="{FB1D5722-B627-49FA-9D45-FE774DDC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85" y="523875"/>
            <a:ext cx="12001500" cy="609600"/>
          </a:xfrm>
          <a:custGeom xmlns:a="http://schemas.openxmlformats.org/drawingml/2006/main">
            <a:pathLst>
              <a:path w="12001500" h="609600">
                <a:moveTo>
                  <a:pt x="95250" y="11949"/>
                </a:moveTo>
                <a:lnTo>
                  <a:pt x="2063750" y="10620"/>
                </a:lnTo>
                <a:lnTo>
                  <a:pt x="4032250" y="10159"/>
                </a:lnTo>
                <a:lnTo>
                  <a:pt x="6000750" y="7074"/>
                </a:lnTo>
                <a:lnTo>
                  <a:pt x="7969250" y="29422"/>
                </a:lnTo>
                <a:lnTo>
                  <a:pt x="9937750" y="13659"/>
                </a:lnTo>
                <a:lnTo>
                  <a:pt x="11906250" y="19122"/>
                </a:lnTo>
                <a:lnTo>
                  <a:pt x="11968180" y="36195"/>
                </a:lnTo>
                <a:lnTo>
                  <a:pt x="11984484" y="61913"/>
                </a:lnTo>
                <a:lnTo>
                  <a:pt x="11995679" y="95250"/>
                </a:lnTo>
                <a:lnTo>
                  <a:pt x="11988230" y="200025"/>
                </a:lnTo>
                <a:lnTo>
                  <a:pt x="11991146" y="304800"/>
                </a:lnTo>
                <a:lnTo>
                  <a:pt x="11987475" y="409575"/>
                </a:lnTo>
                <a:lnTo>
                  <a:pt x="11992041" y="514350"/>
                </a:lnTo>
                <a:lnTo>
                  <a:pt x="11980987" y="547688"/>
                </a:lnTo>
                <a:lnTo>
                  <a:pt x="11964697" y="573405"/>
                </a:lnTo>
                <a:lnTo>
                  <a:pt x="11906250" y="588331"/>
                </a:lnTo>
                <a:lnTo>
                  <a:pt x="9937750" y="597291"/>
                </a:lnTo>
                <a:lnTo>
                  <a:pt x="7969250" y="601410"/>
                </a:lnTo>
                <a:lnTo>
                  <a:pt x="6000750" y="603529"/>
                </a:lnTo>
                <a:lnTo>
                  <a:pt x="4032250" y="592630"/>
                </a:lnTo>
                <a:lnTo>
                  <a:pt x="2063750" y="602930"/>
                </a:lnTo>
                <a:lnTo>
                  <a:pt x="95250" y="593739"/>
                </a:lnTo>
                <a:lnTo>
                  <a:pt x="29343" y="573405"/>
                </a:lnTo>
                <a:lnTo>
                  <a:pt x="22237" y="547688"/>
                </a:lnTo>
                <a:lnTo>
                  <a:pt x="22921" y="514350"/>
                </a:lnTo>
                <a:lnTo>
                  <a:pt x="23523" y="409575"/>
                </a:lnTo>
                <a:lnTo>
                  <a:pt x="26520" y="304800"/>
                </a:lnTo>
                <a:lnTo>
                  <a:pt x="27804" y="200025"/>
                </a:lnTo>
                <a:lnTo>
                  <a:pt x="30845" y="95250"/>
                </a:lnTo>
                <a:lnTo>
                  <a:pt x="17404" y="61913"/>
                </a:lnTo>
                <a:lnTo>
                  <a:pt x="33041" y="361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8" name="task-query-bar">
            <a:extLst xmlns:a="http://schemas.openxmlformats.org/drawingml/2006/main">
              <a:ext uri="{FF2B5EF4-FFF2-40B4-BE49-F238E27FC236}">
                <a16:creationId xmlns:a16="http://schemas.microsoft.com/office/drawing/2014/main" id="{2260A912-0C37-4B95-85C2-97349F4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"/>
            <a:ext cx="12001500" cy="609600"/>
          </a:xfrm>
          <a:custGeom xmlns:a="http://schemas.openxmlformats.org/drawingml/2006/main">
            <a:pathLst>
              <a:path w="12001500" h="609600">
                <a:moveTo>
                  <a:pt x="95250" y="20505"/>
                </a:moveTo>
                <a:lnTo>
                  <a:pt x="2063750" y="14163"/>
                </a:lnTo>
                <a:lnTo>
                  <a:pt x="4032250" y="25594"/>
                </a:lnTo>
                <a:lnTo>
                  <a:pt x="6000750" y="6323"/>
                </a:lnTo>
                <a:lnTo>
                  <a:pt x="7969250" y="17716"/>
                </a:lnTo>
                <a:lnTo>
                  <a:pt x="9937750" y="26314"/>
                </a:lnTo>
                <a:lnTo>
                  <a:pt x="11906250" y="6316"/>
                </a:lnTo>
                <a:lnTo>
                  <a:pt x="11968044" y="36195"/>
                </a:lnTo>
                <a:lnTo>
                  <a:pt x="11985457" y="61913"/>
                </a:lnTo>
                <a:lnTo>
                  <a:pt x="11976698" y="95250"/>
                </a:lnTo>
                <a:lnTo>
                  <a:pt x="11977937" y="200025"/>
                </a:lnTo>
                <a:lnTo>
                  <a:pt x="11970887" y="304800"/>
                </a:lnTo>
                <a:lnTo>
                  <a:pt x="11995537" y="409575"/>
                </a:lnTo>
                <a:lnTo>
                  <a:pt x="11978594" y="514350"/>
                </a:lnTo>
                <a:lnTo>
                  <a:pt x="11979991" y="547688"/>
                </a:lnTo>
                <a:lnTo>
                  <a:pt x="11971458" y="573405"/>
                </a:lnTo>
                <a:lnTo>
                  <a:pt x="11906250" y="579556"/>
                </a:lnTo>
                <a:lnTo>
                  <a:pt x="9937750" y="588704"/>
                </a:lnTo>
                <a:lnTo>
                  <a:pt x="7969250" y="596478"/>
                </a:lnTo>
                <a:lnTo>
                  <a:pt x="6000750" y="600065"/>
                </a:lnTo>
                <a:lnTo>
                  <a:pt x="4032250" y="578679"/>
                </a:lnTo>
                <a:lnTo>
                  <a:pt x="2063750" y="602988"/>
                </a:lnTo>
                <a:lnTo>
                  <a:pt x="95250" y="594241"/>
                </a:lnTo>
                <a:lnTo>
                  <a:pt x="30219" y="573405"/>
                </a:lnTo>
                <a:lnTo>
                  <a:pt x="17940" y="547688"/>
                </a:lnTo>
                <a:lnTo>
                  <a:pt x="21344" y="514350"/>
                </a:lnTo>
                <a:lnTo>
                  <a:pt x="31189" y="409575"/>
                </a:lnTo>
                <a:lnTo>
                  <a:pt x="18864" y="304800"/>
                </a:lnTo>
                <a:lnTo>
                  <a:pt x="9351" y="200025"/>
                </a:lnTo>
                <a:lnTo>
                  <a:pt x="22030" y="95250"/>
                </a:lnTo>
                <a:lnTo>
                  <a:pt x="21800" y="61913"/>
                </a:lnTo>
                <a:lnTo>
                  <a:pt x="37332" y="3619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generator-agent-slot-pencil-echo">
            <a:extLst xmlns:a="http://schemas.openxmlformats.org/drawingml/2006/main">
              <a:ext uri="{FF2B5EF4-FFF2-40B4-BE49-F238E27FC236}">
                <a16:creationId xmlns:a16="http://schemas.microsoft.com/office/drawing/2014/main" id="{8FBD591F-C086-442F-A210-3A963578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8" y="69246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73052" y="343286"/>
                </a:moveTo>
                <a:lnTo>
                  <a:pt x="655397" y="430625"/>
                </a:lnTo>
                <a:lnTo>
                  <a:pt x="629305" y="506427"/>
                </a:lnTo>
                <a:lnTo>
                  <a:pt x="568543" y="571774"/>
                </a:lnTo>
                <a:lnTo>
                  <a:pt x="503151" y="618137"/>
                </a:lnTo>
                <a:lnTo>
                  <a:pt x="427074" y="649247"/>
                </a:lnTo>
                <a:lnTo>
                  <a:pt x="341573" y="662914"/>
                </a:lnTo>
                <a:lnTo>
                  <a:pt x="261373" y="656773"/>
                </a:lnTo>
                <a:lnTo>
                  <a:pt x="179869" y="626316"/>
                </a:lnTo>
                <a:lnTo>
                  <a:pt x="116438" y="565775"/>
                </a:lnTo>
                <a:lnTo>
                  <a:pt x="62787" y="501012"/>
                </a:lnTo>
                <a:lnTo>
                  <a:pt x="25281" y="427983"/>
                </a:lnTo>
                <a:lnTo>
                  <a:pt x="15611" y="344666"/>
                </a:lnTo>
                <a:lnTo>
                  <a:pt x="24956" y="255305"/>
                </a:lnTo>
                <a:lnTo>
                  <a:pt x="62891" y="178928"/>
                </a:lnTo>
                <a:lnTo>
                  <a:pt x="112082" y="116385"/>
                </a:lnTo>
                <a:lnTo>
                  <a:pt x="181800" y="64518"/>
                </a:lnTo>
                <a:lnTo>
                  <a:pt x="258047" y="33434"/>
                </a:lnTo>
                <a:lnTo>
                  <a:pt x="338906" y="25976"/>
                </a:lnTo>
                <a:lnTo>
                  <a:pt x="426932" y="23002"/>
                </a:lnTo>
                <a:lnTo>
                  <a:pt x="504732" y="56946"/>
                </a:lnTo>
                <a:lnTo>
                  <a:pt x="574547" y="107281"/>
                </a:lnTo>
                <a:lnTo>
                  <a:pt x="618627" y="180051"/>
                </a:lnTo>
                <a:lnTo>
                  <a:pt x="657313" y="2539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" name="generator-agent-slot">
            <a:extLst xmlns:a="http://schemas.openxmlformats.org/drawingml/2006/main">
              <a:ext uri="{FF2B5EF4-FFF2-40B4-BE49-F238E27FC236}">
                <a16:creationId xmlns:a16="http://schemas.microsoft.com/office/drawing/2014/main" id="{3940A8D0-CBDC-4D3F-AAE9-20BCE92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73185" y="346005"/>
                </a:moveTo>
                <a:lnTo>
                  <a:pt x="651787" y="422031"/>
                </a:lnTo>
                <a:lnTo>
                  <a:pt x="626003" y="503761"/>
                </a:lnTo>
                <a:lnTo>
                  <a:pt x="571031" y="569037"/>
                </a:lnTo>
                <a:lnTo>
                  <a:pt x="501955" y="622302"/>
                </a:lnTo>
                <a:lnTo>
                  <a:pt x="426802" y="657762"/>
                </a:lnTo>
                <a:lnTo>
                  <a:pt x="343462" y="663865"/>
                </a:lnTo>
                <a:lnTo>
                  <a:pt x="255489" y="652068"/>
                </a:lnTo>
                <a:lnTo>
                  <a:pt x="178287" y="624225"/>
                </a:lnTo>
                <a:lnTo>
                  <a:pt x="117647" y="570134"/>
                </a:lnTo>
                <a:lnTo>
                  <a:pt x="67685" y="499774"/>
                </a:lnTo>
                <a:lnTo>
                  <a:pt x="29727" y="430947"/>
                </a:lnTo>
                <a:lnTo>
                  <a:pt x="20791" y="338798"/>
                </a:lnTo>
                <a:lnTo>
                  <a:pt x="34505" y="256235"/>
                </a:lnTo>
                <a:lnTo>
                  <a:pt x="59589" y="178183"/>
                </a:lnTo>
                <a:lnTo>
                  <a:pt x="119540" y="116560"/>
                </a:lnTo>
                <a:lnTo>
                  <a:pt x="180838" y="56241"/>
                </a:lnTo>
                <a:lnTo>
                  <a:pt x="257069" y="38119"/>
                </a:lnTo>
                <a:lnTo>
                  <a:pt x="340184" y="15593"/>
                </a:lnTo>
                <a:lnTo>
                  <a:pt x="423794" y="34185"/>
                </a:lnTo>
                <a:lnTo>
                  <a:pt x="503563" y="61345"/>
                </a:lnTo>
                <a:lnTo>
                  <a:pt x="572080" y="118968"/>
                </a:lnTo>
                <a:lnTo>
                  <a:pt x="619601" y="181201"/>
                </a:lnTo>
                <a:lnTo>
                  <a:pt x="657739" y="2549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11" name="implementor-agent-slot-pencil-echo">
            <a:extLst xmlns:a="http://schemas.openxmlformats.org/drawingml/2006/main">
              <a:ext uri="{FF2B5EF4-FFF2-40B4-BE49-F238E27FC236}">
                <a16:creationId xmlns:a16="http://schemas.microsoft.com/office/drawing/2014/main" id="{B87D6BC8-AE69-405D-BCB7-F9FA5BF4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8" y="233076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64379" y="342041"/>
                </a:moveTo>
                <a:lnTo>
                  <a:pt x="660235" y="431690"/>
                </a:lnTo>
                <a:lnTo>
                  <a:pt x="623983" y="502129"/>
                </a:lnTo>
                <a:lnTo>
                  <a:pt x="572027" y="567109"/>
                </a:lnTo>
                <a:lnTo>
                  <a:pt x="500690" y="625032"/>
                </a:lnTo>
                <a:lnTo>
                  <a:pt x="421381" y="651423"/>
                </a:lnTo>
                <a:lnTo>
                  <a:pt x="342937" y="663714"/>
                </a:lnTo>
                <a:lnTo>
                  <a:pt x="262217" y="661731"/>
                </a:lnTo>
                <a:lnTo>
                  <a:pt x="178488" y="621807"/>
                </a:lnTo>
                <a:lnTo>
                  <a:pt x="118268" y="570101"/>
                </a:lnTo>
                <a:lnTo>
                  <a:pt x="60539" y="507843"/>
                </a:lnTo>
                <a:lnTo>
                  <a:pt x="32950" y="422959"/>
                </a:lnTo>
                <a:lnTo>
                  <a:pt x="14979" y="341622"/>
                </a:lnTo>
                <a:lnTo>
                  <a:pt x="34643" y="256930"/>
                </a:lnTo>
                <a:lnTo>
                  <a:pt x="58781" y="177232"/>
                </a:lnTo>
                <a:lnTo>
                  <a:pt x="109652" y="114340"/>
                </a:lnTo>
                <a:lnTo>
                  <a:pt x="177144" y="59096"/>
                </a:lnTo>
                <a:lnTo>
                  <a:pt x="258159" y="30881"/>
                </a:lnTo>
                <a:lnTo>
                  <a:pt x="344525" y="21854"/>
                </a:lnTo>
                <a:lnTo>
                  <a:pt x="425124" y="35258"/>
                </a:lnTo>
                <a:lnTo>
                  <a:pt x="510227" y="57167"/>
                </a:lnTo>
                <a:lnTo>
                  <a:pt x="570124" y="112214"/>
                </a:lnTo>
                <a:lnTo>
                  <a:pt x="627463" y="179392"/>
                </a:lnTo>
                <a:lnTo>
                  <a:pt x="657470" y="259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2" name="implementor-agent-slot">
            <a:extLst xmlns:a="http://schemas.openxmlformats.org/drawingml/2006/main">
              <a:ext uri="{FF2B5EF4-FFF2-40B4-BE49-F238E27FC236}">
                <a16:creationId xmlns:a16="http://schemas.microsoft.com/office/drawing/2014/main" id="{01EBB9A1-7AC7-4423-B23F-F32DB37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70985" y="346459"/>
                </a:moveTo>
                <a:lnTo>
                  <a:pt x="653442" y="428529"/>
                </a:lnTo>
                <a:lnTo>
                  <a:pt x="621088" y="502466"/>
                </a:lnTo>
                <a:lnTo>
                  <a:pt x="577720" y="573566"/>
                </a:lnTo>
                <a:lnTo>
                  <a:pt x="504153" y="622284"/>
                </a:lnTo>
                <a:lnTo>
                  <a:pt x="425752" y="652589"/>
                </a:lnTo>
                <a:lnTo>
                  <a:pt x="347320" y="665808"/>
                </a:lnTo>
                <a:lnTo>
                  <a:pt x="255604" y="660195"/>
                </a:lnTo>
                <a:lnTo>
                  <a:pt x="181411" y="624342"/>
                </a:lnTo>
                <a:lnTo>
                  <a:pt x="116020" y="574629"/>
                </a:lnTo>
                <a:lnTo>
                  <a:pt x="58843" y="512381"/>
                </a:lnTo>
                <a:lnTo>
                  <a:pt x="35704" y="425069"/>
                </a:lnTo>
                <a:lnTo>
                  <a:pt x="26224" y="339344"/>
                </a:lnTo>
                <a:lnTo>
                  <a:pt x="27909" y="260678"/>
                </a:lnTo>
                <a:lnTo>
                  <a:pt x="66263" y="186295"/>
                </a:lnTo>
                <a:lnTo>
                  <a:pt x="111453" y="116315"/>
                </a:lnTo>
                <a:lnTo>
                  <a:pt x="181061" y="67333"/>
                </a:lnTo>
                <a:lnTo>
                  <a:pt x="257364" y="25374"/>
                </a:lnTo>
                <a:lnTo>
                  <a:pt x="345797" y="25848"/>
                </a:lnTo>
                <a:lnTo>
                  <a:pt x="423298" y="31961"/>
                </a:lnTo>
                <a:lnTo>
                  <a:pt x="508654" y="60291"/>
                </a:lnTo>
                <a:lnTo>
                  <a:pt x="574339" y="113359"/>
                </a:lnTo>
                <a:lnTo>
                  <a:pt x="627842" y="182683"/>
                </a:lnTo>
                <a:lnTo>
                  <a:pt x="657164" y="2609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13" name="rectifier-agent-slot-pencil-echo">
            <a:extLst xmlns:a="http://schemas.openxmlformats.org/drawingml/2006/main">
              <a:ext uri="{FF2B5EF4-FFF2-40B4-BE49-F238E27FC236}">
                <a16:creationId xmlns:a16="http://schemas.microsoft.com/office/drawing/2014/main" id="{DA03BB9B-19B9-4DED-8BE1-ADCCC9FE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978" y="233076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61211" y="339797"/>
                </a:moveTo>
                <a:lnTo>
                  <a:pt x="662767" y="425193"/>
                </a:lnTo>
                <a:lnTo>
                  <a:pt x="628745" y="503517"/>
                </a:lnTo>
                <a:lnTo>
                  <a:pt x="573805" y="573268"/>
                </a:lnTo>
                <a:lnTo>
                  <a:pt x="509418" y="627866"/>
                </a:lnTo>
                <a:lnTo>
                  <a:pt x="420910" y="651902"/>
                </a:lnTo>
                <a:lnTo>
                  <a:pt x="343459" y="665130"/>
                </a:lnTo>
                <a:lnTo>
                  <a:pt x="258706" y="658428"/>
                </a:lnTo>
                <a:lnTo>
                  <a:pt x="184677" y="626407"/>
                </a:lnTo>
                <a:lnTo>
                  <a:pt x="116768" y="575702"/>
                </a:lnTo>
                <a:lnTo>
                  <a:pt x="61439" y="510049"/>
                </a:lnTo>
                <a:lnTo>
                  <a:pt x="37031" y="424864"/>
                </a:lnTo>
                <a:lnTo>
                  <a:pt x="16432" y="343695"/>
                </a:lnTo>
                <a:lnTo>
                  <a:pt x="36250" y="260401"/>
                </a:lnTo>
                <a:lnTo>
                  <a:pt x="64949" y="184971"/>
                </a:lnTo>
                <a:lnTo>
                  <a:pt x="118691" y="117320"/>
                </a:lnTo>
                <a:lnTo>
                  <a:pt x="186949" y="63958"/>
                </a:lnTo>
                <a:lnTo>
                  <a:pt x="255058" y="26880"/>
                </a:lnTo>
                <a:lnTo>
                  <a:pt x="347249" y="13628"/>
                </a:lnTo>
                <a:lnTo>
                  <a:pt x="425176" y="28232"/>
                </a:lnTo>
                <a:lnTo>
                  <a:pt x="504114" y="61257"/>
                </a:lnTo>
                <a:lnTo>
                  <a:pt x="572641" y="110921"/>
                </a:lnTo>
                <a:lnTo>
                  <a:pt x="623281" y="182257"/>
                </a:lnTo>
                <a:lnTo>
                  <a:pt x="656051" y="2566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4" name="rectifier-agent-slot">
            <a:extLst xmlns:a="http://schemas.openxmlformats.org/drawingml/2006/main">
              <a:ext uri="{FF2B5EF4-FFF2-40B4-BE49-F238E27FC236}">
                <a16:creationId xmlns:a16="http://schemas.microsoft.com/office/drawing/2014/main" id="{4AA399D3-FC98-49EF-B61B-B2D0C28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66233" y="344512"/>
                </a:moveTo>
                <a:lnTo>
                  <a:pt x="654734" y="427942"/>
                </a:lnTo>
                <a:lnTo>
                  <a:pt x="627084" y="509718"/>
                </a:lnTo>
                <a:lnTo>
                  <a:pt x="576750" y="575106"/>
                </a:lnTo>
                <a:lnTo>
                  <a:pt x="503695" y="616639"/>
                </a:lnTo>
                <a:lnTo>
                  <a:pt x="424103" y="662275"/>
                </a:lnTo>
                <a:lnTo>
                  <a:pt x="342239" y="668579"/>
                </a:lnTo>
                <a:lnTo>
                  <a:pt x="255984" y="656813"/>
                </a:lnTo>
                <a:lnTo>
                  <a:pt x="178991" y="628311"/>
                </a:lnTo>
                <a:lnTo>
                  <a:pt x="113975" y="572184"/>
                </a:lnTo>
                <a:lnTo>
                  <a:pt x="63352" y="507617"/>
                </a:lnTo>
                <a:lnTo>
                  <a:pt x="31144" y="428972"/>
                </a:lnTo>
                <a:lnTo>
                  <a:pt x="23906" y="345037"/>
                </a:lnTo>
                <a:lnTo>
                  <a:pt x="30884" y="255854"/>
                </a:lnTo>
                <a:lnTo>
                  <a:pt x="67688" y="178993"/>
                </a:lnTo>
                <a:lnTo>
                  <a:pt x="119058" y="116419"/>
                </a:lnTo>
                <a:lnTo>
                  <a:pt x="181386" y="59843"/>
                </a:lnTo>
                <a:lnTo>
                  <a:pt x="259222" y="35990"/>
                </a:lnTo>
                <a:lnTo>
                  <a:pt x="341698" y="13781"/>
                </a:lnTo>
                <a:lnTo>
                  <a:pt x="423629" y="31381"/>
                </a:lnTo>
                <a:lnTo>
                  <a:pt x="505875" y="66699"/>
                </a:lnTo>
                <a:lnTo>
                  <a:pt x="572360" y="111944"/>
                </a:lnTo>
                <a:lnTo>
                  <a:pt x="624169" y="181981"/>
                </a:lnTo>
                <a:lnTo>
                  <a:pt x="650499" y="2562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15" name="agent-cluster-hub">
            <a:extLst xmlns:a="http://schemas.openxmlformats.org/drawingml/2006/main">
              <a:ext uri="{FF2B5EF4-FFF2-40B4-BE49-F238E27FC236}">
                <a16:creationId xmlns:a16="http://schemas.microsoft.com/office/drawing/2014/main" id="{51553CBF-217B-436B-9B56-410631F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" name="design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B0B5B183-C284-439E-B209-EC5EC26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383983"/>
            <a:ext cx="2705100" cy="2286000"/>
          </a:xfrm>
          <a:custGeom xmlns:a="http://schemas.openxmlformats.org/drawingml/2006/main">
            <a:pathLst>
              <a:path w="2705100" h="2286000">
                <a:moveTo>
                  <a:pt x="66675" y="17307"/>
                </a:moveTo>
                <a:lnTo>
                  <a:pt x="495300" y="14258"/>
                </a:lnTo>
                <a:lnTo>
                  <a:pt x="923925" y="22187"/>
                </a:lnTo>
                <a:lnTo>
                  <a:pt x="1352550" y="14378"/>
                </a:lnTo>
                <a:lnTo>
                  <a:pt x="1781175" y="28819"/>
                </a:lnTo>
                <a:lnTo>
                  <a:pt x="2209800" y="32876"/>
                </a:lnTo>
                <a:lnTo>
                  <a:pt x="2638425" y="1915"/>
                </a:lnTo>
                <a:lnTo>
                  <a:pt x="2678558" y="31051"/>
                </a:lnTo>
                <a:lnTo>
                  <a:pt x="2682230" y="43339"/>
                </a:lnTo>
                <a:lnTo>
                  <a:pt x="2685632" y="66675"/>
                </a:lnTo>
                <a:lnTo>
                  <a:pt x="2673509" y="604838"/>
                </a:lnTo>
                <a:lnTo>
                  <a:pt x="2684619" y="1143000"/>
                </a:lnTo>
                <a:lnTo>
                  <a:pt x="2670464" y="1681163"/>
                </a:lnTo>
                <a:lnTo>
                  <a:pt x="2695966" y="2219325"/>
                </a:lnTo>
                <a:lnTo>
                  <a:pt x="2684360" y="2242661"/>
                </a:lnTo>
                <a:lnTo>
                  <a:pt x="2683182" y="2254949"/>
                </a:lnTo>
                <a:lnTo>
                  <a:pt x="2638425" y="2270901"/>
                </a:lnTo>
                <a:lnTo>
                  <a:pt x="2209800" y="2260319"/>
                </a:lnTo>
                <a:lnTo>
                  <a:pt x="1781175" y="2281092"/>
                </a:lnTo>
                <a:lnTo>
                  <a:pt x="1352550" y="2264263"/>
                </a:lnTo>
                <a:lnTo>
                  <a:pt x="923925" y="2263552"/>
                </a:lnTo>
                <a:lnTo>
                  <a:pt x="495300" y="2259536"/>
                </a:lnTo>
                <a:lnTo>
                  <a:pt x="66675" y="2254928"/>
                </a:lnTo>
                <a:lnTo>
                  <a:pt x="19480" y="2254949"/>
                </a:lnTo>
                <a:lnTo>
                  <a:pt x="16523" y="2242661"/>
                </a:lnTo>
                <a:lnTo>
                  <a:pt x="11426" y="2219325"/>
                </a:lnTo>
                <a:lnTo>
                  <a:pt x="10753" y="1681163"/>
                </a:lnTo>
                <a:lnTo>
                  <a:pt x="2400" y="1143000"/>
                </a:lnTo>
                <a:lnTo>
                  <a:pt x="12647" y="604838"/>
                </a:lnTo>
                <a:lnTo>
                  <a:pt x="17121" y="66675"/>
                </a:lnTo>
                <a:lnTo>
                  <a:pt x="23190" y="43339"/>
                </a:lnTo>
                <a:lnTo>
                  <a:pt x="22430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7" name="design-stage-frame">
            <a:extLst xmlns:a="http://schemas.openxmlformats.org/drawingml/2006/main">
              <a:ext uri="{FF2B5EF4-FFF2-40B4-BE49-F238E27FC236}">
                <a16:creationId xmlns:a16="http://schemas.microsoft.com/office/drawing/2014/main" id="{628B638A-4ED8-4DF3-8587-7FD148DA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2705100" cy="2286000"/>
          </a:xfrm>
          <a:custGeom xmlns:a="http://schemas.openxmlformats.org/drawingml/2006/main">
            <a:pathLst>
              <a:path w="2705100" h="2286000">
                <a:moveTo>
                  <a:pt x="66675" y="23675"/>
                </a:moveTo>
                <a:lnTo>
                  <a:pt x="495300" y="21450"/>
                </a:lnTo>
                <a:lnTo>
                  <a:pt x="923925" y="7679"/>
                </a:lnTo>
                <a:lnTo>
                  <a:pt x="1352550" y="35223"/>
                </a:lnTo>
                <a:lnTo>
                  <a:pt x="1781175" y="33156"/>
                </a:lnTo>
                <a:lnTo>
                  <a:pt x="2209800" y="28605"/>
                </a:lnTo>
                <a:lnTo>
                  <a:pt x="2638425" y="26244"/>
                </a:lnTo>
                <a:lnTo>
                  <a:pt x="2683567" y="31051"/>
                </a:lnTo>
                <a:lnTo>
                  <a:pt x="2682211" y="43339"/>
                </a:lnTo>
                <a:lnTo>
                  <a:pt x="2670092" y="66675"/>
                </a:lnTo>
                <a:lnTo>
                  <a:pt x="2671234" y="604838"/>
                </a:lnTo>
                <a:lnTo>
                  <a:pt x="2686368" y="1143000"/>
                </a:lnTo>
                <a:lnTo>
                  <a:pt x="2682723" y="1681163"/>
                </a:lnTo>
                <a:lnTo>
                  <a:pt x="2694768" y="2219325"/>
                </a:lnTo>
                <a:lnTo>
                  <a:pt x="2684065" y="2242661"/>
                </a:lnTo>
                <a:lnTo>
                  <a:pt x="2686611" y="2254949"/>
                </a:lnTo>
                <a:lnTo>
                  <a:pt x="2638425" y="2267819"/>
                </a:lnTo>
                <a:lnTo>
                  <a:pt x="2209800" y="2260405"/>
                </a:lnTo>
                <a:lnTo>
                  <a:pt x="1781175" y="2265030"/>
                </a:lnTo>
                <a:lnTo>
                  <a:pt x="1352550" y="2266668"/>
                </a:lnTo>
                <a:lnTo>
                  <a:pt x="923925" y="2280621"/>
                </a:lnTo>
                <a:lnTo>
                  <a:pt x="495300" y="2257084"/>
                </a:lnTo>
                <a:lnTo>
                  <a:pt x="66675" y="2274526"/>
                </a:lnTo>
                <a:lnTo>
                  <a:pt x="25849" y="2254949"/>
                </a:lnTo>
                <a:lnTo>
                  <a:pt x="23220" y="2242661"/>
                </a:lnTo>
                <a:lnTo>
                  <a:pt x="5004" y="2219325"/>
                </a:lnTo>
                <a:lnTo>
                  <a:pt x="4974" y="1681163"/>
                </a:lnTo>
                <a:lnTo>
                  <a:pt x="2618" y="1143000"/>
                </a:lnTo>
                <a:lnTo>
                  <a:pt x="32732" y="604838"/>
                </a:lnTo>
                <a:lnTo>
                  <a:pt x="2807" y="66675"/>
                </a:lnTo>
                <a:lnTo>
                  <a:pt x="21651" y="43339"/>
                </a:lnTo>
                <a:lnTo>
                  <a:pt x="21216" y="31051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18" name="implement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81E17D27-BC0D-4FB9-8AE4-8DC52158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3983"/>
            <a:ext cx="2857500" cy="2286000"/>
          </a:xfrm>
          <a:custGeom xmlns:a="http://schemas.openxmlformats.org/drawingml/2006/main">
            <a:pathLst>
              <a:path w="2857500" h="2286000">
                <a:moveTo>
                  <a:pt x="66675" y="33562"/>
                </a:moveTo>
                <a:lnTo>
                  <a:pt x="520700" y="2564"/>
                </a:lnTo>
                <a:lnTo>
                  <a:pt x="974725" y="3003"/>
                </a:lnTo>
                <a:lnTo>
                  <a:pt x="1428750" y="16178"/>
                </a:lnTo>
                <a:lnTo>
                  <a:pt x="1882775" y="12351"/>
                </a:lnTo>
                <a:lnTo>
                  <a:pt x="2336800" y="20271"/>
                </a:lnTo>
                <a:lnTo>
                  <a:pt x="2790825" y="24737"/>
                </a:lnTo>
                <a:lnTo>
                  <a:pt x="2831960" y="31051"/>
                </a:lnTo>
                <a:lnTo>
                  <a:pt x="2840368" y="43339"/>
                </a:lnTo>
                <a:lnTo>
                  <a:pt x="2846203" y="66675"/>
                </a:lnTo>
                <a:lnTo>
                  <a:pt x="2845502" y="604838"/>
                </a:lnTo>
                <a:lnTo>
                  <a:pt x="2854451" y="1143000"/>
                </a:lnTo>
                <a:lnTo>
                  <a:pt x="2849087" y="1681163"/>
                </a:lnTo>
                <a:lnTo>
                  <a:pt x="2827072" y="2219325"/>
                </a:lnTo>
                <a:lnTo>
                  <a:pt x="2838867" y="2242661"/>
                </a:lnTo>
                <a:lnTo>
                  <a:pt x="2836944" y="2254949"/>
                </a:lnTo>
                <a:lnTo>
                  <a:pt x="2790825" y="2263582"/>
                </a:lnTo>
                <a:lnTo>
                  <a:pt x="2336800" y="2282769"/>
                </a:lnTo>
                <a:lnTo>
                  <a:pt x="1882775" y="2279656"/>
                </a:lnTo>
                <a:lnTo>
                  <a:pt x="1428750" y="2261146"/>
                </a:lnTo>
                <a:lnTo>
                  <a:pt x="974725" y="2252786"/>
                </a:lnTo>
                <a:lnTo>
                  <a:pt x="520700" y="2273169"/>
                </a:lnTo>
                <a:lnTo>
                  <a:pt x="66675" y="2261151"/>
                </a:lnTo>
                <a:lnTo>
                  <a:pt x="21167" y="2254949"/>
                </a:lnTo>
                <a:lnTo>
                  <a:pt x="21942" y="2242661"/>
                </a:lnTo>
                <a:lnTo>
                  <a:pt x="3681" y="2219325"/>
                </a:lnTo>
                <a:lnTo>
                  <a:pt x="22479" y="1681163"/>
                </a:lnTo>
                <a:lnTo>
                  <a:pt x="27016" y="1143000"/>
                </a:lnTo>
                <a:lnTo>
                  <a:pt x="6826" y="604838"/>
                </a:lnTo>
                <a:lnTo>
                  <a:pt x="8878" y="66675"/>
                </a:lnTo>
                <a:lnTo>
                  <a:pt x="17041" y="43339"/>
                </a:lnTo>
                <a:lnTo>
                  <a:pt x="21378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9" name="implement-stage-frame">
            <a:extLst xmlns:a="http://schemas.openxmlformats.org/drawingml/2006/main">
              <a:ext uri="{FF2B5EF4-FFF2-40B4-BE49-F238E27FC236}">
                <a16:creationId xmlns:a16="http://schemas.microsoft.com/office/drawing/2014/main" id="{26DF243C-5D9A-4FA7-9B0E-5CDC0DB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2857500" cy="2286000"/>
          </a:xfrm>
          <a:custGeom xmlns:a="http://schemas.openxmlformats.org/drawingml/2006/main">
            <a:pathLst>
              <a:path w="2857500" h="2286000">
                <a:moveTo>
                  <a:pt x="66675" y="31346"/>
                </a:moveTo>
                <a:lnTo>
                  <a:pt x="520700" y="6826"/>
                </a:lnTo>
                <a:lnTo>
                  <a:pt x="974725" y="25351"/>
                </a:lnTo>
                <a:lnTo>
                  <a:pt x="1428750" y="12444"/>
                </a:lnTo>
                <a:lnTo>
                  <a:pt x="1882775" y="26910"/>
                </a:lnTo>
                <a:lnTo>
                  <a:pt x="2336800" y="31305"/>
                </a:lnTo>
                <a:lnTo>
                  <a:pt x="2790825" y="3716"/>
                </a:lnTo>
                <a:lnTo>
                  <a:pt x="2830618" y="31051"/>
                </a:lnTo>
                <a:lnTo>
                  <a:pt x="2841181" y="43339"/>
                </a:lnTo>
                <a:lnTo>
                  <a:pt x="2821473" y="66675"/>
                </a:lnTo>
                <a:lnTo>
                  <a:pt x="2827199" y="604838"/>
                </a:lnTo>
                <a:lnTo>
                  <a:pt x="2844390" y="1143000"/>
                </a:lnTo>
                <a:lnTo>
                  <a:pt x="2840246" y="1681163"/>
                </a:lnTo>
                <a:lnTo>
                  <a:pt x="2826241" y="2219325"/>
                </a:lnTo>
                <a:lnTo>
                  <a:pt x="2837671" y="2242661"/>
                </a:lnTo>
                <a:lnTo>
                  <a:pt x="2830614" y="2254949"/>
                </a:lnTo>
                <a:lnTo>
                  <a:pt x="2790825" y="2260308"/>
                </a:lnTo>
                <a:lnTo>
                  <a:pt x="2336800" y="2275137"/>
                </a:lnTo>
                <a:lnTo>
                  <a:pt x="1882775" y="2277644"/>
                </a:lnTo>
                <a:lnTo>
                  <a:pt x="1428750" y="2262561"/>
                </a:lnTo>
                <a:lnTo>
                  <a:pt x="974725" y="2281298"/>
                </a:lnTo>
                <a:lnTo>
                  <a:pt x="520700" y="2277855"/>
                </a:lnTo>
                <a:lnTo>
                  <a:pt x="66675" y="2256818"/>
                </a:lnTo>
                <a:lnTo>
                  <a:pt x="22264" y="2254949"/>
                </a:lnTo>
                <a:lnTo>
                  <a:pt x="17829" y="2242661"/>
                </a:lnTo>
                <a:lnTo>
                  <a:pt x="7543" y="2219325"/>
                </a:lnTo>
                <a:lnTo>
                  <a:pt x="32249" y="1681163"/>
                </a:lnTo>
                <a:lnTo>
                  <a:pt x="15155" y="1143000"/>
                </a:lnTo>
                <a:lnTo>
                  <a:pt x="13383" y="604838"/>
                </a:lnTo>
                <a:lnTo>
                  <a:pt x="18215" y="66675"/>
                </a:lnTo>
                <a:lnTo>
                  <a:pt x="16992" y="43339"/>
                </a:lnTo>
                <a:lnTo>
                  <a:pt x="26329" y="31051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20" name="execution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EAD5D42A-842A-43D0-B50C-2EFC651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3983"/>
            <a:ext cx="2247900" cy="2286000"/>
          </a:xfrm>
          <a:custGeom xmlns:a="http://schemas.openxmlformats.org/drawingml/2006/main">
            <a:pathLst>
              <a:path w="2247900" h="2286000">
                <a:moveTo>
                  <a:pt x="66675" y="12253"/>
                </a:moveTo>
                <a:lnTo>
                  <a:pt x="419100" y="17246"/>
                </a:lnTo>
                <a:lnTo>
                  <a:pt x="771525" y="19007"/>
                </a:lnTo>
                <a:lnTo>
                  <a:pt x="1123950" y="18620"/>
                </a:lnTo>
                <a:lnTo>
                  <a:pt x="1476375" y="25605"/>
                </a:lnTo>
                <a:lnTo>
                  <a:pt x="1828800" y="6750"/>
                </a:lnTo>
                <a:lnTo>
                  <a:pt x="2181225" y="5485"/>
                </a:lnTo>
                <a:lnTo>
                  <a:pt x="2229170" y="31051"/>
                </a:lnTo>
                <a:lnTo>
                  <a:pt x="2229156" y="43339"/>
                </a:lnTo>
                <a:lnTo>
                  <a:pt x="2223561" y="66675"/>
                </a:lnTo>
                <a:lnTo>
                  <a:pt x="2214747" y="604838"/>
                </a:lnTo>
                <a:lnTo>
                  <a:pt x="2228307" y="1143000"/>
                </a:lnTo>
                <a:lnTo>
                  <a:pt x="2222277" y="1681163"/>
                </a:lnTo>
                <a:lnTo>
                  <a:pt x="2235720" y="2219325"/>
                </a:lnTo>
                <a:lnTo>
                  <a:pt x="2227041" y="2242661"/>
                </a:lnTo>
                <a:lnTo>
                  <a:pt x="2222300" y="2254949"/>
                </a:lnTo>
                <a:lnTo>
                  <a:pt x="2181225" y="2279547"/>
                </a:lnTo>
                <a:lnTo>
                  <a:pt x="1828800" y="2276563"/>
                </a:lnTo>
                <a:lnTo>
                  <a:pt x="1476375" y="2251266"/>
                </a:lnTo>
                <a:lnTo>
                  <a:pt x="1123950" y="2264987"/>
                </a:lnTo>
                <a:lnTo>
                  <a:pt x="771525" y="2258621"/>
                </a:lnTo>
                <a:lnTo>
                  <a:pt x="419100" y="2257000"/>
                </a:lnTo>
                <a:lnTo>
                  <a:pt x="66675" y="2262493"/>
                </a:lnTo>
                <a:lnTo>
                  <a:pt x="26661" y="2254949"/>
                </a:lnTo>
                <a:lnTo>
                  <a:pt x="15403" y="2242661"/>
                </a:lnTo>
                <a:lnTo>
                  <a:pt x="12187" y="2219325"/>
                </a:lnTo>
                <a:lnTo>
                  <a:pt x="20096" y="1681163"/>
                </a:lnTo>
                <a:lnTo>
                  <a:pt x="5803" y="1143000"/>
                </a:lnTo>
                <a:lnTo>
                  <a:pt x="27366" y="604838"/>
                </a:lnTo>
                <a:lnTo>
                  <a:pt x="16069" y="66675"/>
                </a:lnTo>
                <a:lnTo>
                  <a:pt x="15553" y="43339"/>
                </a:lnTo>
                <a:lnTo>
                  <a:pt x="21650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21" name="execution-stage-frame">
            <a:extLst xmlns:a="http://schemas.openxmlformats.org/drawingml/2006/main">
              <a:ext uri="{FF2B5EF4-FFF2-40B4-BE49-F238E27FC236}">
                <a16:creationId xmlns:a16="http://schemas.microsoft.com/office/drawing/2014/main" id="{FF4504E0-7711-4D3E-B190-3E0378F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71600"/>
            <a:ext cx="2247900" cy="2286000"/>
          </a:xfrm>
          <a:custGeom xmlns:a="http://schemas.openxmlformats.org/drawingml/2006/main">
            <a:pathLst>
              <a:path w="2247900" h="2286000">
                <a:moveTo>
                  <a:pt x="66675" y="24845"/>
                </a:moveTo>
                <a:lnTo>
                  <a:pt x="419100" y="22827"/>
                </a:lnTo>
                <a:lnTo>
                  <a:pt x="771525" y="13476"/>
                </a:lnTo>
                <a:lnTo>
                  <a:pt x="1123950" y="21677"/>
                </a:lnTo>
                <a:lnTo>
                  <a:pt x="1476375" y="35304"/>
                </a:lnTo>
                <a:lnTo>
                  <a:pt x="1828800" y="10858"/>
                </a:lnTo>
                <a:lnTo>
                  <a:pt x="2181225" y="12965"/>
                </a:lnTo>
                <a:lnTo>
                  <a:pt x="2220024" y="31051"/>
                </a:lnTo>
                <a:lnTo>
                  <a:pt x="2226564" y="43339"/>
                </a:lnTo>
                <a:lnTo>
                  <a:pt x="2217986" y="66675"/>
                </a:lnTo>
                <a:lnTo>
                  <a:pt x="2229910" y="604838"/>
                </a:lnTo>
                <a:lnTo>
                  <a:pt x="2244151" y="1143000"/>
                </a:lnTo>
                <a:lnTo>
                  <a:pt x="2223881" y="1681163"/>
                </a:lnTo>
                <a:lnTo>
                  <a:pt x="2225883" y="2219325"/>
                </a:lnTo>
                <a:lnTo>
                  <a:pt x="2230946" y="2242661"/>
                </a:lnTo>
                <a:lnTo>
                  <a:pt x="2219536" y="2254949"/>
                </a:lnTo>
                <a:lnTo>
                  <a:pt x="2181225" y="2258583"/>
                </a:lnTo>
                <a:lnTo>
                  <a:pt x="1828800" y="2253929"/>
                </a:lnTo>
                <a:lnTo>
                  <a:pt x="1476375" y="2280575"/>
                </a:lnTo>
                <a:lnTo>
                  <a:pt x="1123950" y="2250288"/>
                </a:lnTo>
                <a:lnTo>
                  <a:pt x="771525" y="2275807"/>
                </a:lnTo>
                <a:lnTo>
                  <a:pt x="419100" y="2272773"/>
                </a:lnTo>
                <a:lnTo>
                  <a:pt x="66675" y="2268006"/>
                </a:lnTo>
                <a:lnTo>
                  <a:pt x="25148" y="2254949"/>
                </a:lnTo>
                <a:lnTo>
                  <a:pt x="20747" y="2242661"/>
                </a:lnTo>
                <a:lnTo>
                  <a:pt x="25475" y="2219325"/>
                </a:lnTo>
                <a:lnTo>
                  <a:pt x="29841" y="1681163"/>
                </a:lnTo>
                <a:lnTo>
                  <a:pt x="18270" y="1143000"/>
                </a:lnTo>
                <a:lnTo>
                  <a:pt x="24037" y="604838"/>
                </a:lnTo>
                <a:lnTo>
                  <a:pt x="5939" y="66675"/>
                </a:lnTo>
                <a:lnTo>
                  <a:pt x="16633" y="43339"/>
                </a:lnTo>
                <a:lnTo>
                  <a:pt x="21701" y="31051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22" name="rectify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308F9F45-8547-438E-917E-F15CFD8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83983"/>
            <a:ext cx="3105150" cy="2286000"/>
          </a:xfrm>
          <a:custGeom xmlns:a="http://schemas.openxmlformats.org/drawingml/2006/main">
            <a:pathLst>
              <a:path w="3105150" h="2286000">
                <a:moveTo>
                  <a:pt x="66675" y="31944"/>
                </a:moveTo>
                <a:lnTo>
                  <a:pt x="561975" y="6669"/>
                </a:lnTo>
                <a:lnTo>
                  <a:pt x="1057275" y="6096"/>
                </a:lnTo>
                <a:lnTo>
                  <a:pt x="1552575" y="32860"/>
                </a:lnTo>
                <a:lnTo>
                  <a:pt x="2047875" y="32284"/>
                </a:lnTo>
                <a:lnTo>
                  <a:pt x="2543175" y="24225"/>
                </a:lnTo>
                <a:lnTo>
                  <a:pt x="3038475" y="24478"/>
                </a:lnTo>
                <a:lnTo>
                  <a:pt x="3086525" y="31051"/>
                </a:lnTo>
                <a:lnTo>
                  <a:pt x="3081934" y="43339"/>
                </a:lnTo>
                <a:lnTo>
                  <a:pt x="3097440" y="66675"/>
                </a:lnTo>
                <a:lnTo>
                  <a:pt x="3080925" y="604838"/>
                </a:lnTo>
                <a:lnTo>
                  <a:pt x="3097034" y="1143000"/>
                </a:lnTo>
                <a:lnTo>
                  <a:pt x="3075366" y="1681163"/>
                </a:lnTo>
                <a:lnTo>
                  <a:pt x="3080202" y="2219325"/>
                </a:lnTo>
                <a:lnTo>
                  <a:pt x="3088605" y="2242661"/>
                </a:lnTo>
                <a:lnTo>
                  <a:pt x="3081326" y="2254949"/>
                </a:lnTo>
                <a:lnTo>
                  <a:pt x="3038475" y="2256170"/>
                </a:lnTo>
                <a:lnTo>
                  <a:pt x="2543175" y="2262387"/>
                </a:lnTo>
                <a:lnTo>
                  <a:pt x="2047875" y="2257173"/>
                </a:lnTo>
                <a:lnTo>
                  <a:pt x="1552575" y="2250629"/>
                </a:lnTo>
                <a:lnTo>
                  <a:pt x="1057275" y="2250257"/>
                </a:lnTo>
                <a:lnTo>
                  <a:pt x="561975" y="2258300"/>
                </a:lnTo>
                <a:lnTo>
                  <a:pt x="66675" y="2251306"/>
                </a:lnTo>
                <a:lnTo>
                  <a:pt x="19826" y="2254949"/>
                </a:lnTo>
                <a:lnTo>
                  <a:pt x="15874" y="2242661"/>
                </a:lnTo>
                <a:lnTo>
                  <a:pt x="24518" y="2219325"/>
                </a:lnTo>
                <a:lnTo>
                  <a:pt x="16181" y="1681163"/>
                </a:lnTo>
                <a:lnTo>
                  <a:pt x="32673" y="1143000"/>
                </a:lnTo>
                <a:lnTo>
                  <a:pt x="6677" y="604838"/>
                </a:lnTo>
                <a:lnTo>
                  <a:pt x="27851" y="66675"/>
                </a:lnTo>
                <a:lnTo>
                  <a:pt x="21868" y="43339"/>
                </a:lnTo>
                <a:lnTo>
                  <a:pt x="27401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23" name="rectify-stage-frame">
            <a:extLst xmlns:a="http://schemas.openxmlformats.org/drawingml/2006/main">
              <a:ext uri="{FF2B5EF4-FFF2-40B4-BE49-F238E27FC236}">
                <a16:creationId xmlns:a16="http://schemas.microsoft.com/office/drawing/2014/main" id="{A46CAFBD-9569-4326-8643-9238664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3105150" cy="2286000"/>
          </a:xfrm>
          <a:custGeom xmlns:a="http://schemas.openxmlformats.org/drawingml/2006/main">
            <a:pathLst>
              <a:path w="3105150" h="2286000">
                <a:moveTo>
                  <a:pt x="66675" y="28045"/>
                </a:moveTo>
                <a:lnTo>
                  <a:pt x="561975" y="9839"/>
                </a:lnTo>
                <a:lnTo>
                  <a:pt x="1057275" y="34679"/>
                </a:lnTo>
                <a:lnTo>
                  <a:pt x="1552575" y="13449"/>
                </a:lnTo>
                <a:lnTo>
                  <a:pt x="2047875" y="26097"/>
                </a:lnTo>
                <a:lnTo>
                  <a:pt x="2543175" y="25726"/>
                </a:lnTo>
                <a:lnTo>
                  <a:pt x="3038475" y="18087"/>
                </a:lnTo>
                <a:lnTo>
                  <a:pt x="3085363" y="31051"/>
                </a:lnTo>
                <a:lnTo>
                  <a:pt x="3088597" y="43339"/>
                </a:lnTo>
                <a:lnTo>
                  <a:pt x="3097697" y="66675"/>
                </a:lnTo>
                <a:lnTo>
                  <a:pt x="3100347" y="604838"/>
                </a:lnTo>
                <a:lnTo>
                  <a:pt x="3090402" y="1143000"/>
                </a:lnTo>
                <a:lnTo>
                  <a:pt x="3075511" y="1681163"/>
                </a:lnTo>
                <a:lnTo>
                  <a:pt x="3077233" y="2219325"/>
                </a:lnTo>
                <a:lnTo>
                  <a:pt x="3089678" y="2242661"/>
                </a:lnTo>
                <a:lnTo>
                  <a:pt x="3077784" y="2254949"/>
                </a:lnTo>
                <a:lnTo>
                  <a:pt x="3038475" y="2271832"/>
                </a:lnTo>
                <a:lnTo>
                  <a:pt x="2543175" y="2280913"/>
                </a:lnTo>
                <a:lnTo>
                  <a:pt x="2047875" y="2265009"/>
                </a:lnTo>
                <a:lnTo>
                  <a:pt x="1552575" y="2270068"/>
                </a:lnTo>
                <a:lnTo>
                  <a:pt x="1057275" y="2255311"/>
                </a:lnTo>
                <a:lnTo>
                  <a:pt x="561975" y="2282041"/>
                </a:lnTo>
                <a:lnTo>
                  <a:pt x="66675" y="2259989"/>
                </a:lnTo>
                <a:lnTo>
                  <a:pt x="26173" y="2254949"/>
                </a:lnTo>
                <a:lnTo>
                  <a:pt x="20122" y="2242661"/>
                </a:lnTo>
                <a:lnTo>
                  <a:pt x="26678" y="2219325"/>
                </a:lnTo>
                <a:lnTo>
                  <a:pt x="27104" y="1681163"/>
                </a:lnTo>
                <a:lnTo>
                  <a:pt x="3473" y="1143000"/>
                </a:lnTo>
                <a:lnTo>
                  <a:pt x="26702" y="604838"/>
                </a:lnTo>
                <a:lnTo>
                  <a:pt x="18568" y="66675"/>
                </a:lnTo>
                <a:lnTo>
                  <a:pt x="19341" y="43339"/>
                </a:lnTo>
                <a:lnTo>
                  <a:pt x="22146" y="31051"/>
                </a:lnTo>
                <a:close/>
              </a:path>
            </a:pathLst>
          </a:custGeom>
          <a:solidFill xmlns:a="http://schemas.openxmlformats.org/drawingml/2006/main">
            <a:srgbClr val="369B9D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24" name="design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821E9F5C-493C-4E02-8422-7DEB1590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12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956" y="232110"/>
                </a:moveTo>
                <a:lnTo>
                  <a:pt x="431086" y="285703"/>
                </a:lnTo>
                <a:lnTo>
                  <a:pt x="407327" y="334727"/>
                </a:lnTo>
                <a:lnTo>
                  <a:pt x="377068" y="376286"/>
                </a:lnTo>
                <a:lnTo>
                  <a:pt x="333350" y="413694"/>
                </a:lnTo>
                <a:lnTo>
                  <a:pt x="282778" y="427417"/>
                </a:lnTo>
                <a:lnTo>
                  <a:pt x="229090" y="441697"/>
                </a:lnTo>
                <a:lnTo>
                  <a:pt x="170772" y="431413"/>
                </a:lnTo>
                <a:lnTo>
                  <a:pt x="123513" y="406363"/>
                </a:lnTo>
                <a:lnTo>
                  <a:pt x="84198" y="378009"/>
                </a:lnTo>
                <a:lnTo>
                  <a:pt x="48728" y="327732"/>
                </a:lnTo>
                <a:lnTo>
                  <a:pt x="23581" y="285011"/>
                </a:lnTo>
                <a:lnTo>
                  <a:pt x="14708" y="229999"/>
                </a:lnTo>
                <a:lnTo>
                  <a:pt x="27419" y="178304"/>
                </a:lnTo>
                <a:lnTo>
                  <a:pt x="45400" y="124960"/>
                </a:lnTo>
                <a:lnTo>
                  <a:pt x="84114" y="78486"/>
                </a:lnTo>
                <a:lnTo>
                  <a:pt x="125272" y="42647"/>
                </a:lnTo>
                <a:lnTo>
                  <a:pt x="177262" y="26316"/>
                </a:lnTo>
                <a:lnTo>
                  <a:pt x="224917" y="23230"/>
                </a:lnTo>
                <a:lnTo>
                  <a:pt x="279343" y="21776"/>
                </a:lnTo>
                <a:lnTo>
                  <a:pt x="335241" y="46756"/>
                </a:lnTo>
                <a:lnTo>
                  <a:pt x="377033" y="79423"/>
                </a:lnTo>
                <a:lnTo>
                  <a:pt x="406832" y="126984"/>
                </a:lnTo>
                <a:lnTo>
                  <a:pt x="431000" y="175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25" name="design-avatar-slot">
            <a:extLst xmlns:a="http://schemas.openxmlformats.org/drawingml/2006/main">
              <a:ext uri="{FF2B5EF4-FFF2-40B4-BE49-F238E27FC236}">
                <a16:creationId xmlns:a16="http://schemas.microsoft.com/office/drawing/2014/main" id="{2A9DFE19-92E9-4BB7-94DA-6D91C4E3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6148" y="228264"/>
                </a:moveTo>
                <a:lnTo>
                  <a:pt x="430792" y="281262"/>
                </a:lnTo>
                <a:lnTo>
                  <a:pt x="412906" y="331354"/>
                </a:lnTo>
                <a:lnTo>
                  <a:pt x="370568" y="376675"/>
                </a:lnTo>
                <a:lnTo>
                  <a:pt x="329673" y="411892"/>
                </a:lnTo>
                <a:lnTo>
                  <a:pt x="285588" y="433094"/>
                </a:lnTo>
                <a:lnTo>
                  <a:pt x="229335" y="441364"/>
                </a:lnTo>
                <a:lnTo>
                  <a:pt x="178412" y="427376"/>
                </a:lnTo>
                <a:lnTo>
                  <a:pt x="125329" y="416380"/>
                </a:lnTo>
                <a:lnTo>
                  <a:pt x="83727" y="379505"/>
                </a:lnTo>
                <a:lnTo>
                  <a:pt x="48353" y="332714"/>
                </a:lnTo>
                <a:lnTo>
                  <a:pt x="27411" y="282582"/>
                </a:lnTo>
                <a:lnTo>
                  <a:pt x="21982" y="226704"/>
                </a:lnTo>
                <a:lnTo>
                  <a:pt x="29626" y="174979"/>
                </a:lnTo>
                <a:lnTo>
                  <a:pt x="50074" y="123716"/>
                </a:lnTo>
                <a:lnTo>
                  <a:pt x="78051" y="82429"/>
                </a:lnTo>
                <a:lnTo>
                  <a:pt x="120133" y="49415"/>
                </a:lnTo>
                <a:lnTo>
                  <a:pt x="178147" y="29993"/>
                </a:lnTo>
                <a:lnTo>
                  <a:pt x="228723" y="17075"/>
                </a:lnTo>
                <a:lnTo>
                  <a:pt x="278732" y="24471"/>
                </a:lnTo>
                <a:lnTo>
                  <a:pt x="337746" y="47682"/>
                </a:lnTo>
                <a:lnTo>
                  <a:pt x="372924" y="77761"/>
                </a:lnTo>
                <a:lnTo>
                  <a:pt x="412790" y="123033"/>
                </a:lnTo>
                <a:lnTo>
                  <a:pt x="434136" y="1777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6" name="implement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1BB6EA84-F16B-4253-93E3-73CB9224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07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384" y="229603"/>
                </a:moveTo>
                <a:lnTo>
                  <a:pt x="426608" y="283909"/>
                </a:lnTo>
                <a:lnTo>
                  <a:pt x="410341" y="332528"/>
                </a:lnTo>
                <a:lnTo>
                  <a:pt x="377355" y="380821"/>
                </a:lnTo>
                <a:lnTo>
                  <a:pt x="335936" y="410346"/>
                </a:lnTo>
                <a:lnTo>
                  <a:pt x="287459" y="430952"/>
                </a:lnTo>
                <a:lnTo>
                  <a:pt x="232138" y="438337"/>
                </a:lnTo>
                <a:lnTo>
                  <a:pt x="173009" y="426691"/>
                </a:lnTo>
                <a:lnTo>
                  <a:pt x="122261" y="407216"/>
                </a:lnTo>
                <a:lnTo>
                  <a:pt x="81308" y="380389"/>
                </a:lnTo>
                <a:lnTo>
                  <a:pt x="52494" y="334725"/>
                </a:lnTo>
                <a:lnTo>
                  <a:pt x="30395" y="285065"/>
                </a:lnTo>
                <a:lnTo>
                  <a:pt x="20203" y="231590"/>
                </a:lnTo>
                <a:lnTo>
                  <a:pt x="23628" y="178329"/>
                </a:lnTo>
                <a:lnTo>
                  <a:pt x="50168" y="120220"/>
                </a:lnTo>
                <a:lnTo>
                  <a:pt x="85801" y="80458"/>
                </a:lnTo>
                <a:lnTo>
                  <a:pt x="125849" y="42790"/>
                </a:lnTo>
                <a:lnTo>
                  <a:pt x="176233" y="29137"/>
                </a:lnTo>
                <a:lnTo>
                  <a:pt x="225718" y="21411"/>
                </a:lnTo>
                <a:lnTo>
                  <a:pt x="280954" y="25228"/>
                </a:lnTo>
                <a:lnTo>
                  <a:pt x="332218" y="43364"/>
                </a:lnTo>
                <a:lnTo>
                  <a:pt x="379963" y="80570"/>
                </a:lnTo>
                <a:lnTo>
                  <a:pt x="409362" y="121420"/>
                </a:lnTo>
                <a:lnTo>
                  <a:pt x="436559" y="1776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27" name="implement-avatar-slot">
            <a:extLst xmlns:a="http://schemas.openxmlformats.org/drawingml/2006/main">
              <a:ext uri="{FF2B5EF4-FFF2-40B4-BE49-F238E27FC236}">
                <a16:creationId xmlns:a16="http://schemas.microsoft.com/office/drawing/2014/main" id="{D98D57FA-9618-4629-989B-1573C2C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711" y="228393"/>
                </a:moveTo>
                <a:lnTo>
                  <a:pt x="430839" y="282492"/>
                </a:lnTo>
                <a:lnTo>
                  <a:pt x="408049" y="328207"/>
                </a:lnTo>
                <a:lnTo>
                  <a:pt x="377500" y="376181"/>
                </a:lnTo>
                <a:lnTo>
                  <a:pt x="335749" y="404965"/>
                </a:lnTo>
                <a:lnTo>
                  <a:pt x="286137" y="426231"/>
                </a:lnTo>
                <a:lnTo>
                  <a:pt x="228001" y="438588"/>
                </a:lnTo>
                <a:lnTo>
                  <a:pt x="175173" y="434473"/>
                </a:lnTo>
                <a:lnTo>
                  <a:pt x="125486" y="412097"/>
                </a:lnTo>
                <a:lnTo>
                  <a:pt x="85425" y="377731"/>
                </a:lnTo>
                <a:lnTo>
                  <a:pt x="47554" y="328721"/>
                </a:lnTo>
                <a:lnTo>
                  <a:pt x="26116" y="286062"/>
                </a:lnTo>
                <a:lnTo>
                  <a:pt x="16747" y="231460"/>
                </a:lnTo>
                <a:lnTo>
                  <a:pt x="26072" y="169404"/>
                </a:lnTo>
                <a:lnTo>
                  <a:pt x="46584" y="126726"/>
                </a:lnTo>
                <a:lnTo>
                  <a:pt x="84016" y="83178"/>
                </a:lnTo>
                <a:lnTo>
                  <a:pt x="120531" y="44860"/>
                </a:lnTo>
                <a:lnTo>
                  <a:pt x="178932" y="28111"/>
                </a:lnTo>
                <a:lnTo>
                  <a:pt x="229237" y="16374"/>
                </a:lnTo>
                <a:lnTo>
                  <a:pt x="278805" y="24015"/>
                </a:lnTo>
                <a:lnTo>
                  <a:pt x="334458" y="43771"/>
                </a:lnTo>
                <a:lnTo>
                  <a:pt x="378307" y="76635"/>
                </a:lnTo>
                <a:lnTo>
                  <a:pt x="410851" y="119282"/>
                </a:lnTo>
                <a:lnTo>
                  <a:pt x="427489" y="1780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8" name="execution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47AD5A80-3C55-426C-92CD-4B6BB67A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42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529" y="227868"/>
                </a:moveTo>
                <a:lnTo>
                  <a:pt x="435588" y="282531"/>
                </a:lnTo>
                <a:lnTo>
                  <a:pt x="407479" y="333263"/>
                </a:lnTo>
                <a:lnTo>
                  <a:pt x="372655" y="375678"/>
                </a:lnTo>
                <a:lnTo>
                  <a:pt x="334301" y="409613"/>
                </a:lnTo>
                <a:lnTo>
                  <a:pt x="285744" y="433584"/>
                </a:lnTo>
                <a:lnTo>
                  <a:pt x="232427" y="439483"/>
                </a:lnTo>
                <a:lnTo>
                  <a:pt x="171613" y="434855"/>
                </a:lnTo>
                <a:lnTo>
                  <a:pt x="122198" y="411182"/>
                </a:lnTo>
                <a:lnTo>
                  <a:pt x="79106" y="379599"/>
                </a:lnTo>
                <a:lnTo>
                  <a:pt x="47858" y="335357"/>
                </a:lnTo>
                <a:lnTo>
                  <a:pt x="27758" y="279311"/>
                </a:lnTo>
                <a:lnTo>
                  <a:pt x="15445" y="229827"/>
                </a:lnTo>
                <a:lnTo>
                  <a:pt x="26448" y="170765"/>
                </a:lnTo>
                <a:lnTo>
                  <a:pt x="44199" y="124696"/>
                </a:lnTo>
                <a:lnTo>
                  <a:pt x="77574" y="81674"/>
                </a:lnTo>
                <a:lnTo>
                  <a:pt x="122257" y="46955"/>
                </a:lnTo>
                <a:lnTo>
                  <a:pt x="171940" y="23006"/>
                </a:lnTo>
                <a:lnTo>
                  <a:pt x="226717" y="15454"/>
                </a:lnTo>
                <a:lnTo>
                  <a:pt x="285490" y="28318"/>
                </a:lnTo>
                <a:lnTo>
                  <a:pt x="333185" y="52252"/>
                </a:lnTo>
                <a:lnTo>
                  <a:pt x="373848" y="78305"/>
                </a:lnTo>
                <a:lnTo>
                  <a:pt x="406669" y="125727"/>
                </a:lnTo>
                <a:lnTo>
                  <a:pt x="430887" y="1777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29" name="execution-avatar-slot">
            <a:extLst xmlns:a="http://schemas.openxmlformats.org/drawingml/2006/main">
              <a:ext uri="{FF2B5EF4-FFF2-40B4-BE49-F238E27FC236}">
                <a16:creationId xmlns:a16="http://schemas.microsoft.com/office/drawing/2014/main" id="{F459CEDA-7959-4927-8088-E7DF7962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970" y="231979"/>
                </a:moveTo>
                <a:lnTo>
                  <a:pt x="427667" y="278883"/>
                </a:lnTo>
                <a:lnTo>
                  <a:pt x="415574" y="332307"/>
                </a:lnTo>
                <a:lnTo>
                  <a:pt x="374504" y="373650"/>
                </a:lnTo>
                <a:lnTo>
                  <a:pt x="332056" y="415547"/>
                </a:lnTo>
                <a:lnTo>
                  <a:pt x="280274" y="428006"/>
                </a:lnTo>
                <a:lnTo>
                  <a:pt x="229627" y="439129"/>
                </a:lnTo>
                <a:lnTo>
                  <a:pt x="178336" y="431405"/>
                </a:lnTo>
                <a:lnTo>
                  <a:pt x="118873" y="411648"/>
                </a:lnTo>
                <a:lnTo>
                  <a:pt x="79653" y="373280"/>
                </a:lnTo>
                <a:lnTo>
                  <a:pt x="50552" y="331501"/>
                </a:lnTo>
                <a:lnTo>
                  <a:pt x="27620" y="284265"/>
                </a:lnTo>
                <a:lnTo>
                  <a:pt x="20705" y="231280"/>
                </a:lnTo>
                <a:lnTo>
                  <a:pt x="28380" y="173025"/>
                </a:lnTo>
                <a:lnTo>
                  <a:pt x="43382" y="125746"/>
                </a:lnTo>
                <a:lnTo>
                  <a:pt x="80607" y="82530"/>
                </a:lnTo>
                <a:lnTo>
                  <a:pt x="129636" y="48163"/>
                </a:lnTo>
                <a:lnTo>
                  <a:pt x="172285" y="27375"/>
                </a:lnTo>
                <a:lnTo>
                  <a:pt x="231511" y="17777"/>
                </a:lnTo>
                <a:lnTo>
                  <a:pt x="279163" y="27959"/>
                </a:lnTo>
                <a:lnTo>
                  <a:pt x="336389" y="44521"/>
                </a:lnTo>
                <a:lnTo>
                  <a:pt x="379526" y="83653"/>
                </a:lnTo>
                <a:lnTo>
                  <a:pt x="407368" y="127602"/>
                </a:lnTo>
                <a:lnTo>
                  <a:pt x="428270" y="1744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0" name="rectify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C71EB796-88C2-46D6-8FDB-1D26E67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7076" y="224964"/>
                </a:moveTo>
                <a:lnTo>
                  <a:pt x="432774" y="278957"/>
                </a:lnTo>
                <a:lnTo>
                  <a:pt x="411420" y="337698"/>
                </a:lnTo>
                <a:lnTo>
                  <a:pt x="375886" y="375157"/>
                </a:lnTo>
                <a:lnTo>
                  <a:pt x="334555" y="409390"/>
                </a:lnTo>
                <a:lnTo>
                  <a:pt x="284995" y="432271"/>
                </a:lnTo>
                <a:lnTo>
                  <a:pt x="224479" y="440959"/>
                </a:lnTo>
                <a:lnTo>
                  <a:pt x="177042" y="434873"/>
                </a:lnTo>
                <a:lnTo>
                  <a:pt x="124728" y="407415"/>
                </a:lnTo>
                <a:lnTo>
                  <a:pt x="80617" y="383064"/>
                </a:lnTo>
                <a:lnTo>
                  <a:pt x="46955" y="332235"/>
                </a:lnTo>
                <a:lnTo>
                  <a:pt x="28930" y="278524"/>
                </a:lnTo>
                <a:lnTo>
                  <a:pt x="20165" y="227838"/>
                </a:lnTo>
                <a:lnTo>
                  <a:pt x="26301" y="171154"/>
                </a:lnTo>
                <a:lnTo>
                  <a:pt x="49095" y="126538"/>
                </a:lnTo>
                <a:lnTo>
                  <a:pt x="79016" y="79662"/>
                </a:lnTo>
                <a:lnTo>
                  <a:pt x="123817" y="46756"/>
                </a:lnTo>
                <a:lnTo>
                  <a:pt x="176348" y="24022"/>
                </a:lnTo>
                <a:lnTo>
                  <a:pt x="226769" y="22650"/>
                </a:lnTo>
                <a:lnTo>
                  <a:pt x="287074" y="25829"/>
                </a:lnTo>
                <a:lnTo>
                  <a:pt x="331363" y="46008"/>
                </a:lnTo>
                <a:lnTo>
                  <a:pt x="377158" y="75251"/>
                </a:lnTo>
                <a:lnTo>
                  <a:pt x="408911" y="123418"/>
                </a:lnTo>
                <a:lnTo>
                  <a:pt x="432791" y="172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31" name="rectify-avatar-slot">
            <a:extLst xmlns:a="http://schemas.openxmlformats.org/drawingml/2006/main">
              <a:ext uri="{FF2B5EF4-FFF2-40B4-BE49-F238E27FC236}">
                <a16:creationId xmlns:a16="http://schemas.microsoft.com/office/drawing/2014/main" id="{431D8A0E-8620-4F1C-B639-6E2E16DB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108" y="231024"/>
                </a:moveTo>
                <a:lnTo>
                  <a:pt x="432202" y="286918"/>
                </a:lnTo>
                <a:lnTo>
                  <a:pt x="412425" y="337898"/>
                </a:lnTo>
                <a:lnTo>
                  <a:pt x="380185" y="379780"/>
                </a:lnTo>
                <a:lnTo>
                  <a:pt x="332556" y="414900"/>
                </a:lnTo>
                <a:lnTo>
                  <a:pt x="282286" y="427309"/>
                </a:lnTo>
                <a:lnTo>
                  <a:pt x="225862" y="436812"/>
                </a:lnTo>
                <a:lnTo>
                  <a:pt x="172546" y="426383"/>
                </a:lnTo>
                <a:lnTo>
                  <a:pt x="123103" y="405493"/>
                </a:lnTo>
                <a:lnTo>
                  <a:pt x="82287" y="378862"/>
                </a:lnTo>
                <a:lnTo>
                  <a:pt x="45506" y="339183"/>
                </a:lnTo>
                <a:lnTo>
                  <a:pt x="26528" y="282161"/>
                </a:lnTo>
                <a:lnTo>
                  <a:pt x="14524" y="226121"/>
                </a:lnTo>
                <a:lnTo>
                  <a:pt x="31075" y="172359"/>
                </a:lnTo>
                <a:lnTo>
                  <a:pt x="45921" y="117691"/>
                </a:lnTo>
                <a:lnTo>
                  <a:pt x="81134" y="82719"/>
                </a:lnTo>
                <a:lnTo>
                  <a:pt x="125470" y="50116"/>
                </a:lnTo>
                <a:lnTo>
                  <a:pt x="172503" y="23242"/>
                </a:lnTo>
                <a:lnTo>
                  <a:pt x="231157" y="21144"/>
                </a:lnTo>
                <a:lnTo>
                  <a:pt x="285254" y="28679"/>
                </a:lnTo>
                <a:lnTo>
                  <a:pt x="333268" y="52183"/>
                </a:lnTo>
                <a:lnTo>
                  <a:pt x="371710" y="80390"/>
                </a:lnTo>
                <a:lnTo>
                  <a:pt x="409409" y="120833"/>
                </a:lnTo>
                <a:lnTo>
                  <a:pt x="434007" y="1752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2" name="design-net-1-pencil-echo">
            <a:extLst xmlns:a="http://schemas.openxmlformats.org/drawingml/2006/main">
              <a:ext uri="{FF2B5EF4-FFF2-40B4-BE49-F238E27FC236}">
                <a16:creationId xmlns:a16="http://schemas.microsoft.com/office/drawing/2014/main" id="{B13D535F-9E16-450F-8C2E-C97CC15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828" y="24641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0013" y="200547"/>
                </a:moveTo>
                <a:lnTo>
                  <a:pt x="374486" y="246098"/>
                </a:lnTo>
                <a:lnTo>
                  <a:pt x="359878" y="291143"/>
                </a:lnTo>
                <a:lnTo>
                  <a:pt x="330843" y="329687"/>
                </a:lnTo>
                <a:lnTo>
                  <a:pt x="293301" y="357955"/>
                </a:lnTo>
                <a:lnTo>
                  <a:pt x="247640" y="371425"/>
                </a:lnTo>
                <a:lnTo>
                  <a:pt x="199330" y="384681"/>
                </a:lnTo>
                <a:lnTo>
                  <a:pt x="154108" y="371749"/>
                </a:lnTo>
                <a:lnTo>
                  <a:pt x="109593" y="354411"/>
                </a:lnTo>
                <a:lnTo>
                  <a:pt x="71791" y="329143"/>
                </a:lnTo>
                <a:lnTo>
                  <a:pt x="46729" y="288526"/>
                </a:lnTo>
                <a:lnTo>
                  <a:pt x="20921" y="246331"/>
                </a:lnTo>
                <a:lnTo>
                  <a:pt x="15922" y="197627"/>
                </a:lnTo>
                <a:lnTo>
                  <a:pt x="22307" y="152172"/>
                </a:lnTo>
                <a:lnTo>
                  <a:pt x="45941" y="109731"/>
                </a:lnTo>
                <a:lnTo>
                  <a:pt x="69985" y="72437"/>
                </a:lnTo>
                <a:lnTo>
                  <a:pt x="109489" y="41499"/>
                </a:lnTo>
                <a:lnTo>
                  <a:pt x="155506" y="26473"/>
                </a:lnTo>
                <a:lnTo>
                  <a:pt x="198061" y="20897"/>
                </a:lnTo>
                <a:lnTo>
                  <a:pt x="247461" y="21479"/>
                </a:lnTo>
                <a:lnTo>
                  <a:pt x="290484" y="39650"/>
                </a:lnTo>
                <a:lnTo>
                  <a:pt x="325514" y="73980"/>
                </a:lnTo>
                <a:lnTo>
                  <a:pt x="353785" y="111448"/>
                </a:lnTo>
                <a:lnTo>
                  <a:pt x="371011" y="1536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3" name="design-net-1">
            <a:extLst xmlns:a="http://schemas.openxmlformats.org/drawingml/2006/main">
              <a:ext uri="{FF2B5EF4-FFF2-40B4-BE49-F238E27FC236}">
                <a16:creationId xmlns:a16="http://schemas.microsoft.com/office/drawing/2014/main" id="{09E58B4C-034E-4A62-B2F7-17D0F43D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79236" y="200130"/>
                </a:moveTo>
                <a:lnTo>
                  <a:pt x="373999" y="245773"/>
                </a:lnTo>
                <a:lnTo>
                  <a:pt x="355763" y="288845"/>
                </a:lnTo>
                <a:lnTo>
                  <a:pt x="328051" y="331270"/>
                </a:lnTo>
                <a:lnTo>
                  <a:pt x="292582" y="359006"/>
                </a:lnTo>
                <a:lnTo>
                  <a:pt x="246339" y="374011"/>
                </a:lnTo>
                <a:lnTo>
                  <a:pt x="200377" y="381461"/>
                </a:lnTo>
                <a:lnTo>
                  <a:pt x="151671" y="370350"/>
                </a:lnTo>
                <a:lnTo>
                  <a:pt x="112122" y="354816"/>
                </a:lnTo>
                <a:lnTo>
                  <a:pt x="69240" y="327797"/>
                </a:lnTo>
                <a:lnTo>
                  <a:pt x="40970" y="289174"/>
                </a:lnTo>
                <a:lnTo>
                  <a:pt x="25017" y="249295"/>
                </a:lnTo>
                <a:lnTo>
                  <a:pt x="15911" y="202003"/>
                </a:lnTo>
                <a:lnTo>
                  <a:pt x="22479" y="154045"/>
                </a:lnTo>
                <a:lnTo>
                  <a:pt x="43296" y="107071"/>
                </a:lnTo>
                <a:lnTo>
                  <a:pt x="68914" y="69454"/>
                </a:lnTo>
                <a:lnTo>
                  <a:pt x="111448" y="45138"/>
                </a:lnTo>
                <a:lnTo>
                  <a:pt x="152640" y="28804"/>
                </a:lnTo>
                <a:lnTo>
                  <a:pt x="202357" y="20151"/>
                </a:lnTo>
                <a:lnTo>
                  <a:pt x="245691" y="23282"/>
                </a:lnTo>
                <a:lnTo>
                  <a:pt x="292399" y="42097"/>
                </a:lnTo>
                <a:lnTo>
                  <a:pt x="328217" y="70902"/>
                </a:lnTo>
                <a:lnTo>
                  <a:pt x="357115" y="106775"/>
                </a:lnTo>
                <a:lnTo>
                  <a:pt x="374876" y="154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34" name="design-net-2-pencil-echo">
            <a:extLst xmlns:a="http://schemas.openxmlformats.org/drawingml/2006/main">
              <a:ext uri="{FF2B5EF4-FFF2-40B4-BE49-F238E27FC236}">
                <a16:creationId xmlns:a16="http://schemas.microsoft.com/office/drawing/2014/main" id="{AD860FA9-9AED-4CC4-9AA5-E7C55248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78" y="22736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0028" y="201960"/>
                </a:moveTo>
                <a:lnTo>
                  <a:pt x="376691" y="248088"/>
                </a:lnTo>
                <a:lnTo>
                  <a:pt x="359015" y="293233"/>
                </a:lnTo>
                <a:lnTo>
                  <a:pt x="326245" y="329273"/>
                </a:lnTo>
                <a:lnTo>
                  <a:pt x="290586" y="357124"/>
                </a:lnTo>
                <a:lnTo>
                  <a:pt x="246485" y="374714"/>
                </a:lnTo>
                <a:lnTo>
                  <a:pt x="201204" y="379242"/>
                </a:lnTo>
                <a:lnTo>
                  <a:pt x="152035" y="376140"/>
                </a:lnTo>
                <a:lnTo>
                  <a:pt x="108908" y="355377"/>
                </a:lnTo>
                <a:lnTo>
                  <a:pt x="73461" y="327188"/>
                </a:lnTo>
                <a:lnTo>
                  <a:pt x="43421" y="290606"/>
                </a:lnTo>
                <a:lnTo>
                  <a:pt x="24704" y="244987"/>
                </a:lnTo>
                <a:lnTo>
                  <a:pt x="21785" y="202082"/>
                </a:lnTo>
                <a:lnTo>
                  <a:pt x="24863" y="155348"/>
                </a:lnTo>
                <a:lnTo>
                  <a:pt x="39622" y="109333"/>
                </a:lnTo>
                <a:lnTo>
                  <a:pt x="75740" y="73228"/>
                </a:lnTo>
                <a:lnTo>
                  <a:pt x="107570" y="41364"/>
                </a:lnTo>
                <a:lnTo>
                  <a:pt x="153104" y="25295"/>
                </a:lnTo>
                <a:lnTo>
                  <a:pt x="201975" y="20585"/>
                </a:lnTo>
                <a:lnTo>
                  <a:pt x="246238" y="23846"/>
                </a:lnTo>
                <a:lnTo>
                  <a:pt x="293483" y="43254"/>
                </a:lnTo>
                <a:lnTo>
                  <a:pt x="323896" y="72592"/>
                </a:lnTo>
                <a:lnTo>
                  <a:pt x="354961" y="112598"/>
                </a:lnTo>
                <a:lnTo>
                  <a:pt x="377751" y="1504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5" name="design-net-2">
            <a:extLst xmlns:a="http://schemas.openxmlformats.org/drawingml/2006/main">
              <a:ext uri="{FF2B5EF4-FFF2-40B4-BE49-F238E27FC236}">
                <a16:creationId xmlns:a16="http://schemas.microsoft.com/office/drawing/2014/main" id="{7CA3BE15-CACA-4891-8D6D-00184CA6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77845" y="198383"/>
                </a:moveTo>
                <a:lnTo>
                  <a:pt x="372504" y="248559"/>
                </a:lnTo>
                <a:lnTo>
                  <a:pt x="354543" y="286913"/>
                </a:lnTo>
                <a:lnTo>
                  <a:pt x="326163" y="329291"/>
                </a:lnTo>
                <a:lnTo>
                  <a:pt x="290149" y="352473"/>
                </a:lnTo>
                <a:lnTo>
                  <a:pt x="248842" y="377059"/>
                </a:lnTo>
                <a:lnTo>
                  <a:pt x="199040" y="384223"/>
                </a:lnTo>
                <a:lnTo>
                  <a:pt x="151623" y="372248"/>
                </a:lnTo>
                <a:lnTo>
                  <a:pt x="110663" y="355361"/>
                </a:lnTo>
                <a:lnTo>
                  <a:pt x="69597" y="330528"/>
                </a:lnTo>
                <a:lnTo>
                  <a:pt x="42600" y="291350"/>
                </a:lnTo>
                <a:lnTo>
                  <a:pt x="28369" y="245608"/>
                </a:lnTo>
                <a:lnTo>
                  <a:pt x="23007" y="197635"/>
                </a:lnTo>
                <a:lnTo>
                  <a:pt x="24714" y="152817"/>
                </a:lnTo>
                <a:lnTo>
                  <a:pt x="44718" y="112854"/>
                </a:lnTo>
                <a:lnTo>
                  <a:pt x="70958" y="73395"/>
                </a:lnTo>
                <a:lnTo>
                  <a:pt x="109834" y="46397"/>
                </a:lnTo>
                <a:lnTo>
                  <a:pt x="156521" y="27606"/>
                </a:lnTo>
                <a:lnTo>
                  <a:pt x="200912" y="16009"/>
                </a:lnTo>
                <a:lnTo>
                  <a:pt x="245489" y="21188"/>
                </a:lnTo>
                <a:lnTo>
                  <a:pt x="290409" y="45886"/>
                </a:lnTo>
                <a:lnTo>
                  <a:pt x="328372" y="74881"/>
                </a:lnTo>
                <a:lnTo>
                  <a:pt x="359266" y="111041"/>
                </a:lnTo>
                <a:lnTo>
                  <a:pt x="372816" y="1529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36" name="design-net-3-pencil-echo">
            <a:extLst xmlns:a="http://schemas.openxmlformats.org/drawingml/2006/main">
              <a:ext uri="{FF2B5EF4-FFF2-40B4-BE49-F238E27FC236}">
                <a16:creationId xmlns:a16="http://schemas.microsoft.com/office/drawing/2014/main" id="{C4DE5DE2-E87C-4432-AE85-EBC2B23D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828" y="27308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78244" y="198855"/>
                </a:moveTo>
                <a:lnTo>
                  <a:pt x="378109" y="245344"/>
                </a:lnTo>
                <a:lnTo>
                  <a:pt x="355027" y="288921"/>
                </a:lnTo>
                <a:lnTo>
                  <a:pt x="328683" y="326207"/>
                </a:lnTo>
                <a:lnTo>
                  <a:pt x="290782" y="353273"/>
                </a:lnTo>
                <a:lnTo>
                  <a:pt x="248934" y="373286"/>
                </a:lnTo>
                <a:lnTo>
                  <a:pt x="200625" y="380595"/>
                </a:lnTo>
                <a:lnTo>
                  <a:pt x="151244" y="374609"/>
                </a:lnTo>
                <a:lnTo>
                  <a:pt x="107542" y="357370"/>
                </a:lnTo>
                <a:lnTo>
                  <a:pt x="73023" y="325716"/>
                </a:lnTo>
                <a:lnTo>
                  <a:pt x="43380" y="289514"/>
                </a:lnTo>
                <a:lnTo>
                  <a:pt x="26514" y="245018"/>
                </a:lnTo>
                <a:lnTo>
                  <a:pt x="17644" y="200823"/>
                </a:lnTo>
                <a:lnTo>
                  <a:pt x="24648" y="152841"/>
                </a:lnTo>
                <a:lnTo>
                  <a:pt x="46231" y="109829"/>
                </a:lnTo>
                <a:lnTo>
                  <a:pt x="72875" y="75040"/>
                </a:lnTo>
                <a:lnTo>
                  <a:pt x="109663" y="39261"/>
                </a:lnTo>
                <a:lnTo>
                  <a:pt x="152949" y="25914"/>
                </a:lnTo>
                <a:lnTo>
                  <a:pt x="199904" y="22620"/>
                </a:lnTo>
                <a:lnTo>
                  <a:pt x="245284" y="20816"/>
                </a:lnTo>
                <a:lnTo>
                  <a:pt x="292134" y="39798"/>
                </a:lnTo>
                <a:lnTo>
                  <a:pt x="326639" y="76111"/>
                </a:lnTo>
                <a:lnTo>
                  <a:pt x="356531" y="106622"/>
                </a:lnTo>
                <a:lnTo>
                  <a:pt x="377451" y="1503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7" name="design-net-3">
            <a:extLst xmlns:a="http://schemas.openxmlformats.org/drawingml/2006/main">
              <a:ext uri="{FF2B5EF4-FFF2-40B4-BE49-F238E27FC236}">
                <a16:creationId xmlns:a16="http://schemas.microsoft.com/office/drawing/2014/main" id="{78827DEE-BC19-4DC0-98FE-8BF22409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1580" y="198613"/>
                </a:moveTo>
                <a:lnTo>
                  <a:pt x="377645" y="247910"/>
                </a:lnTo>
                <a:lnTo>
                  <a:pt x="357870" y="290129"/>
                </a:lnTo>
                <a:lnTo>
                  <a:pt x="327646" y="324942"/>
                </a:lnTo>
                <a:lnTo>
                  <a:pt x="293266" y="359593"/>
                </a:lnTo>
                <a:lnTo>
                  <a:pt x="245137" y="371488"/>
                </a:lnTo>
                <a:lnTo>
                  <a:pt x="199199" y="379375"/>
                </a:lnTo>
                <a:lnTo>
                  <a:pt x="152090" y="370807"/>
                </a:lnTo>
                <a:lnTo>
                  <a:pt x="110346" y="359888"/>
                </a:lnTo>
                <a:lnTo>
                  <a:pt x="69500" y="328576"/>
                </a:lnTo>
                <a:lnTo>
                  <a:pt x="41452" y="291319"/>
                </a:lnTo>
                <a:lnTo>
                  <a:pt x="21375" y="246219"/>
                </a:lnTo>
                <a:lnTo>
                  <a:pt x="15867" y="200600"/>
                </a:lnTo>
                <a:lnTo>
                  <a:pt x="23770" y="151604"/>
                </a:lnTo>
                <a:lnTo>
                  <a:pt x="44266" y="110347"/>
                </a:lnTo>
                <a:lnTo>
                  <a:pt x="71159" y="69465"/>
                </a:lnTo>
                <a:lnTo>
                  <a:pt x="111495" y="45475"/>
                </a:lnTo>
                <a:lnTo>
                  <a:pt x="155046" y="24490"/>
                </a:lnTo>
                <a:lnTo>
                  <a:pt x="197505" y="19529"/>
                </a:lnTo>
                <a:lnTo>
                  <a:pt x="245373" y="28809"/>
                </a:lnTo>
                <a:lnTo>
                  <a:pt x="289936" y="46341"/>
                </a:lnTo>
                <a:lnTo>
                  <a:pt x="329427" y="71710"/>
                </a:lnTo>
                <a:lnTo>
                  <a:pt x="358444" y="106613"/>
                </a:lnTo>
                <a:lnTo>
                  <a:pt x="372654" y="1523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38" name="design-net-4-pencil-echo">
            <a:extLst xmlns:a="http://schemas.openxmlformats.org/drawingml/2006/main">
              <a:ext uri="{FF2B5EF4-FFF2-40B4-BE49-F238E27FC236}">
                <a16:creationId xmlns:a16="http://schemas.microsoft.com/office/drawing/2014/main" id="{CA915C5C-AFCF-49A9-8F2D-269DF653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8" y="30737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4052" y="201763"/>
                </a:moveTo>
                <a:lnTo>
                  <a:pt x="375598" y="247887"/>
                </a:lnTo>
                <a:lnTo>
                  <a:pt x="355374" y="292494"/>
                </a:lnTo>
                <a:lnTo>
                  <a:pt x="327573" y="330722"/>
                </a:lnTo>
                <a:lnTo>
                  <a:pt x="291426" y="356417"/>
                </a:lnTo>
                <a:lnTo>
                  <a:pt x="247780" y="370926"/>
                </a:lnTo>
                <a:lnTo>
                  <a:pt x="202060" y="384686"/>
                </a:lnTo>
                <a:lnTo>
                  <a:pt x="156232" y="373665"/>
                </a:lnTo>
                <a:lnTo>
                  <a:pt x="109779" y="355758"/>
                </a:lnTo>
                <a:lnTo>
                  <a:pt x="71461" y="328575"/>
                </a:lnTo>
                <a:lnTo>
                  <a:pt x="41802" y="291850"/>
                </a:lnTo>
                <a:lnTo>
                  <a:pt x="29276" y="246309"/>
                </a:lnTo>
                <a:lnTo>
                  <a:pt x="18433" y="199444"/>
                </a:lnTo>
                <a:lnTo>
                  <a:pt x="22778" y="150341"/>
                </a:lnTo>
                <a:lnTo>
                  <a:pt x="43510" y="108849"/>
                </a:lnTo>
                <a:lnTo>
                  <a:pt x="71745" y="70858"/>
                </a:lnTo>
                <a:lnTo>
                  <a:pt x="111036" y="43720"/>
                </a:lnTo>
                <a:lnTo>
                  <a:pt x="154316" y="20940"/>
                </a:lnTo>
                <a:lnTo>
                  <a:pt x="198433" y="15177"/>
                </a:lnTo>
                <a:lnTo>
                  <a:pt x="243398" y="28475"/>
                </a:lnTo>
                <a:lnTo>
                  <a:pt x="290666" y="46489"/>
                </a:lnTo>
                <a:lnTo>
                  <a:pt x="329730" y="71109"/>
                </a:lnTo>
                <a:lnTo>
                  <a:pt x="355139" y="112754"/>
                </a:lnTo>
                <a:lnTo>
                  <a:pt x="377171" y="1529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9" name="design-net-4">
            <a:extLst xmlns:a="http://schemas.openxmlformats.org/drawingml/2006/main">
              <a:ext uri="{FF2B5EF4-FFF2-40B4-BE49-F238E27FC236}">
                <a16:creationId xmlns:a16="http://schemas.microsoft.com/office/drawing/2014/main" id="{682BAE71-D67E-4A0B-8DA2-08A3662A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1547" y="199198"/>
                </a:moveTo>
                <a:lnTo>
                  <a:pt x="377430" y="246464"/>
                </a:lnTo>
                <a:lnTo>
                  <a:pt x="358538" y="290231"/>
                </a:lnTo>
                <a:lnTo>
                  <a:pt x="326722" y="328533"/>
                </a:lnTo>
                <a:lnTo>
                  <a:pt x="288827" y="359003"/>
                </a:lnTo>
                <a:lnTo>
                  <a:pt x="244382" y="371620"/>
                </a:lnTo>
                <a:lnTo>
                  <a:pt x="199867" y="377131"/>
                </a:lnTo>
                <a:lnTo>
                  <a:pt x="154345" y="371254"/>
                </a:lnTo>
                <a:lnTo>
                  <a:pt x="107620" y="356896"/>
                </a:lnTo>
                <a:lnTo>
                  <a:pt x="68924" y="329842"/>
                </a:lnTo>
                <a:lnTo>
                  <a:pt x="46620" y="291464"/>
                </a:lnTo>
                <a:lnTo>
                  <a:pt x="24702" y="244382"/>
                </a:lnTo>
                <a:lnTo>
                  <a:pt x="22247" y="199446"/>
                </a:lnTo>
                <a:lnTo>
                  <a:pt x="27439" y="154745"/>
                </a:lnTo>
                <a:lnTo>
                  <a:pt x="45770" y="111976"/>
                </a:lnTo>
                <a:lnTo>
                  <a:pt x="72329" y="73260"/>
                </a:lnTo>
                <a:lnTo>
                  <a:pt x="110489" y="46853"/>
                </a:lnTo>
                <a:lnTo>
                  <a:pt x="154381" y="25607"/>
                </a:lnTo>
                <a:lnTo>
                  <a:pt x="201329" y="23080"/>
                </a:lnTo>
                <a:lnTo>
                  <a:pt x="246436" y="23712"/>
                </a:lnTo>
                <a:lnTo>
                  <a:pt x="290505" y="44020"/>
                </a:lnTo>
                <a:lnTo>
                  <a:pt x="328953" y="72268"/>
                </a:lnTo>
                <a:lnTo>
                  <a:pt x="357368" y="111575"/>
                </a:lnTo>
                <a:lnTo>
                  <a:pt x="377545" y="1497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40" name="execution-node-1-pencil-echo">
            <a:extLst xmlns:a="http://schemas.openxmlformats.org/drawingml/2006/main">
              <a:ext uri="{FF2B5EF4-FFF2-40B4-BE49-F238E27FC236}">
                <a16:creationId xmlns:a16="http://schemas.microsoft.com/office/drawing/2014/main" id="{55513132-354C-470F-BA8F-915BEC3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78" y="246411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0740" y="173119"/>
                </a:moveTo>
                <a:lnTo>
                  <a:pt x="317074" y="209306"/>
                </a:lnTo>
                <a:lnTo>
                  <a:pt x="304306" y="247961"/>
                </a:lnTo>
                <a:lnTo>
                  <a:pt x="280380" y="282037"/>
                </a:lnTo>
                <a:lnTo>
                  <a:pt x="249575" y="304462"/>
                </a:lnTo>
                <a:lnTo>
                  <a:pt x="209676" y="319301"/>
                </a:lnTo>
                <a:lnTo>
                  <a:pt x="169089" y="324412"/>
                </a:lnTo>
                <a:lnTo>
                  <a:pt x="129110" y="319394"/>
                </a:lnTo>
                <a:lnTo>
                  <a:pt x="94081" y="306648"/>
                </a:lnTo>
                <a:lnTo>
                  <a:pt x="63558" y="277477"/>
                </a:lnTo>
                <a:lnTo>
                  <a:pt x="37076" y="248418"/>
                </a:lnTo>
                <a:lnTo>
                  <a:pt x="23373" y="212747"/>
                </a:lnTo>
                <a:lnTo>
                  <a:pt x="17469" y="170535"/>
                </a:lnTo>
                <a:lnTo>
                  <a:pt x="21675" y="130476"/>
                </a:lnTo>
                <a:lnTo>
                  <a:pt x="36829" y="94685"/>
                </a:lnTo>
                <a:lnTo>
                  <a:pt x="65934" y="63507"/>
                </a:lnTo>
                <a:lnTo>
                  <a:pt x="96582" y="39694"/>
                </a:lnTo>
                <a:lnTo>
                  <a:pt x="132333" y="24053"/>
                </a:lnTo>
                <a:lnTo>
                  <a:pt x="172736" y="19509"/>
                </a:lnTo>
                <a:lnTo>
                  <a:pt x="209155" y="21308"/>
                </a:lnTo>
                <a:lnTo>
                  <a:pt x="250051" y="37410"/>
                </a:lnTo>
                <a:lnTo>
                  <a:pt x="278260" y="67301"/>
                </a:lnTo>
                <a:lnTo>
                  <a:pt x="304205" y="95122"/>
                </a:lnTo>
                <a:lnTo>
                  <a:pt x="320401" y="1315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1" name="execution-node-1">
            <a:extLst xmlns:a="http://schemas.openxmlformats.org/drawingml/2006/main">
              <a:ext uri="{FF2B5EF4-FFF2-40B4-BE49-F238E27FC236}">
                <a16:creationId xmlns:a16="http://schemas.microsoft.com/office/drawing/2014/main" id="{64350965-E24A-4D29-AE0C-1D97A694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0528" y="170349"/>
                </a:moveTo>
                <a:lnTo>
                  <a:pt x="317819" y="208135"/>
                </a:lnTo>
                <a:lnTo>
                  <a:pt x="306658" y="247989"/>
                </a:lnTo>
                <a:lnTo>
                  <a:pt x="279370" y="277770"/>
                </a:lnTo>
                <a:lnTo>
                  <a:pt x="246511" y="301532"/>
                </a:lnTo>
                <a:lnTo>
                  <a:pt x="210246" y="317574"/>
                </a:lnTo>
                <a:lnTo>
                  <a:pt x="168936" y="325036"/>
                </a:lnTo>
                <a:lnTo>
                  <a:pt x="130921" y="318350"/>
                </a:lnTo>
                <a:lnTo>
                  <a:pt x="95822" y="300240"/>
                </a:lnTo>
                <a:lnTo>
                  <a:pt x="65414" y="276612"/>
                </a:lnTo>
                <a:lnTo>
                  <a:pt x="36194" y="248382"/>
                </a:lnTo>
                <a:lnTo>
                  <a:pt x="21579" y="208866"/>
                </a:lnTo>
                <a:lnTo>
                  <a:pt x="21332" y="170141"/>
                </a:lnTo>
                <a:lnTo>
                  <a:pt x="22303" y="128778"/>
                </a:lnTo>
                <a:lnTo>
                  <a:pt x="40644" y="96654"/>
                </a:lnTo>
                <a:lnTo>
                  <a:pt x="64149" y="63565"/>
                </a:lnTo>
                <a:lnTo>
                  <a:pt x="97786" y="40423"/>
                </a:lnTo>
                <a:lnTo>
                  <a:pt x="133036" y="22392"/>
                </a:lnTo>
                <a:lnTo>
                  <a:pt x="172787" y="20753"/>
                </a:lnTo>
                <a:lnTo>
                  <a:pt x="213744" y="23638"/>
                </a:lnTo>
                <a:lnTo>
                  <a:pt x="249526" y="40789"/>
                </a:lnTo>
                <a:lnTo>
                  <a:pt x="278599" y="67693"/>
                </a:lnTo>
                <a:lnTo>
                  <a:pt x="305074" y="97305"/>
                </a:lnTo>
                <a:lnTo>
                  <a:pt x="320985" y="130718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2" name="execution-node-2-pencil-echo">
            <a:extLst xmlns:a="http://schemas.openxmlformats.org/drawingml/2006/main">
              <a:ext uri="{FF2B5EF4-FFF2-40B4-BE49-F238E27FC236}">
                <a16:creationId xmlns:a16="http://schemas.microsoft.com/office/drawing/2014/main" id="{4ECFFB49-2FF9-45A1-B1C9-2022EDB4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178" y="217836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6639" y="172377"/>
                </a:moveTo>
                <a:lnTo>
                  <a:pt x="317440" y="211249"/>
                </a:lnTo>
                <a:lnTo>
                  <a:pt x="304940" y="250514"/>
                </a:lnTo>
                <a:lnTo>
                  <a:pt x="277905" y="281663"/>
                </a:lnTo>
                <a:lnTo>
                  <a:pt x="249333" y="302694"/>
                </a:lnTo>
                <a:lnTo>
                  <a:pt x="208805" y="316271"/>
                </a:lnTo>
                <a:lnTo>
                  <a:pt x="173398" y="321413"/>
                </a:lnTo>
                <a:lnTo>
                  <a:pt x="130355" y="319849"/>
                </a:lnTo>
                <a:lnTo>
                  <a:pt x="92810" y="303125"/>
                </a:lnTo>
                <a:lnTo>
                  <a:pt x="65324" y="279131"/>
                </a:lnTo>
                <a:lnTo>
                  <a:pt x="39483" y="249082"/>
                </a:lnTo>
                <a:lnTo>
                  <a:pt x="22393" y="208931"/>
                </a:lnTo>
                <a:lnTo>
                  <a:pt x="21987" y="168841"/>
                </a:lnTo>
                <a:lnTo>
                  <a:pt x="24631" y="130632"/>
                </a:lnTo>
                <a:lnTo>
                  <a:pt x="41999" y="96432"/>
                </a:lnTo>
                <a:lnTo>
                  <a:pt x="65717" y="62568"/>
                </a:lnTo>
                <a:lnTo>
                  <a:pt x="97930" y="39447"/>
                </a:lnTo>
                <a:lnTo>
                  <a:pt x="134758" y="26049"/>
                </a:lnTo>
                <a:lnTo>
                  <a:pt x="172129" y="22236"/>
                </a:lnTo>
                <a:lnTo>
                  <a:pt x="212444" y="26622"/>
                </a:lnTo>
                <a:lnTo>
                  <a:pt x="248789" y="41850"/>
                </a:lnTo>
                <a:lnTo>
                  <a:pt x="277404" y="65681"/>
                </a:lnTo>
                <a:lnTo>
                  <a:pt x="302866" y="97534"/>
                </a:lnTo>
                <a:lnTo>
                  <a:pt x="321781" y="1313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3" name="execution-node-2">
            <a:extLst xmlns:a="http://schemas.openxmlformats.org/drawingml/2006/main">
              <a:ext uri="{FF2B5EF4-FFF2-40B4-BE49-F238E27FC236}">
                <a16:creationId xmlns:a16="http://schemas.microsoft.com/office/drawing/2014/main" id="{F3F4046C-2800-463A-B1CF-98D87A29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6284" y="172658"/>
                </a:moveTo>
                <a:lnTo>
                  <a:pt x="321696" y="212157"/>
                </a:lnTo>
                <a:lnTo>
                  <a:pt x="301880" y="247152"/>
                </a:lnTo>
                <a:lnTo>
                  <a:pt x="276176" y="278362"/>
                </a:lnTo>
                <a:lnTo>
                  <a:pt x="248358" y="305393"/>
                </a:lnTo>
                <a:lnTo>
                  <a:pt x="212235" y="320989"/>
                </a:lnTo>
                <a:lnTo>
                  <a:pt x="170537" y="322392"/>
                </a:lnTo>
                <a:lnTo>
                  <a:pt x="131151" y="319436"/>
                </a:lnTo>
                <a:lnTo>
                  <a:pt x="94535" y="301205"/>
                </a:lnTo>
                <a:lnTo>
                  <a:pt x="60989" y="280909"/>
                </a:lnTo>
                <a:lnTo>
                  <a:pt x="37867" y="246575"/>
                </a:lnTo>
                <a:lnTo>
                  <a:pt x="23994" y="210074"/>
                </a:lnTo>
                <a:lnTo>
                  <a:pt x="15886" y="171183"/>
                </a:lnTo>
                <a:lnTo>
                  <a:pt x="23434" y="133459"/>
                </a:lnTo>
                <a:lnTo>
                  <a:pt x="38554" y="94554"/>
                </a:lnTo>
                <a:lnTo>
                  <a:pt x="63959" y="61424"/>
                </a:lnTo>
                <a:lnTo>
                  <a:pt x="96882" y="38210"/>
                </a:lnTo>
                <a:lnTo>
                  <a:pt x="132324" y="22940"/>
                </a:lnTo>
                <a:lnTo>
                  <a:pt x="169012" y="17461"/>
                </a:lnTo>
                <a:lnTo>
                  <a:pt x="211590" y="23848"/>
                </a:lnTo>
                <a:lnTo>
                  <a:pt x="248721" y="39365"/>
                </a:lnTo>
                <a:lnTo>
                  <a:pt x="283293" y="63221"/>
                </a:lnTo>
                <a:lnTo>
                  <a:pt x="303624" y="97287"/>
                </a:lnTo>
                <a:lnTo>
                  <a:pt x="320536" y="1327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4" name="execution-node-3-pencil-echo">
            <a:extLst xmlns:a="http://schemas.openxmlformats.org/drawingml/2006/main">
              <a:ext uri="{FF2B5EF4-FFF2-40B4-BE49-F238E27FC236}">
                <a16:creationId xmlns:a16="http://schemas.microsoft.com/office/drawing/2014/main" id="{EC74AD8E-E38F-4DA3-AEF1-39AE4D1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678" y="273081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1033" y="171982"/>
                </a:moveTo>
                <a:lnTo>
                  <a:pt x="321180" y="210597"/>
                </a:lnTo>
                <a:lnTo>
                  <a:pt x="305092" y="248678"/>
                </a:lnTo>
                <a:lnTo>
                  <a:pt x="279784" y="281553"/>
                </a:lnTo>
                <a:lnTo>
                  <a:pt x="248017" y="302885"/>
                </a:lnTo>
                <a:lnTo>
                  <a:pt x="210281" y="321110"/>
                </a:lnTo>
                <a:lnTo>
                  <a:pt x="170658" y="326569"/>
                </a:lnTo>
                <a:lnTo>
                  <a:pt x="130637" y="316509"/>
                </a:lnTo>
                <a:lnTo>
                  <a:pt x="96582" y="305044"/>
                </a:lnTo>
                <a:lnTo>
                  <a:pt x="65736" y="278154"/>
                </a:lnTo>
                <a:lnTo>
                  <a:pt x="39076" y="250858"/>
                </a:lnTo>
                <a:lnTo>
                  <a:pt x="25539" y="208402"/>
                </a:lnTo>
                <a:lnTo>
                  <a:pt x="20597" y="173560"/>
                </a:lnTo>
                <a:lnTo>
                  <a:pt x="26287" y="134551"/>
                </a:lnTo>
                <a:lnTo>
                  <a:pt x="42885" y="95737"/>
                </a:lnTo>
                <a:lnTo>
                  <a:pt x="62217" y="65011"/>
                </a:lnTo>
                <a:lnTo>
                  <a:pt x="96765" y="40571"/>
                </a:lnTo>
                <a:lnTo>
                  <a:pt x="129743" y="25779"/>
                </a:lnTo>
                <a:lnTo>
                  <a:pt x="169521" y="19599"/>
                </a:lnTo>
                <a:lnTo>
                  <a:pt x="211205" y="27280"/>
                </a:lnTo>
                <a:lnTo>
                  <a:pt x="248330" y="37767"/>
                </a:lnTo>
                <a:lnTo>
                  <a:pt x="279098" y="64702"/>
                </a:lnTo>
                <a:lnTo>
                  <a:pt x="303956" y="94181"/>
                </a:lnTo>
                <a:lnTo>
                  <a:pt x="316528" y="1334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5" name="execution-node-3">
            <a:extLst xmlns:a="http://schemas.openxmlformats.org/drawingml/2006/main">
              <a:ext uri="{FF2B5EF4-FFF2-40B4-BE49-F238E27FC236}">
                <a16:creationId xmlns:a16="http://schemas.microsoft.com/office/drawing/2014/main" id="{4BFA7718-C5A4-4409-B110-68646B88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2921" y="170495"/>
                </a:moveTo>
                <a:lnTo>
                  <a:pt x="321459" y="211340"/>
                </a:lnTo>
                <a:lnTo>
                  <a:pt x="303603" y="248919"/>
                </a:lnTo>
                <a:lnTo>
                  <a:pt x="280855" y="281180"/>
                </a:lnTo>
                <a:lnTo>
                  <a:pt x="248310" y="300413"/>
                </a:lnTo>
                <a:lnTo>
                  <a:pt x="212087" y="320556"/>
                </a:lnTo>
                <a:lnTo>
                  <a:pt x="173841" y="326063"/>
                </a:lnTo>
                <a:lnTo>
                  <a:pt x="131332" y="319961"/>
                </a:lnTo>
                <a:lnTo>
                  <a:pt x="96459" y="302256"/>
                </a:lnTo>
                <a:lnTo>
                  <a:pt x="64014" y="275458"/>
                </a:lnTo>
                <a:lnTo>
                  <a:pt x="39457" y="245762"/>
                </a:lnTo>
                <a:lnTo>
                  <a:pt x="24559" y="212357"/>
                </a:lnTo>
                <a:lnTo>
                  <a:pt x="21664" y="173000"/>
                </a:lnTo>
                <a:lnTo>
                  <a:pt x="26391" y="132781"/>
                </a:lnTo>
                <a:lnTo>
                  <a:pt x="43541" y="94847"/>
                </a:lnTo>
                <a:lnTo>
                  <a:pt x="60251" y="63837"/>
                </a:lnTo>
                <a:lnTo>
                  <a:pt x="95326" y="39906"/>
                </a:lnTo>
                <a:lnTo>
                  <a:pt x="131077" y="27119"/>
                </a:lnTo>
                <a:lnTo>
                  <a:pt x="173567" y="18935"/>
                </a:lnTo>
                <a:lnTo>
                  <a:pt x="212639" y="24796"/>
                </a:lnTo>
                <a:lnTo>
                  <a:pt x="247858" y="42127"/>
                </a:lnTo>
                <a:lnTo>
                  <a:pt x="277207" y="66107"/>
                </a:lnTo>
                <a:lnTo>
                  <a:pt x="307156" y="96056"/>
                </a:lnTo>
                <a:lnTo>
                  <a:pt x="321071" y="131873"/>
                </a:lnTo>
                <a:close/>
              </a:path>
            </a:pathLst>
          </a:custGeom>
          <a:solidFill xmlns:a="http://schemas.openxmlformats.org/drawingml/2006/main">
            <a:srgbClr val="F3ADB7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6" name="implement-net-1-pencil-echo">
            <a:extLst xmlns:a="http://schemas.openxmlformats.org/drawingml/2006/main">
              <a:ext uri="{FF2B5EF4-FFF2-40B4-BE49-F238E27FC236}">
                <a16:creationId xmlns:a16="http://schemas.microsoft.com/office/drawing/2014/main" id="{08D982C6-810F-4AFE-9636-1DDAFB2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828" y="244506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3984" y="182810"/>
                </a:moveTo>
                <a:lnTo>
                  <a:pt x="336229" y="220550"/>
                </a:lnTo>
                <a:lnTo>
                  <a:pt x="320613" y="258524"/>
                </a:lnTo>
                <a:lnTo>
                  <a:pt x="292118" y="295062"/>
                </a:lnTo>
                <a:lnTo>
                  <a:pt x="264302" y="322882"/>
                </a:lnTo>
                <a:lnTo>
                  <a:pt x="220095" y="335900"/>
                </a:lnTo>
                <a:lnTo>
                  <a:pt x="182913" y="340875"/>
                </a:lnTo>
                <a:lnTo>
                  <a:pt x="137189" y="337766"/>
                </a:lnTo>
                <a:lnTo>
                  <a:pt x="100075" y="321344"/>
                </a:lnTo>
                <a:lnTo>
                  <a:pt x="63690" y="294663"/>
                </a:lnTo>
                <a:lnTo>
                  <a:pt x="39711" y="260434"/>
                </a:lnTo>
                <a:lnTo>
                  <a:pt x="27183" y="222711"/>
                </a:lnTo>
                <a:lnTo>
                  <a:pt x="17454" y="181567"/>
                </a:lnTo>
                <a:lnTo>
                  <a:pt x="23912" y="138307"/>
                </a:lnTo>
                <a:lnTo>
                  <a:pt x="38543" y="99936"/>
                </a:lnTo>
                <a:lnTo>
                  <a:pt x="66494" y="67879"/>
                </a:lnTo>
                <a:lnTo>
                  <a:pt x="100242" y="41788"/>
                </a:lnTo>
                <a:lnTo>
                  <a:pt x="138654" y="25813"/>
                </a:lnTo>
                <a:lnTo>
                  <a:pt x="180569" y="22367"/>
                </a:lnTo>
                <a:lnTo>
                  <a:pt x="225334" y="24472"/>
                </a:lnTo>
                <a:lnTo>
                  <a:pt x="262156" y="44115"/>
                </a:lnTo>
                <a:lnTo>
                  <a:pt x="298676" y="66897"/>
                </a:lnTo>
                <a:lnTo>
                  <a:pt x="322897" y="99832"/>
                </a:lnTo>
                <a:lnTo>
                  <a:pt x="334854" y="1409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7" name="implement-net-1">
            <a:extLst xmlns:a="http://schemas.openxmlformats.org/drawingml/2006/main">
              <a:ext uri="{FF2B5EF4-FFF2-40B4-BE49-F238E27FC236}">
                <a16:creationId xmlns:a16="http://schemas.microsoft.com/office/drawing/2014/main" id="{3FE31B3D-1C34-4BD3-82F9-AF25F5B1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3747" y="179314"/>
                </a:moveTo>
                <a:lnTo>
                  <a:pt x="339788" y="221168"/>
                </a:lnTo>
                <a:lnTo>
                  <a:pt x="322874" y="265911"/>
                </a:lnTo>
                <a:lnTo>
                  <a:pt x="293574" y="295168"/>
                </a:lnTo>
                <a:lnTo>
                  <a:pt x="261539" y="320922"/>
                </a:lnTo>
                <a:lnTo>
                  <a:pt x="220533" y="336708"/>
                </a:lnTo>
                <a:lnTo>
                  <a:pt x="180976" y="340408"/>
                </a:lnTo>
                <a:lnTo>
                  <a:pt x="139182" y="340096"/>
                </a:lnTo>
                <a:lnTo>
                  <a:pt x="103746" y="319253"/>
                </a:lnTo>
                <a:lnTo>
                  <a:pt x="63424" y="297216"/>
                </a:lnTo>
                <a:lnTo>
                  <a:pt x="44584" y="261405"/>
                </a:lnTo>
                <a:lnTo>
                  <a:pt x="24020" y="222935"/>
                </a:lnTo>
                <a:lnTo>
                  <a:pt x="18618" y="178565"/>
                </a:lnTo>
                <a:lnTo>
                  <a:pt x="23203" y="138766"/>
                </a:lnTo>
                <a:lnTo>
                  <a:pt x="40084" y="100580"/>
                </a:lnTo>
                <a:lnTo>
                  <a:pt x="66555" y="67485"/>
                </a:lnTo>
                <a:lnTo>
                  <a:pt x="96872" y="39819"/>
                </a:lnTo>
                <a:lnTo>
                  <a:pt x="140167" y="26662"/>
                </a:lnTo>
                <a:lnTo>
                  <a:pt x="180239" y="18219"/>
                </a:lnTo>
                <a:lnTo>
                  <a:pt x="223997" y="25472"/>
                </a:lnTo>
                <a:lnTo>
                  <a:pt x="260741" y="42165"/>
                </a:lnTo>
                <a:lnTo>
                  <a:pt x="292350" y="68008"/>
                </a:lnTo>
                <a:lnTo>
                  <a:pt x="320013" y="98986"/>
                </a:lnTo>
                <a:lnTo>
                  <a:pt x="335391" y="1418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8" name="implement-net-2-pencil-echo">
            <a:extLst xmlns:a="http://schemas.openxmlformats.org/drawingml/2006/main">
              <a:ext uri="{FF2B5EF4-FFF2-40B4-BE49-F238E27FC236}">
                <a16:creationId xmlns:a16="http://schemas.microsoft.com/office/drawing/2014/main" id="{C7F7BFF8-E34C-4038-A698-023425A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678" y="212121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2059" y="182818"/>
                </a:moveTo>
                <a:lnTo>
                  <a:pt x="335264" y="220205"/>
                </a:lnTo>
                <a:lnTo>
                  <a:pt x="319541" y="259795"/>
                </a:lnTo>
                <a:lnTo>
                  <a:pt x="294965" y="292003"/>
                </a:lnTo>
                <a:lnTo>
                  <a:pt x="263409" y="324551"/>
                </a:lnTo>
                <a:lnTo>
                  <a:pt x="222447" y="336964"/>
                </a:lnTo>
                <a:lnTo>
                  <a:pt x="183522" y="339957"/>
                </a:lnTo>
                <a:lnTo>
                  <a:pt x="138078" y="334536"/>
                </a:lnTo>
                <a:lnTo>
                  <a:pt x="98936" y="320910"/>
                </a:lnTo>
                <a:lnTo>
                  <a:pt x="67683" y="294527"/>
                </a:lnTo>
                <a:lnTo>
                  <a:pt x="39800" y="260609"/>
                </a:lnTo>
                <a:lnTo>
                  <a:pt x="28211" y="222777"/>
                </a:lnTo>
                <a:lnTo>
                  <a:pt x="16155" y="179318"/>
                </a:lnTo>
                <a:lnTo>
                  <a:pt x="26364" y="141568"/>
                </a:lnTo>
                <a:lnTo>
                  <a:pt x="42114" y="101012"/>
                </a:lnTo>
                <a:lnTo>
                  <a:pt x="64245" y="65023"/>
                </a:lnTo>
                <a:lnTo>
                  <a:pt x="100800" y="43046"/>
                </a:lnTo>
                <a:lnTo>
                  <a:pt x="136736" y="24806"/>
                </a:lnTo>
                <a:lnTo>
                  <a:pt x="181352" y="18277"/>
                </a:lnTo>
                <a:lnTo>
                  <a:pt x="221667" y="22242"/>
                </a:lnTo>
                <a:lnTo>
                  <a:pt x="260933" y="38972"/>
                </a:lnTo>
                <a:lnTo>
                  <a:pt x="294713" y="64807"/>
                </a:lnTo>
                <a:lnTo>
                  <a:pt x="324175" y="98673"/>
                </a:lnTo>
                <a:lnTo>
                  <a:pt x="341037" y="1393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9" name="implement-net-2">
            <a:extLst xmlns:a="http://schemas.openxmlformats.org/drawingml/2006/main">
              <a:ext uri="{FF2B5EF4-FFF2-40B4-BE49-F238E27FC236}">
                <a16:creationId xmlns:a16="http://schemas.microsoft.com/office/drawing/2014/main" id="{DE5C7A93-971B-4330-9887-A4191C59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3625" y="178367"/>
                </a:moveTo>
                <a:lnTo>
                  <a:pt x="335985" y="221135"/>
                </a:lnTo>
                <a:lnTo>
                  <a:pt x="323039" y="261979"/>
                </a:lnTo>
                <a:lnTo>
                  <a:pt x="295830" y="293858"/>
                </a:lnTo>
                <a:lnTo>
                  <a:pt x="260095" y="319654"/>
                </a:lnTo>
                <a:lnTo>
                  <a:pt x="225312" y="337153"/>
                </a:lnTo>
                <a:lnTo>
                  <a:pt x="179569" y="341776"/>
                </a:lnTo>
                <a:lnTo>
                  <a:pt x="136515" y="339366"/>
                </a:lnTo>
                <a:lnTo>
                  <a:pt x="102287" y="322570"/>
                </a:lnTo>
                <a:lnTo>
                  <a:pt x="68141" y="296895"/>
                </a:lnTo>
                <a:lnTo>
                  <a:pt x="43800" y="262428"/>
                </a:lnTo>
                <a:lnTo>
                  <a:pt x="25361" y="222476"/>
                </a:lnTo>
                <a:lnTo>
                  <a:pt x="16324" y="181772"/>
                </a:lnTo>
                <a:lnTo>
                  <a:pt x="24827" y="141522"/>
                </a:lnTo>
                <a:lnTo>
                  <a:pt x="42420" y="99180"/>
                </a:lnTo>
                <a:lnTo>
                  <a:pt x="66023" y="62566"/>
                </a:lnTo>
                <a:lnTo>
                  <a:pt x="100876" y="40532"/>
                </a:lnTo>
                <a:lnTo>
                  <a:pt x="137509" y="25961"/>
                </a:lnTo>
                <a:lnTo>
                  <a:pt x="180891" y="17178"/>
                </a:lnTo>
                <a:lnTo>
                  <a:pt x="224608" y="26578"/>
                </a:lnTo>
                <a:lnTo>
                  <a:pt x="260816" y="41037"/>
                </a:lnTo>
                <a:lnTo>
                  <a:pt x="296087" y="64240"/>
                </a:lnTo>
                <a:lnTo>
                  <a:pt x="319019" y="100754"/>
                </a:lnTo>
                <a:lnTo>
                  <a:pt x="334712" y="140903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0" name="implement-net-3-pencil-echo">
            <a:extLst xmlns:a="http://schemas.openxmlformats.org/drawingml/2006/main">
              <a:ext uri="{FF2B5EF4-FFF2-40B4-BE49-F238E27FC236}">
                <a16:creationId xmlns:a16="http://schemas.microsoft.com/office/drawing/2014/main" id="{0D571121-6CA8-4388-8049-D3F36D4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628" y="254031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2383" y="179629"/>
                </a:moveTo>
                <a:lnTo>
                  <a:pt x="337062" y="222157"/>
                </a:lnTo>
                <a:lnTo>
                  <a:pt x="321042" y="263136"/>
                </a:lnTo>
                <a:lnTo>
                  <a:pt x="296162" y="293994"/>
                </a:lnTo>
                <a:lnTo>
                  <a:pt x="261194" y="319995"/>
                </a:lnTo>
                <a:lnTo>
                  <a:pt x="222534" y="335609"/>
                </a:lnTo>
                <a:lnTo>
                  <a:pt x="180495" y="341141"/>
                </a:lnTo>
                <a:lnTo>
                  <a:pt x="140903" y="339706"/>
                </a:lnTo>
                <a:lnTo>
                  <a:pt x="102469" y="320444"/>
                </a:lnTo>
                <a:lnTo>
                  <a:pt x="66916" y="297131"/>
                </a:lnTo>
                <a:lnTo>
                  <a:pt x="41489" y="259693"/>
                </a:lnTo>
                <a:lnTo>
                  <a:pt x="25468" y="221893"/>
                </a:lnTo>
                <a:lnTo>
                  <a:pt x="16053" y="182336"/>
                </a:lnTo>
                <a:lnTo>
                  <a:pt x="22378" y="136603"/>
                </a:lnTo>
                <a:lnTo>
                  <a:pt x="41766" y="103469"/>
                </a:lnTo>
                <a:lnTo>
                  <a:pt x="69321" y="65626"/>
                </a:lnTo>
                <a:lnTo>
                  <a:pt x="98704" y="39891"/>
                </a:lnTo>
                <a:lnTo>
                  <a:pt x="138576" y="21356"/>
                </a:lnTo>
                <a:lnTo>
                  <a:pt x="183386" y="19345"/>
                </a:lnTo>
                <a:lnTo>
                  <a:pt x="224263" y="23881"/>
                </a:lnTo>
                <a:lnTo>
                  <a:pt x="262095" y="43706"/>
                </a:lnTo>
                <a:lnTo>
                  <a:pt x="298946" y="65324"/>
                </a:lnTo>
                <a:lnTo>
                  <a:pt x="318236" y="101908"/>
                </a:lnTo>
                <a:lnTo>
                  <a:pt x="337520" y="140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1" name="implement-net-3">
            <a:extLst xmlns:a="http://schemas.openxmlformats.org/drawingml/2006/main">
              <a:ext uri="{FF2B5EF4-FFF2-40B4-BE49-F238E27FC236}">
                <a16:creationId xmlns:a16="http://schemas.microsoft.com/office/drawing/2014/main" id="{673E8F2F-59D0-4460-BFB2-CD505FB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0235" y="179551"/>
                </a:moveTo>
                <a:lnTo>
                  <a:pt x="338055" y="221121"/>
                </a:lnTo>
                <a:lnTo>
                  <a:pt x="322119" y="264542"/>
                </a:lnTo>
                <a:lnTo>
                  <a:pt x="295924" y="294917"/>
                </a:lnTo>
                <a:lnTo>
                  <a:pt x="262343" y="318170"/>
                </a:lnTo>
                <a:lnTo>
                  <a:pt x="221105" y="335480"/>
                </a:lnTo>
                <a:lnTo>
                  <a:pt x="181408" y="346117"/>
                </a:lnTo>
                <a:lnTo>
                  <a:pt x="141693" y="337628"/>
                </a:lnTo>
                <a:lnTo>
                  <a:pt x="101008" y="322371"/>
                </a:lnTo>
                <a:lnTo>
                  <a:pt x="68886" y="295065"/>
                </a:lnTo>
                <a:lnTo>
                  <a:pt x="37163" y="261385"/>
                </a:lnTo>
                <a:lnTo>
                  <a:pt x="22541" y="220847"/>
                </a:lnTo>
                <a:lnTo>
                  <a:pt x="20660" y="181197"/>
                </a:lnTo>
                <a:lnTo>
                  <a:pt x="21186" y="139258"/>
                </a:lnTo>
                <a:lnTo>
                  <a:pt x="40935" y="97905"/>
                </a:lnTo>
                <a:lnTo>
                  <a:pt x="67700" y="65900"/>
                </a:lnTo>
                <a:lnTo>
                  <a:pt x="100132" y="42396"/>
                </a:lnTo>
                <a:lnTo>
                  <a:pt x="136414" y="22991"/>
                </a:lnTo>
                <a:lnTo>
                  <a:pt x="179344" y="21968"/>
                </a:lnTo>
                <a:lnTo>
                  <a:pt x="222694" y="22120"/>
                </a:lnTo>
                <a:lnTo>
                  <a:pt x="264472" y="39213"/>
                </a:lnTo>
                <a:lnTo>
                  <a:pt x="294552" y="63947"/>
                </a:lnTo>
                <a:lnTo>
                  <a:pt x="322282" y="97459"/>
                </a:lnTo>
                <a:lnTo>
                  <a:pt x="339693" y="1372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2" name="implement-net-4-pencil-echo">
            <a:extLst xmlns:a="http://schemas.openxmlformats.org/drawingml/2006/main">
              <a:ext uri="{FF2B5EF4-FFF2-40B4-BE49-F238E27FC236}">
                <a16:creationId xmlns:a16="http://schemas.microsoft.com/office/drawing/2014/main" id="{5D261376-D447-40CB-9CAE-0E9D7B07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628" y="303561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1183" y="178872"/>
                </a:moveTo>
                <a:lnTo>
                  <a:pt x="337369" y="224067"/>
                </a:lnTo>
                <a:lnTo>
                  <a:pt x="320946" y="264084"/>
                </a:lnTo>
                <a:lnTo>
                  <a:pt x="292270" y="293609"/>
                </a:lnTo>
                <a:lnTo>
                  <a:pt x="259836" y="321212"/>
                </a:lnTo>
                <a:lnTo>
                  <a:pt x="222373" y="339875"/>
                </a:lnTo>
                <a:lnTo>
                  <a:pt x="183092" y="346333"/>
                </a:lnTo>
                <a:lnTo>
                  <a:pt x="141117" y="334398"/>
                </a:lnTo>
                <a:lnTo>
                  <a:pt x="98360" y="320760"/>
                </a:lnTo>
                <a:lnTo>
                  <a:pt x="68693" y="294837"/>
                </a:lnTo>
                <a:lnTo>
                  <a:pt x="39371" y="264315"/>
                </a:lnTo>
                <a:lnTo>
                  <a:pt x="26525" y="223939"/>
                </a:lnTo>
                <a:lnTo>
                  <a:pt x="17643" y="178649"/>
                </a:lnTo>
                <a:lnTo>
                  <a:pt x="26091" y="140495"/>
                </a:lnTo>
                <a:lnTo>
                  <a:pt x="42166" y="103037"/>
                </a:lnTo>
                <a:lnTo>
                  <a:pt x="64356" y="63724"/>
                </a:lnTo>
                <a:lnTo>
                  <a:pt x="96888" y="40459"/>
                </a:lnTo>
                <a:lnTo>
                  <a:pt x="139876" y="24641"/>
                </a:lnTo>
                <a:lnTo>
                  <a:pt x="178970" y="17314"/>
                </a:lnTo>
                <a:lnTo>
                  <a:pt x="221508" y="21075"/>
                </a:lnTo>
                <a:lnTo>
                  <a:pt x="260167" y="42135"/>
                </a:lnTo>
                <a:lnTo>
                  <a:pt x="294047" y="65004"/>
                </a:lnTo>
                <a:lnTo>
                  <a:pt x="320682" y="98380"/>
                </a:lnTo>
                <a:lnTo>
                  <a:pt x="335054" y="1421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3" name="implement-net-4">
            <a:extLst xmlns:a="http://schemas.openxmlformats.org/drawingml/2006/main">
              <a:ext uri="{FF2B5EF4-FFF2-40B4-BE49-F238E27FC236}">
                <a16:creationId xmlns:a16="http://schemas.microsoft.com/office/drawing/2014/main" id="{4325FBD1-0999-4C92-B376-345ACAF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4890" y="182921"/>
                </a:moveTo>
                <a:lnTo>
                  <a:pt x="335858" y="224981"/>
                </a:lnTo>
                <a:lnTo>
                  <a:pt x="318179" y="262992"/>
                </a:lnTo>
                <a:lnTo>
                  <a:pt x="295732" y="298115"/>
                </a:lnTo>
                <a:lnTo>
                  <a:pt x="264882" y="322520"/>
                </a:lnTo>
                <a:lnTo>
                  <a:pt x="224740" y="340179"/>
                </a:lnTo>
                <a:lnTo>
                  <a:pt x="181190" y="344676"/>
                </a:lnTo>
                <a:lnTo>
                  <a:pt x="137339" y="337284"/>
                </a:lnTo>
                <a:lnTo>
                  <a:pt x="99781" y="319264"/>
                </a:lnTo>
                <a:lnTo>
                  <a:pt x="65528" y="296593"/>
                </a:lnTo>
                <a:lnTo>
                  <a:pt x="43208" y="260231"/>
                </a:lnTo>
                <a:lnTo>
                  <a:pt x="27004" y="224947"/>
                </a:lnTo>
                <a:lnTo>
                  <a:pt x="21122" y="182881"/>
                </a:lnTo>
                <a:lnTo>
                  <a:pt x="24418" y="138719"/>
                </a:lnTo>
                <a:lnTo>
                  <a:pt x="41459" y="102798"/>
                </a:lnTo>
                <a:lnTo>
                  <a:pt x="69488" y="67288"/>
                </a:lnTo>
                <a:lnTo>
                  <a:pt x="102120" y="39833"/>
                </a:lnTo>
                <a:lnTo>
                  <a:pt x="136686" y="24820"/>
                </a:lnTo>
                <a:lnTo>
                  <a:pt x="181331" y="21661"/>
                </a:lnTo>
                <a:lnTo>
                  <a:pt x="221605" y="20572"/>
                </a:lnTo>
                <a:lnTo>
                  <a:pt x="263366" y="42180"/>
                </a:lnTo>
                <a:lnTo>
                  <a:pt x="297245" y="63227"/>
                </a:lnTo>
                <a:lnTo>
                  <a:pt x="321362" y="97353"/>
                </a:lnTo>
                <a:lnTo>
                  <a:pt x="334102" y="1403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4" name="rectify-chain-1-pencil-echo">
            <a:extLst xmlns:a="http://schemas.openxmlformats.org/drawingml/2006/main">
              <a:ext uri="{FF2B5EF4-FFF2-40B4-BE49-F238E27FC236}">
                <a16:creationId xmlns:a16="http://schemas.microsoft.com/office/drawing/2014/main" id="{E297499A-CECC-4B28-BC0B-2740E9FB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978" y="2826068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2258" y="160911"/>
                </a:moveTo>
                <a:lnTo>
                  <a:pt x="302832" y="198596"/>
                </a:lnTo>
                <a:lnTo>
                  <a:pt x="281840" y="233689"/>
                </a:lnTo>
                <a:lnTo>
                  <a:pt x="260973" y="263260"/>
                </a:lnTo>
                <a:lnTo>
                  <a:pt x="234603" y="284547"/>
                </a:lnTo>
                <a:lnTo>
                  <a:pt x="197568" y="298276"/>
                </a:lnTo>
                <a:lnTo>
                  <a:pt x="159840" y="307311"/>
                </a:lnTo>
                <a:lnTo>
                  <a:pt x="124204" y="299398"/>
                </a:lnTo>
                <a:lnTo>
                  <a:pt x="88825" y="285627"/>
                </a:lnTo>
                <a:lnTo>
                  <a:pt x="60398" y="261912"/>
                </a:lnTo>
                <a:lnTo>
                  <a:pt x="37563" y="231824"/>
                </a:lnTo>
                <a:lnTo>
                  <a:pt x="24319" y="201541"/>
                </a:lnTo>
                <a:lnTo>
                  <a:pt x="16008" y="163031"/>
                </a:lnTo>
                <a:lnTo>
                  <a:pt x="20834" y="126166"/>
                </a:lnTo>
                <a:lnTo>
                  <a:pt x="37973" y="88487"/>
                </a:lnTo>
                <a:lnTo>
                  <a:pt x="62893" y="59458"/>
                </a:lnTo>
                <a:lnTo>
                  <a:pt x="88132" y="38138"/>
                </a:lnTo>
                <a:lnTo>
                  <a:pt x="123884" y="27335"/>
                </a:lnTo>
                <a:lnTo>
                  <a:pt x="163576" y="20875"/>
                </a:lnTo>
                <a:lnTo>
                  <a:pt x="198124" y="24150"/>
                </a:lnTo>
                <a:lnTo>
                  <a:pt x="232357" y="34953"/>
                </a:lnTo>
                <a:lnTo>
                  <a:pt x="261303" y="63379"/>
                </a:lnTo>
                <a:lnTo>
                  <a:pt x="287387" y="91262"/>
                </a:lnTo>
                <a:lnTo>
                  <a:pt x="299912" y="122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5" name="rectify-chain-1">
            <a:extLst xmlns:a="http://schemas.openxmlformats.org/drawingml/2006/main">
              <a:ext uri="{FF2B5EF4-FFF2-40B4-BE49-F238E27FC236}">
                <a16:creationId xmlns:a16="http://schemas.microsoft.com/office/drawing/2014/main" id="{8993C832-C599-4267-B9E5-18DF5CAA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5568" y="164230"/>
                </a:moveTo>
                <a:lnTo>
                  <a:pt x="299304" y="196728"/>
                </a:lnTo>
                <a:lnTo>
                  <a:pt x="284200" y="230522"/>
                </a:lnTo>
                <a:lnTo>
                  <a:pt x="263823" y="262771"/>
                </a:lnTo>
                <a:lnTo>
                  <a:pt x="235268" y="285933"/>
                </a:lnTo>
                <a:lnTo>
                  <a:pt x="197353" y="297499"/>
                </a:lnTo>
                <a:lnTo>
                  <a:pt x="159753" y="301857"/>
                </a:lnTo>
                <a:lnTo>
                  <a:pt x="123478" y="299064"/>
                </a:lnTo>
                <a:lnTo>
                  <a:pt x="89630" y="283974"/>
                </a:lnTo>
                <a:lnTo>
                  <a:pt x="60176" y="265677"/>
                </a:lnTo>
                <a:lnTo>
                  <a:pt x="39295" y="235397"/>
                </a:lnTo>
                <a:lnTo>
                  <a:pt x="27380" y="200281"/>
                </a:lnTo>
                <a:lnTo>
                  <a:pt x="18345" y="164064"/>
                </a:lnTo>
                <a:lnTo>
                  <a:pt x="22065" y="122738"/>
                </a:lnTo>
                <a:lnTo>
                  <a:pt x="38796" y="91784"/>
                </a:lnTo>
                <a:lnTo>
                  <a:pt x="61349" y="64703"/>
                </a:lnTo>
                <a:lnTo>
                  <a:pt x="89541" y="38342"/>
                </a:lnTo>
                <a:lnTo>
                  <a:pt x="125318" y="21715"/>
                </a:lnTo>
                <a:lnTo>
                  <a:pt x="159697" y="19277"/>
                </a:lnTo>
                <a:lnTo>
                  <a:pt x="198478" y="20545"/>
                </a:lnTo>
                <a:lnTo>
                  <a:pt x="230744" y="40198"/>
                </a:lnTo>
                <a:lnTo>
                  <a:pt x="263521" y="57858"/>
                </a:lnTo>
                <a:lnTo>
                  <a:pt x="285154" y="91551"/>
                </a:lnTo>
                <a:lnTo>
                  <a:pt x="301637" y="1254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6" name="rectify-chain-2-pencil-echo">
            <a:extLst xmlns:a="http://schemas.openxmlformats.org/drawingml/2006/main">
              <a:ext uri="{FF2B5EF4-FFF2-40B4-BE49-F238E27FC236}">
                <a16:creationId xmlns:a16="http://schemas.microsoft.com/office/drawing/2014/main" id="{8E612BF6-00D9-4B70-A981-E9FE00A7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978" y="2997518"/>
            <a:ext cx="438150" cy="438150"/>
          </a:xfrm>
          <a:custGeom xmlns:a="http://schemas.openxmlformats.org/drawingml/2006/main">
            <a:pathLst>
              <a:path w="438150" h="438150">
                <a:moveTo>
                  <a:pt x="418241" y="217139"/>
                </a:moveTo>
                <a:lnTo>
                  <a:pt x="415244" y="269235"/>
                </a:lnTo>
                <a:lnTo>
                  <a:pt x="389526" y="320341"/>
                </a:lnTo>
                <a:lnTo>
                  <a:pt x="357380" y="360344"/>
                </a:lnTo>
                <a:lnTo>
                  <a:pt x="319741" y="389080"/>
                </a:lnTo>
                <a:lnTo>
                  <a:pt x="270861" y="416519"/>
                </a:lnTo>
                <a:lnTo>
                  <a:pt x="219536" y="422733"/>
                </a:lnTo>
                <a:lnTo>
                  <a:pt x="167835" y="416802"/>
                </a:lnTo>
                <a:lnTo>
                  <a:pt x="118016" y="395605"/>
                </a:lnTo>
                <a:lnTo>
                  <a:pt x="73437" y="361691"/>
                </a:lnTo>
                <a:lnTo>
                  <a:pt x="46560" y="316026"/>
                </a:lnTo>
                <a:lnTo>
                  <a:pt x="21855" y="271024"/>
                </a:lnTo>
                <a:lnTo>
                  <a:pt x="16221" y="220292"/>
                </a:lnTo>
                <a:lnTo>
                  <a:pt x="26738" y="168900"/>
                </a:lnTo>
                <a:lnTo>
                  <a:pt x="50477" y="119002"/>
                </a:lnTo>
                <a:lnTo>
                  <a:pt x="75741" y="74997"/>
                </a:lnTo>
                <a:lnTo>
                  <a:pt x="121518" y="45937"/>
                </a:lnTo>
                <a:lnTo>
                  <a:pt x="167116" y="27282"/>
                </a:lnTo>
                <a:lnTo>
                  <a:pt x="221301" y="18075"/>
                </a:lnTo>
                <a:lnTo>
                  <a:pt x="269048" y="27153"/>
                </a:lnTo>
                <a:lnTo>
                  <a:pt x="321421" y="44265"/>
                </a:lnTo>
                <a:lnTo>
                  <a:pt x="357626" y="78936"/>
                </a:lnTo>
                <a:lnTo>
                  <a:pt x="394364" y="118780"/>
                </a:lnTo>
                <a:lnTo>
                  <a:pt x="412540" y="1686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7" name="rectify-chain-2">
            <a:extLst xmlns:a="http://schemas.openxmlformats.org/drawingml/2006/main">
              <a:ext uri="{FF2B5EF4-FFF2-40B4-BE49-F238E27FC236}">
                <a16:creationId xmlns:a16="http://schemas.microsoft.com/office/drawing/2014/main" id="{D1CF5C39-0A91-4E73-A9E5-D5683CE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90850"/>
            <a:ext cx="438150" cy="438150"/>
          </a:xfrm>
          <a:custGeom xmlns:a="http://schemas.openxmlformats.org/drawingml/2006/main">
            <a:pathLst>
              <a:path w="438150" h="438150">
                <a:moveTo>
                  <a:pt x="414732" y="219231"/>
                </a:moveTo>
                <a:lnTo>
                  <a:pt x="409122" y="270920"/>
                </a:lnTo>
                <a:lnTo>
                  <a:pt x="394841" y="319861"/>
                </a:lnTo>
                <a:lnTo>
                  <a:pt x="359270" y="359181"/>
                </a:lnTo>
                <a:lnTo>
                  <a:pt x="318673" y="388745"/>
                </a:lnTo>
                <a:lnTo>
                  <a:pt x="270171" y="409753"/>
                </a:lnTo>
                <a:lnTo>
                  <a:pt x="218643" y="423149"/>
                </a:lnTo>
                <a:lnTo>
                  <a:pt x="167728" y="410634"/>
                </a:lnTo>
                <a:lnTo>
                  <a:pt x="121299" y="390891"/>
                </a:lnTo>
                <a:lnTo>
                  <a:pt x="79769" y="360633"/>
                </a:lnTo>
                <a:lnTo>
                  <a:pt x="45323" y="317019"/>
                </a:lnTo>
                <a:lnTo>
                  <a:pt x="23480" y="271068"/>
                </a:lnTo>
                <a:lnTo>
                  <a:pt x="16220" y="217921"/>
                </a:lnTo>
                <a:lnTo>
                  <a:pt x="28378" y="168699"/>
                </a:lnTo>
                <a:lnTo>
                  <a:pt x="40798" y="119183"/>
                </a:lnTo>
                <a:lnTo>
                  <a:pt x="75851" y="73978"/>
                </a:lnTo>
                <a:lnTo>
                  <a:pt x="117860" y="45405"/>
                </a:lnTo>
                <a:lnTo>
                  <a:pt x="167295" y="23992"/>
                </a:lnTo>
                <a:lnTo>
                  <a:pt x="219650" y="19758"/>
                </a:lnTo>
                <a:lnTo>
                  <a:pt x="273578" y="25090"/>
                </a:lnTo>
                <a:lnTo>
                  <a:pt x="322766" y="43711"/>
                </a:lnTo>
                <a:lnTo>
                  <a:pt x="358512" y="77586"/>
                </a:lnTo>
                <a:lnTo>
                  <a:pt x="390769" y="118077"/>
                </a:lnTo>
                <a:lnTo>
                  <a:pt x="410708" y="169434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8" name="rectify-chain-3-pencil-echo">
            <a:extLst xmlns:a="http://schemas.openxmlformats.org/drawingml/2006/main">
              <a:ext uri="{FF2B5EF4-FFF2-40B4-BE49-F238E27FC236}">
                <a16:creationId xmlns:a16="http://schemas.microsoft.com/office/drawing/2014/main" id="{FF50CD95-9462-4540-B2E7-343B0833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2228" y="2826068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4165" y="161903"/>
                </a:moveTo>
                <a:lnTo>
                  <a:pt x="298754" y="198626"/>
                </a:lnTo>
                <a:lnTo>
                  <a:pt x="287784" y="235425"/>
                </a:lnTo>
                <a:lnTo>
                  <a:pt x="260567" y="262052"/>
                </a:lnTo>
                <a:lnTo>
                  <a:pt x="232821" y="286229"/>
                </a:lnTo>
                <a:lnTo>
                  <a:pt x="197219" y="302954"/>
                </a:lnTo>
                <a:lnTo>
                  <a:pt x="160306" y="302483"/>
                </a:lnTo>
                <a:lnTo>
                  <a:pt x="126160" y="297782"/>
                </a:lnTo>
                <a:lnTo>
                  <a:pt x="88112" y="286421"/>
                </a:lnTo>
                <a:lnTo>
                  <a:pt x="61406" y="259150"/>
                </a:lnTo>
                <a:lnTo>
                  <a:pt x="37661" y="234541"/>
                </a:lnTo>
                <a:lnTo>
                  <a:pt x="20648" y="197183"/>
                </a:lnTo>
                <a:lnTo>
                  <a:pt x="16971" y="161056"/>
                </a:lnTo>
                <a:lnTo>
                  <a:pt x="22349" y="123947"/>
                </a:lnTo>
                <a:lnTo>
                  <a:pt x="41880" y="90453"/>
                </a:lnTo>
                <a:lnTo>
                  <a:pt x="58729" y="60023"/>
                </a:lnTo>
                <a:lnTo>
                  <a:pt x="91151" y="34591"/>
                </a:lnTo>
                <a:lnTo>
                  <a:pt x="128038" y="25995"/>
                </a:lnTo>
                <a:lnTo>
                  <a:pt x="163758" y="16593"/>
                </a:lnTo>
                <a:lnTo>
                  <a:pt x="199127" y="23309"/>
                </a:lnTo>
                <a:lnTo>
                  <a:pt x="235079" y="36028"/>
                </a:lnTo>
                <a:lnTo>
                  <a:pt x="264114" y="62426"/>
                </a:lnTo>
                <a:lnTo>
                  <a:pt x="283634" y="92012"/>
                </a:lnTo>
                <a:lnTo>
                  <a:pt x="298458" y="1254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9" name="rectify-chain-3">
            <a:extLst xmlns:a="http://schemas.openxmlformats.org/drawingml/2006/main">
              <a:ext uri="{FF2B5EF4-FFF2-40B4-BE49-F238E27FC236}">
                <a16:creationId xmlns:a16="http://schemas.microsoft.com/office/drawing/2014/main" id="{CDB13810-0F25-4074-B137-D63112F2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1940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4126" y="161460"/>
                </a:moveTo>
                <a:lnTo>
                  <a:pt x="303425" y="197106"/>
                </a:lnTo>
                <a:lnTo>
                  <a:pt x="286202" y="234249"/>
                </a:lnTo>
                <a:lnTo>
                  <a:pt x="259785" y="262984"/>
                </a:lnTo>
                <a:lnTo>
                  <a:pt x="234448" y="288546"/>
                </a:lnTo>
                <a:lnTo>
                  <a:pt x="197349" y="303424"/>
                </a:lnTo>
                <a:lnTo>
                  <a:pt x="160418" y="304056"/>
                </a:lnTo>
                <a:lnTo>
                  <a:pt x="125634" y="302837"/>
                </a:lnTo>
                <a:lnTo>
                  <a:pt x="90404" y="285882"/>
                </a:lnTo>
                <a:lnTo>
                  <a:pt x="61225" y="260344"/>
                </a:lnTo>
                <a:lnTo>
                  <a:pt x="35650" y="233234"/>
                </a:lnTo>
                <a:lnTo>
                  <a:pt x="25697" y="195845"/>
                </a:lnTo>
                <a:lnTo>
                  <a:pt x="22229" y="160293"/>
                </a:lnTo>
                <a:lnTo>
                  <a:pt x="27100" y="124814"/>
                </a:lnTo>
                <a:lnTo>
                  <a:pt x="38657" y="93669"/>
                </a:lnTo>
                <a:lnTo>
                  <a:pt x="61954" y="62858"/>
                </a:lnTo>
                <a:lnTo>
                  <a:pt x="89028" y="38289"/>
                </a:lnTo>
                <a:lnTo>
                  <a:pt x="124428" y="21502"/>
                </a:lnTo>
                <a:lnTo>
                  <a:pt x="164190" y="17298"/>
                </a:lnTo>
                <a:lnTo>
                  <a:pt x="198031" y="24862"/>
                </a:lnTo>
                <a:lnTo>
                  <a:pt x="233412" y="37082"/>
                </a:lnTo>
                <a:lnTo>
                  <a:pt x="262864" y="59324"/>
                </a:lnTo>
                <a:lnTo>
                  <a:pt x="284096" y="91268"/>
                </a:lnTo>
                <a:lnTo>
                  <a:pt x="296665" y="123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0" name="stage-port-1-pencil-echo">
            <a:extLst xmlns:a="http://schemas.openxmlformats.org/drawingml/2006/main">
              <a:ext uri="{FF2B5EF4-FFF2-40B4-BE49-F238E27FC236}">
                <a16:creationId xmlns:a16="http://schemas.microsoft.com/office/drawing/2014/main" id="{4C7D7CE7-19DB-4968-8FA2-D94393D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5219"/>
                </a:moveTo>
                <a:lnTo>
                  <a:pt x="28575" y="23310"/>
                </a:lnTo>
                <a:lnTo>
                  <a:pt x="42863" y="18666"/>
                </a:lnTo>
                <a:lnTo>
                  <a:pt x="57150" y="18067"/>
                </a:lnTo>
                <a:lnTo>
                  <a:pt x="71438" y="15977"/>
                </a:lnTo>
                <a:lnTo>
                  <a:pt x="85725" y="15511"/>
                </a:lnTo>
                <a:lnTo>
                  <a:pt x="100013" y="17302"/>
                </a:lnTo>
                <a:lnTo>
                  <a:pt x="110070" y="21622"/>
                </a:lnTo>
                <a:lnTo>
                  <a:pt x="95660" y="9287"/>
                </a:lnTo>
                <a:lnTo>
                  <a:pt x="95513" y="14288"/>
                </a:lnTo>
                <a:lnTo>
                  <a:pt x="92023" y="35719"/>
                </a:lnTo>
                <a:lnTo>
                  <a:pt x="91724" y="57150"/>
                </a:lnTo>
                <a:lnTo>
                  <a:pt x="93563" y="78581"/>
                </a:lnTo>
                <a:lnTo>
                  <a:pt x="100440" y="100013"/>
                </a:lnTo>
                <a:lnTo>
                  <a:pt x="95884" y="105013"/>
                </a:lnTo>
                <a:lnTo>
                  <a:pt x="108496" y="92678"/>
                </a:lnTo>
                <a:lnTo>
                  <a:pt x="100013" y="99455"/>
                </a:lnTo>
                <a:lnTo>
                  <a:pt x="85725" y="100071"/>
                </a:lnTo>
                <a:lnTo>
                  <a:pt x="71438" y="90746"/>
                </a:lnTo>
                <a:lnTo>
                  <a:pt x="57150" y="95066"/>
                </a:lnTo>
                <a:lnTo>
                  <a:pt x="42863" y="93160"/>
                </a:lnTo>
                <a:lnTo>
                  <a:pt x="28575" y="96201"/>
                </a:lnTo>
                <a:lnTo>
                  <a:pt x="14288" y="95373"/>
                </a:lnTo>
                <a:lnTo>
                  <a:pt x="6072" y="92678"/>
                </a:lnTo>
                <a:lnTo>
                  <a:pt x="18257" y="105013"/>
                </a:lnTo>
                <a:lnTo>
                  <a:pt x="23139" y="100013"/>
                </a:lnTo>
                <a:lnTo>
                  <a:pt x="17777" y="78581"/>
                </a:lnTo>
                <a:lnTo>
                  <a:pt x="22448" y="57150"/>
                </a:lnTo>
                <a:lnTo>
                  <a:pt x="18244" y="35719"/>
                </a:lnTo>
                <a:lnTo>
                  <a:pt x="21373" y="14288"/>
                </a:lnTo>
                <a:lnTo>
                  <a:pt x="18158" y="9287"/>
                </a:lnTo>
                <a:lnTo>
                  <a:pt x="6029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1" name="stage-port-1">
            <a:extLst xmlns:a="http://schemas.openxmlformats.org/drawingml/2006/main">
              <a:ext uri="{FF2B5EF4-FFF2-40B4-BE49-F238E27FC236}">
                <a16:creationId xmlns:a16="http://schemas.microsoft.com/office/drawing/2014/main" id="{EA1126B5-A8AE-43F9-81F4-E5A0B57A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9624"/>
                </a:moveTo>
                <a:lnTo>
                  <a:pt x="28575" y="18336"/>
                </a:lnTo>
                <a:lnTo>
                  <a:pt x="42863" y="20428"/>
                </a:lnTo>
                <a:lnTo>
                  <a:pt x="57150" y="14631"/>
                </a:lnTo>
                <a:lnTo>
                  <a:pt x="71438" y="22360"/>
                </a:lnTo>
                <a:lnTo>
                  <a:pt x="85725" y="14500"/>
                </a:lnTo>
                <a:lnTo>
                  <a:pt x="100013" y="22010"/>
                </a:lnTo>
                <a:lnTo>
                  <a:pt x="110665" y="21622"/>
                </a:lnTo>
                <a:lnTo>
                  <a:pt x="95378" y="9287"/>
                </a:lnTo>
                <a:lnTo>
                  <a:pt x="99051" y="14288"/>
                </a:lnTo>
                <a:lnTo>
                  <a:pt x="99203" y="35719"/>
                </a:lnTo>
                <a:lnTo>
                  <a:pt x="98832" y="57150"/>
                </a:lnTo>
                <a:lnTo>
                  <a:pt x="90302" y="78581"/>
                </a:lnTo>
                <a:lnTo>
                  <a:pt x="92063" y="100013"/>
                </a:lnTo>
                <a:lnTo>
                  <a:pt x="94977" y="105013"/>
                </a:lnTo>
                <a:lnTo>
                  <a:pt x="109857" y="92678"/>
                </a:lnTo>
                <a:lnTo>
                  <a:pt x="100013" y="94894"/>
                </a:lnTo>
                <a:lnTo>
                  <a:pt x="85725" y="90719"/>
                </a:lnTo>
                <a:lnTo>
                  <a:pt x="71438" y="96934"/>
                </a:lnTo>
                <a:lnTo>
                  <a:pt x="57150" y="95527"/>
                </a:lnTo>
                <a:lnTo>
                  <a:pt x="42863" y="91972"/>
                </a:lnTo>
                <a:lnTo>
                  <a:pt x="28575" y="90709"/>
                </a:lnTo>
                <a:lnTo>
                  <a:pt x="14288" y="96399"/>
                </a:lnTo>
                <a:lnTo>
                  <a:pt x="6080" y="92678"/>
                </a:lnTo>
                <a:lnTo>
                  <a:pt x="18753" y="105013"/>
                </a:lnTo>
                <a:lnTo>
                  <a:pt x="22495" y="100013"/>
                </a:lnTo>
                <a:lnTo>
                  <a:pt x="17881" y="78581"/>
                </a:lnTo>
                <a:lnTo>
                  <a:pt x="16304" y="57150"/>
                </a:lnTo>
                <a:lnTo>
                  <a:pt x="17385" y="35719"/>
                </a:lnTo>
                <a:lnTo>
                  <a:pt x="22051" y="14288"/>
                </a:lnTo>
                <a:lnTo>
                  <a:pt x="18442" y="9287"/>
                </a:lnTo>
                <a:lnTo>
                  <a:pt x="4390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2" name="stage-port-2-pencil-echo">
            <a:extLst xmlns:a="http://schemas.openxmlformats.org/drawingml/2006/main">
              <a:ext uri="{FF2B5EF4-FFF2-40B4-BE49-F238E27FC236}">
                <a16:creationId xmlns:a16="http://schemas.microsoft.com/office/drawing/2014/main" id="{2C8C0BBD-46B3-43D9-B1DA-D0060F7A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1867"/>
                </a:moveTo>
                <a:lnTo>
                  <a:pt x="28575" y="23819"/>
                </a:lnTo>
                <a:lnTo>
                  <a:pt x="42863" y="17245"/>
                </a:lnTo>
                <a:lnTo>
                  <a:pt x="57150" y="16369"/>
                </a:lnTo>
                <a:lnTo>
                  <a:pt x="71438" y="20990"/>
                </a:lnTo>
                <a:lnTo>
                  <a:pt x="85725" y="24137"/>
                </a:lnTo>
                <a:lnTo>
                  <a:pt x="100013" y="24008"/>
                </a:lnTo>
                <a:lnTo>
                  <a:pt x="108786" y="21622"/>
                </a:lnTo>
                <a:lnTo>
                  <a:pt x="94663" y="9287"/>
                </a:lnTo>
                <a:lnTo>
                  <a:pt x="91095" y="14288"/>
                </a:lnTo>
                <a:lnTo>
                  <a:pt x="91064" y="35719"/>
                </a:lnTo>
                <a:lnTo>
                  <a:pt x="93504" y="57150"/>
                </a:lnTo>
                <a:lnTo>
                  <a:pt x="99024" y="78581"/>
                </a:lnTo>
                <a:lnTo>
                  <a:pt x="100263" y="100013"/>
                </a:lnTo>
                <a:lnTo>
                  <a:pt x="95960" y="105013"/>
                </a:lnTo>
                <a:lnTo>
                  <a:pt x="109042" y="92678"/>
                </a:lnTo>
                <a:lnTo>
                  <a:pt x="100013" y="90820"/>
                </a:lnTo>
                <a:lnTo>
                  <a:pt x="85725" y="92509"/>
                </a:lnTo>
                <a:lnTo>
                  <a:pt x="71438" y="97177"/>
                </a:lnTo>
                <a:lnTo>
                  <a:pt x="57150" y="100231"/>
                </a:lnTo>
                <a:lnTo>
                  <a:pt x="42863" y="93248"/>
                </a:lnTo>
                <a:lnTo>
                  <a:pt x="28575" y="91402"/>
                </a:lnTo>
                <a:lnTo>
                  <a:pt x="14288" y="96941"/>
                </a:lnTo>
                <a:lnTo>
                  <a:pt x="4401" y="92678"/>
                </a:lnTo>
                <a:lnTo>
                  <a:pt x="18094" y="105013"/>
                </a:lnTo>
                <a:lnTo>
                  <a:pt x="22156" y="100013"/>
                </a:lnTo>
                <a:lnTo>
                  <a:pt x="17777" y="78581"/>
                </a:lnTo>
                <a:lnTo>
                  <a:pt x="18620" y="57150"/>
                </a:lnTo>
                <a:lnTo>
                  <a:pt x="21042" y="35719"/>
                </a:lnTo>
                <a:lnTo>
                  <a:pt x="22090" y="14288"/>
                </a:lnTo>
                <a:lnTo>
                  <a:pt x="18829" y="9287"/>
                </a:lnTo>
                <a:lnTo>
                  <a:pt x="3560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3" name="stage-port-2">
            <a:extLst xmlns:a="http://schemas.openxmlformats.org/drawingml/2006/main">
              <a:ext uri="{FF2B5EF4-FFF2-40B4-BE49-F238E27FC236}">
                <a16:creationId xmlns:a16="http://schemas.microsoft.com/office/drawing/2014/main" id="{B2A5145A-C648-4B87-B15F-931A928A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176"/>
                </a:moveTo>
                <a:lnTo>
                  <a:pt x="28575" y="14969"/>
                </a:lnTo>
                <a:lnTo>
                  <a:pt x="42863" y="17866"/>
                </a:lnTo>
                <a:lnTo>
                  <a:pt x="57150" y="21257"/>
                </a:lnTo>
                <a:lnTo>
                  <a:pt x="71438" y="14859"/>
                </a:lnTo>
                <a:lnTo>
                  <a:pt x="85725" y="18253"/>
                </a:lnTo>
                <a:lnTo>
                  <a:pt x="100013" y="16891"/>
                </a:lnTo>
                <a:lnTo>
                  <a:pt x="108025" y="21622"/>
                </a:lnTo>
                <a:lnTo>
                  <a:pt x="93941" y="9287"/>
                </a:lnTo>
                <a:lnTo>
                  <a:pt x="90039" y="14288"/>
                </a:lnTo>
                <a:lnTo>
                  <a:pt x="95225" y="35719"/>
                </a:lnTo>
                <a:lnTo>
                  <a:pt x="99943" y="57150"/>
                </a:lnTo>
                <a:lnTo>
                  <a:pt x="95431" y="78581"/>
                </a:lnTo>
                <a:lnTo>
                  <a:pt x="99353" y="100013"/>
                </a:lnTo>
                <a:lnTo>
                  <a:pt x="94676" y="105013"/>
                </a:lnTo>
                <a:lnTo>
                  <a:pt x="110833" y="92678"/>
                </a:lnTo>
                <a:lnTo>
                  <a:pt x="100013" y="99303"/>
                </a:lnTo>
                <a:lnTo>
                  <a:pt x="85725" y="91081"/>
                </a:lnTo>
                <a:lnTo>
                  <a:pt x="71438" y="95694"/>
                </a:lnTo>
                <a:lnTo>
                  <a:pt x="57150" y="94598"/>
                </a:lnTo>
                <a:lnTo>
                  <a:pt x="42863" y="92869"/>
                </a:lnTo>
                <a:lnTo>
                  <a:pt x="28575" y="98727"/>
                </a:lnTo>
                <a:lnTo>
                  <a:pt x="14288" y="98822"/>
                </a:lnTo>
                <a:lnTo>
                  <a:pt x="3638" y="92678"/>
                </a:lnTo>
                <a:lnTo>
                  <a:pt x="18508" y="105013"/>
                </a:lnTo>
                <a:lnTo>
                  <a:pt x="14400" y="100013"/>
                </a:lnTo>
                <a:lnTo>
                  <a:pt x="20910" y="78581"/>
                </a:lnTo>
                <a:lnTo>
                  <a:pt x="18130" y="57150"/>
                </a:lnTo>
                <a:lnTo>
                  <a:pt x="19357" y="35719"/>
                </a:lnTo>
                <a:lnTo>
                  <a:pt x="17794" y="14288"/>
                </a:lnTo>
                <a:lnTo>
                  <a:pt x="19356" y="9287"/>
                </a:lnTo>
                <a:lnTo>
                  <a:pt x="4349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4" name="stage-port-3-pencil-echo">
            <a:extLst xmlns:a="http://schemas.openxmlformats.org/drawingml/2006/main">
              <a:ext uri="{FF2B5EF4-FFF2-40B4-BE49-F238E27FC236}">
                <a16:creationId xmlns:a16="http://schemas.microsoft.com/office/drawing/2014/main" id="{228CAA7F-167B-4AE2-9899-57567EE5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870"/>
                </a:moveTo>
                <a:lnTo>
                  <a:pt x="28575" y="23325"/>
                </a:lnTo>
                <a:lnTo>
                  <a:pt x="42863" y="22245"/>
                </a:lnTo>
                <a:lnTo>
                  <a:pt x="57150" y="21933"/>
                </a:lnTo>
                <a:lnTo>
                  <a:pt x="71438" y="19211"/>
                </a:lnTo>
                <a:lnTo>
                  <a:pt x="85725" y="18134"/>
                </a:lnTo>
                <a:lnTo>
                  <a:pt x="100013" y="22973"/>
                </a:lnTo>
                <a:lnTo>
                  <a:pt x="109151" y="21622"/>
                </a:lnTo>
                <a:lnTo>
                  <a:pt x="94454" y="9287"/>
                </a:lnTo>
                <a:lnTo>
                  <a:pt x="97276" y="14288"/>
                </a:lnTo>
                <a:lnTo>
                  <a:pt x="98415" y="35719"/>
                </a:lnTo>
                <a:lnTo>
                  <a:pt x="93310" y="57150"/>
                </a:lnTo>
                <a:lnTo>
                  <a:pt x="91004" y="78581"/>
                </a:lnTo>
                <a:lnTo>
                  <a:pt x="96296" y="100013"/>
                </a:lnTo>
                <a:lnTo>
                  <a:pt x="94248" y="105013"/>
                </a:lnTo>
                <a:lnTo>
                  <a:pt x="110463" y="92678"/>
                </a:lnTo>
                <a:lnTo>
                  <a:pt x="100013" y="92487"/>
                </a:lnTo>
                <a:lnTo>
                  <a:pt x="85725" y="97979"/>
                </a:lnTo>
                <a:lnTo>
                  <a:pt x="71438" y="96519"/>
                </a:lnTo>
                <a:lnTo>
                  <a:pt x="57150" y="100387"/>
                </a:lnTo>
                <a:lnTo>
                  <a:pt x="42863" y="95593"/>
                </a:lnTo>
                <a:lnTo>
                  <a:pt x="28575" y="90552"/>
                </a:lnTo>
                <a:lnTo>
                  <a:pt x="14288" y="98837"/>
                </a:lnTo>
                <a:lnTo>
                  <a:pt x="4961" y="92678"/>
                </a:lnTo>
                <a:lnTo>
                  <a:pt x="19754" y="105013"/>
                </a:lnTo>
                <a:lnTo>
                  <a:pt x="23662" y="100013"/>
                </a:lnTo>
                <a:lnTo>
                  <a:pt x="22029" y="78581"/>
                </a:lnTo>
                <a:lnTo>
                  <a:pt x="21423" y="57150"/>
                </a:lnTo>
                <a:lnTo>
                  <a:pt x="14671" y="35719"/>
                </a:lnTo>
                <a:lnTo>
                  <a:pt x="19917" y="14288"/>
                </a:lnTo>
                <a:lnTo>
                  <a:pt x="19724" y="9287"/>
                </a:lnTo>
                <a:lnTo>
                  <a:pt x="4965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5" name="stage-port-3">
            <a:extLst xmlns:a="http://schemas.openxmlformats.org/drawingml/2006/main">
              <a:ext uri="{FF2B5EF4-FFF2-40B4-BE49-F238E27FC236}">
                <a16:creationId xmlns:a16="http://schemas.microsoft.com/office/drawing/2014/main" id="{1528B7D7-B241-4DBE-B0C6-FDB7B596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3924"/>
                </a:moveTo>
                <a:lnTo>
                  <a:pt x="28575" y="19973"/>
                </a:lnTo>
                <a:lnTo>
                  <a:pt x="42863" y="20931"/>
                </a:lnTo>
                <a:lnTo>
                  <a:pt x="57150" y="23102"/>
                </a:lnTo>
                <a:lnTo>
                  <a:pt x="71438" y="17329"/>
                </a:lnTo>
                <a:lnTo>
                  <a:pt x="85725" y="17902"/>
                </a:lnTo>
                <a:lnTo>
                  <a:pt x="100013" y="20707"/>
                </a:lnTo>
                <a:lnTo>
                  <a:pt x="108705" y="21622"/>
                </a:lnTo>
                <a:lnTo>
                  <a:pt x="95540" y="9287"/>
                </a:lnTo>
                <a:lnTo>
                  <a:pt x="98572" y="14288"/>
                </a:lnTo>
                <a:lnTo>
                  <a:pt x="93200" y="35719"/>
                </a:lnTo>
                <a:lnTo>
                  <a:pt x="92192" y="57150"/>
                </a:lnTo>
                <a:lnTo>
                  <a:pt x="97878" y="78581"/>
                </a:lnTo>
                <a:lnTo>
                  <a:pt x="95939" y="100013"/>
                </a:lnTo>
                <a:lnTo>
                  <a:pt x="94891" y="105013"/>
                </a:lnTo>
                <a:lnTo>
                  <a:pt x="110112" y="92678"/>
                </a:lnTo>
                <a:lnTo>
                  <a:pt x="100013" y="95705"/>
                </a:lnTo>
                <a:lnTo>
                  <a:pt x="85725" y="91819"/>
                </a:lnTo>
                <a:lnTo>
                  <a:pt x="71438" y="98169"/>
                </a:lnTo>
                <a:lnTo>
                  <a:pt x="57150" y="95193"/>
                </a:lnTo>
                <a:lnTo>
                  <a:pt x="42863" y="100353"/>
                </a:lnTo>
                <a:lnTo>
                  <a:pt x="28575" y="99376"/>
                </a:lnTo>
                <a:lnTo>
                  <a:pt x="14288" y="93154"/>
                </a:lnTo>
                <a:lnTo>
                  <a:pt x="6208" y="92678"/>
                </a:lnTo>
                <a:lnTo>
                  <a:pt x="19958" y="105013"/>
                </a:lnTo>
                <a:lnTo>
                  <a:pt x="18928" y="100013"/>
                </a:lnTo>
                <a:lnTo>
                  <a:pt x="18065" y="78581"/>
                </a:lnTo>
                <a:lnTo>
                  <a:pt x="19874" y="57150"/>
                </a:lnTo>
                <a:lnTo>
                  <a:pt x="22583" y="35719"/>
                </a:lnTo>
                <a:lnTo>
                  <a:pt x="18919" y="14288"/>
                </a:lnTo>
                <a:lnTo>
                  <a:pt x="19931" y="9287"/>
                </a:lnTo>
                <a:lnTo>
                  <a:pt x="4229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6" name="stage-port-4-pencil-echo">
            <a:extLst xmlns:a="http://schemas.openxmlformats.org/drawingml/2006/main">
              <a:ext uri="{FF2B5EF4-FFF2-40B4-BE49-F238E27FC236}">
                <a16:creationId xmlns:a16="http://schemas.microsoft.com/office/drawing/2014/main" id="{3313623A-CBCA-47A3-8871-C49AA812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5766"/>
                </a:moveTo>
                <a:lnTo>
                  <a:pt x="28575" y="16958"/>
                </a:lnTo>
                <a:lnTo>
                  <a:pt x="42863" y="22756"/>
                </a:lnTo>
                <a:lnTo>
                  <a:pt x="57150" y="13883"/>
                </a:lnTo>
                <a:lnTo>
                  <a:pt x="71438" y="21297"/>
                </a:lnTo>
                <a:lnTo>
                  <a:pt x="85725" y="16577"/>
                </a:lnTo>
                <a:lnTo>
                  <a:pt x="100013" y="13883"/>
                </a:lnTo>
                <a:lnTo>
                  <a:pt x="109437" y="21622"/>
                </a:lnTo>
                <a:lnTo>
                  <a:pt x="96166" y="9287"/>
                </a:lnTo>
                <a:lnTo>
                  <a:pt x="92965" y="14288"/>
                </a:lnTo>
                <a:lnTo>
                  <a:pt x="100404" y="35719"/>
                </a:lnTo>
                <a:lnTo>
                  <a:pt x="96364" y="57150"/>
                </a:lnTo>
                <a:lnTo>
                  <a:pt x="98005" y="78581"/>
                </a:lnTo>
                <a:lnTo>
                  <a:pt x="93085" y="100013"/>
                </a:lnTo>
                <a:lnTo>
                  <a:pt x="95332" y="105013"/>
                </a:lnTo>
                <a:lnTo>
                  <a:pt x="110628" y="92678"/>
                </a:lnTo>
                <a:lnTo>
                  <a:pt x="100013" y="96723"/>
                </a:lnTo>
                <a:lnTo>
                  <a:pt x="85725" y="97239"/>
                </a:lnTo>
                <a:lnTo>
                  <a:pt x="71438" y="93191"/>
                </a:lnTo>
                <a:lnTo>
                  <a:pt x="57150" y="92345"/>
                </a:lnTo>
                <a:lnTo>
                  <a:pt x="42863" y="90709"/>
                </a:lnTo>
                <a:lnTo>
                  <a:pt x="28575" y="90295"/>
                </a:lnTo>
                <a:lnTo>
                  <a:pt x="14288" y="100378"/>
                </a:lnTo>
                <a:lnTo>
                  <a:pt x="6344" y="92678"/>
                </a:lnTo>
                <a:lnTo>
                  <a:pt x="19292" y="105013"/>
                </a:lnTo>
                <a:lnTo>
                  <a:pt x="24285" y="100013"/>
                </a:lnTo>
                <a:lnTo>
                  <a:pt x="16816" y="78581"/>
                </a:lnTo>
                <a:lnTo>
                  <a:pt x="22576" y="57150"/>
                </a:lnTo>
                <a:lnTo>
                  <a:pt x="15717" y="35719"/>
                </a:lnTo>
                <a:lnTo>
                  <a:pt x="20365" y="14288"/>
                </a:lnTo>
                <a:lnTo>
                  <a:pt x="19506" y="9287"/>
                </a:lnTo>
                <a:lnTo>
                  <a:pt x="3902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7" name="stage-port-4">
            <a:extLst xmlns:a="http://schemas.openxmlformats.org/drawingml/2006/main">
              <a:ext uri="{FF2B5EF4-FFF2-40B4-BE49-F238E27FC236}">
                <a16:creationId xmlns:a16="http://schemas.microsoft.com/office/drawing/2014/main" id="{236449E5-301D-4F1F-B0B8-84268A1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6972"/>
                </a:moveTo>
                <a:lnTo>
                  <a:pt x="28575" y="18924"/>
                </a:lnTo>
                <a:lnTo>
                  <a:pt x="42863" y="15580"/>
                </a:lnTo>
                <a:lnTo>
                  <a:pt x="57150" y="16760"/>
                </a:lnTo>
                <a:lnTo>
                  <a:pt x="71438" y="23696"/>
                </a:lnTo>
                <a:lnTo>
                  <a:pt x="85725" y="16303"/>
                </a:lnTo>
                <a:lnTo>
                  <a:pt x="100013" y="23664"/>
                </a:lnTo>
                <a:lnTo>
                  <a:pt x="110853" y="21622"/>
                </a:lnTo>
                <a:lnTo>
                  <a:pt x="95077" y="9287"/>
                </a:lnTo>
                <a:lnTo>
                  <a:pt x="90616" y="14288"/>
                </a:lnTo>
                <a:lnTo>
                  <a:pt x="97745" y="35719"/>
                </a:lnTo>
                <a:lnTo>
                  <a:pt x="95325" y="57150"/>
                </a:lnTo>
                <a:lnTo>
                  <a:pt x="98764" y="78581"/>
                </a:lnTo>
                <a:lnTo>
                  <a:pt x="93737" y="100013"/>
                </a:lnTo>
                <a:lnTo>
                  <a:pt x="94969" y="105013"/>
                </a:lnTo>
                <a:lnTo>
                  <a:pt x="109722" y="92678"/>
                </a:lnTo>
                <a:lnTo>
                  <a:pt x="100013" y="96609"/>
                </a:lnTo>
                <a:lnTo>
                  <a:pt x="85725" y="96823"/>
                </a:lnTo>
                <a:lnTo>
                  <a:pt x="71438" y="90297"/>
                </a:lnTo>
                <a:lnTo>
                  <a:pt x="57150" y="90296"/>
                </a:lnTo>
                <a:lnTo>
                  <a:pt x="42863" y="99245"/>
                </a:lnTo>
                <a:lnTo>
                  <a:pt x="28575" y="98636"/>
                </a:lnTo>
                <a:lnTo>
                  <a:pt x="14288" y="93210"/>
                </a:lnTo>
                <a:lnTo>
                  <a:pt x="3484" y="92678"/>
                </a:lnTo>
                <a:lnTo>
                  <a:pt x="18432" y="105013"/>
                </a:lnTo>
                <a:lnTo>
                  <a:pt x="23243" y="100013"/>
                </a:lnTo>
                <a:lnTo>
                  <a:pt x="20804" y="78581"/>
                </a:lnTo>
                <a:lnTo>
                  <a:pt x="20097" y="57150"/>
                </a:lnTo>
                <a:lnTo>
                  <a:pt x="19760" y="35719"/>
                </a:lnTo>
                <a:lnTo>
                  <a:pt x="20614" y="14288"/>
                </a:lnTo>
                <a:lnTo>
                  <a:pt x="19451" y="9287"/>
                </a:lnTo>
                <a:lnTo>
                  <a:pt x="3554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8" name="stage-port-5-pencil-echo">
            <a:extLst xmlns:a="http://schemas.openxmlformats.org/drawingml/2006/main">
              <a:ext uri="{FF2B5EF4-FFF2-40B4-BE49-F238E27FC236}">
                <a16:creationId xmlns:a16="http://schemas.microsoft.com/office/drawing/2014/main" id="{8F7BEABE-FE22-4320-92E0-EA88D20B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48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9514"/>
                </a:moveTo>
                <a:lnTo>
                  <a:pt x="28575" y="16630"/>
                </a:lnTo>
                <a:lnTo>
                  <a:pt x="42863" y="17187"/>
                </a:lnTo>
                <a:lnTo>
                  <a:pt x="57150" y="20329"/>
                </a:lnTo>
                <a:lnTo>
                  <a:pt x="71438" y="23482"/>
                </a:lnTo>
                <a:lnTo>
                  <a:pt x="85725" y="20235"/>
                </a:lnTo>
                <a:lnTo>
                  <a:pt x="100013" y="17633"/>
                </a:lnTo>
                <a:lnTo>
                  <a:pt x="108981" y="21622"/>
                </a:lnTo>
                <a:lnTo>
                  <a:pt x="94725" y="9287"/>
                </a:lnTo>
                <a:lnTo>
                  <a:pt x="95043" y="14288"/>
                </a:lnTo>
                <a:lnTo>
                  <a:pt x="96154" y="35719"/>
                </a:lnTo>
                <a:lnTo>
                  <a:pt x="100446" y="57150"/>
                </a:lnTo>
                <a:lnTo>
                  <a:pt x="99423" y="78581"/>
                </a:lnTo>
                <a:lnTo>
                  <a:pt x="92173" y="100013"/>
                </a:lnTo>
                <a:lnTo>
                  <a:pt x="94044" y="105013"/>
                </a:lnTo>
                <a:lnTo>
                  <a:pt x="109445" y="92678"/>
                </a:lnTo>
                <a:lnTo>
                  <a:pt x="100013" y="90350"/>
                </a:lnTo>
                <a:lnTo>
                  <a:pt x="85725" y="91745"/>
                </a:lnTo>
                <a:lnTo>
                  <a:pt x="71438" y="91022"/>
                </a:lnTo>
                <a:lnTo>
                  <a:pt x="57150" y="97992"/>
                </a:lnTo>
                <a:lnTo>
                  <a:pt x="42863" y="97647"/>
                </a:lnTo>
                <a:lnTo>
                  <a:pt x="28575" y="99014"/>
                </a:lnTo>
                <a:lnTo>
                  <a:pt x="14288" y="90489"/>
                </a:lnTo>
                <a:lnTo>
                  <a:pt x="5723" y="92678"/>
                </a:lnTo>
                <a:lnTo>
                  <a:pt x="18915" y="105013"/>
                </a:lnTo>
                <a:lnTo>
                  <a:pt x="20235" y="100013"/>
                </a:lnTo>
                <a:lnTo>
                  <a:pt x="23400" y="78581"/>
                </a:lnTo>
                <a:lnTo>
                  <a:pt x="16315" y="57150"/>
                </a:lnTo>
                <a:lnTo>
                  <a:pt x="22741" y="35719"/>
                </a:lnTo>
                <a:lnTo>
                  <a:pt x="22934" y="14288"/>
                </a:lnTo>
                <a:lnTo>
                  <a:pt x="19641" y="9287"/>
                </a:lnTo>
                <a:lnTo>
                  <a:pt x="5142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9" name="stage-port-5">
            <a:extLst xmlns:a="http://schemas.openxmlformats.org/drawingml/2006/main">
              <a:ext uri="{FF2B5EF4-FFF2-40B4-BE49-F238E27FC236}">
                <a16:creationId xmlns:a16="http://schemas.microsoft.com/office/drawing/2014/main" id="{34B80B1C-F16B-48FA-9286-520829A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3027"/>
                </a:moveTo>
                <a:lnTo>
                  <a:pt x="28575" y="14002"/>
                </a:lnTo>
                <a:lnTo>
                  <a:pt x="42863" y="20200"/>
                </a:lnTo>
                <a:lnTo>
                  <a:pt x="57150" y="22810"/>
                </a:lnTo>
                <a:lnTo>
                  <a:pt x="71438" y="19806"/>
                </a:lnTo>
                <a:lnTo>
                  <a:pt x="85725" y="14836"/>
                </a:lnTo>
                <a:lnTo>
                  <a:pt x="100013" y="22173"/>
                </a:lnTo>
                <a:lnTo>
                  <a:pt x="108709" y="21622"/>
                </a:lnTo>
                <a:lnTo>
                  <a:pt x="95828" y="9287"/>
                </a:lnTo>
                <a:lnTo>
                  <a:pt x="93947" y="14288"/>
                </a:lnTo>
                <a:lnTo>
                  <a:pt x="98656" y="35719"/>
                </a:lnTo>
                <a:lnTo>
                  <a:pt x="90477" y="57150"/>
                </a:lnTo>
                <a:lnTo>
                  <a:pt x="93338" y="78581"/>
                </a:lnTo>
                <a:lnTo>
                  <a:pt x="92925" y="100013"/>
                </a:lnTo>
                <a:lnTo>
                  <a:pt x="94122" y="105013"/>
                </a:lnTo>
                <a:lnTo>
                  <a:pt x="108080" y="92678"/>
                </a:lnTo>
                <a:lnTo>
                  <a:pt x="100013" y="98497"/>
                </a:lnTo>
                <a:lnTo>
                  <a:pt x="85725" y="97287"/>
                </a:lnTo>
                <a:lnTo>
                  <a:pt x="71438" y="96190"/>
                </a:lnTo>
                <a:lnTo>
                  <a:pt x="57150" y="91293"/>
                </a:lnTo>
                <a:lnTo>
                  <a:pt x="42863" y="93631"/>
                </a:lnTo>
                <a:lnTo>
                  <a:pt x="28575" y="90180"/>
                </a:lnTo>
                <a:lnTo>
                  <a:pt x="14288" y="92674"/>
                </a:lnTo>
                <a:lnTo>
                  <a:pt x="4540" y="92678"/>
                </a:lnTo>
                <a:lnTo>
                  <a:pt x="19133" y="105013"/>
                </a:lnTo>
                <a:lnTo>
                  <a:pt x="17260" y="100013"/>
                </a:lnTo>
                <a:lnTo>
                  <a:pt x="22350" y="78581"/>
                </a:lnTo>
                <a:lnTo>
                  <a:pt x="18817" y="57150"/>
                </a:lnTo>
                <a:lnTo>
                  <a:pt x="24206" y="35719"/>
                </a:lnTo>
                <a:lnTo>
                  <a:pt x="16671" y="14288"/>
                </a:lnTo>
                <a:lnTo>
                  <a:pt x="19566" y="9287"/>
                </a:lnTo>
                <a:lnTo>
                  <a:pt x="5465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0" name="stage-port-6-pencil-echo">
            <a:extLst xmlns:a="http://schemas.openxmlformats.org/drawingml/2006/main">
              <a:ext uri="{FF2B5EF4-FFF2-40B4-BE49-F238E27FC236}">
                <a16:creationId xmlns:a16="http://schemas.microsoft.com/office/drawing/2014/main" id="{CA2297F7-3BB4-4811-AC93-E43BD15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7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6807"/>
                </a:moveTo>
                <a:lnTo>
                  <a:pt x="28575" y="20490"/>
                </a:lnTo>
                <a:lnTo>
                  <a:pt x="42863" y="23931"/>
                </a:lnTo>
                <a:lnTo>
                  <a:pt x="57150" y="13953"/>
                </a:lnTo>
                <a:lnTo>
                  <a:pt x="71438" y="16148"/>
                </a:lnTo>
                <a:lnTo>
                  <a:pt x="85725" y="14799"/>
                </a:lnTo>
                <a:lnTo>
                  <a:pt x="100013" y="17720"/>
                </a:lnTo>
                <a:lnTo>
                  <a:pt x="108916" y="21622"/>
                </a:lnTo>
                <a:lnTo>
                  <a:pt x="94327" y="9287"/>
                </a:lnTo>
                <a:lnTo>
                  <a:pt x="99290" y="14288"/>
                </a:lnTo>
                <a:lnTo>
                  <a:pt x="96594" y="35719"/>
                </a:lnTo>
                <a:lnTo>
                  <a:pt x="94465" y="57150"/>
                </a:lnTo>
                <a:lnTo>
                  <a:pt x="99315" y="78581"/>
                </a:lnTo>
                <a:lnTo>
                  <a:pt x="93545" y="100013"/>
                </a:lnTo>
                <a:lnTo>
                  <a:pt x="94717" y="105013"/>
                </a:lnTo>
                <a:lnTo>
                  <a:pt x="107918" y="92678"/>
                </a:lnTo>
                <a:lnTo>
                  <a:pt x="100013" y="92320"/>
                </a:lnTo>
                <a:lnTo>
                  <a:pt x="85725" y="90165"/>
                </a:lnTo>
                <a:lnTo>
                  <a:pt x="71438" y="94207"/>
                </a:lnTo>
                <a:lnTo>
                  <a:pt x="57150" y="100032"/>
                </a:lnTo>
                <a:lnTo>
                  <a:pt x="42863" y="91050"/>
                </a:lnTo>
                <a:lnTo>
                  <a:pt x="28575" y="99591"/>
                </a:lnTo>
                <a:lnTo>
                  <a:pt x="14288" y="95150"/>
                </a:lnTo>
                <a:lnTo>
                  <a:pt x="5479" y="92678"/>
                </a:lnTo>
                <a:lnTo>
                  <a:pt x="19083" y="105013"/>
                </a:lnTo>
                <a:lnTo>
                  <a:pt x="18703" y="100013"/>
                </a:lnTo>
                <a:lnTo>
                  <a:pt x="20664" y="78581"/>
                </a:lnTo>
                <a:lnTo>
                  <a:pt x="16542" y="57150"/>
                </a:lnTo>
                <a:lnTo>
                  <a:pt x="22171" y="35719"/>
                </a:lnTo>
                <a:lnTo>
                  <a:pt x="13974" y="14288"/>
                </a:lnTo>
                <a:lnTo>
                  <a:pt x="18986" y="9287"/>
                </a:lnTo>
                <a:lnTo>
                  <a:pt x="4927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71" name="stage-port-6">
            <a:extLst xmlns:a="http://schemas.openxmlformats.org/drawingml/2006/main">
              <a:ext uri="{FF2B5EF4-FFF2-40B4-BE49-F238E27FC236}">
                <a16:creationId xmlns:a16="http://schemas.microsoft.com/office/drawing/2014/main" id="{D1CAE182-0F6E-4533-96AA-8624538F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190"/>
                </a:moveTo>
                <a:lnTo>
                  <a:pt x="28575" y="14727"/>
                </a:lnTo>
                <a:lnTo>
                  <a:pt x="42863" y="16960"/>
                </a:lnTo>
                <a:lnTo>
                  <a:pt x="57150" y="21741"/>
                </a:lnTo>
                <a:lnTo>
                  <a:pt x="71438" y="23403"/>
                </a:lnTo>
                <a:lnTo>
                  <a:pt x="85725" y="21065"/>
                </a:lnTo>
                <a:lnTo>
                  <a:pt x="100013" y="15128"/>
                </a:lnTo>
                <a:lnTo>
                  <a:pt x="108544" y="21622"/>
                </a:lnTo>
                <a:lnTo>
                  <a:pt x="94212" y="9287"/>
                </a:lnTo>
                <a:lnTo>
                  <a:pt x="92850" y="14288"/>
                </a:lnTo>
                <a:lnTo>
                  <a:pt x="99584" y="35719"/>
                </a:lnTo>
                <a:lnTo>
                  <a:pt x="93496" y="57150"/>
                </a:lnTo>
                <a:lnTo>
                  <a:pt x="96971" y="78581"/>
                </a:lnTo>
                <a:lnTo>
                  <a:pt x="97595" y="100013"/>
                </a:lnTo>
                <a:lnTo>
                  <a:pt x="94814" y="105013"/>
                </a:lnTo>
                <a:lnTo>
                  <a:pt x="110846" y="92678"/>
                </a:lnTo>
                <a:lnTo>
                  <a:pt x="100013" y="99129"/>
                </a:lnTo>
                <a:lnTo>
                  <a:pt x="85725" y="96392"/>
                </a:lnTo>
                <a:lnTo>
                  <a:pt x="71438" y="90625"/>
                </a:lnTo>
                <a:lnTo>
                  <a:pt x="57150" y="100368"/>
                </a:lnTo>
                <a:lnTo>
                  <a:pt x="42863" y="92974"/>
                </a:lnTo>
                <a:lnTo>
                  <a:pt x="28575" y="93175"/>
                </a:lnTo>
                <a:lnTo>
                  <a:pt x="14288" y="93150"/>
                </a:lnTo>
                <a:lnTo>
                  <a:pt x="5337" y="92678"/>
                </a:lnTo>
                <a:lnTo>
                  <a:pt x="19371" y="105013"/>
                </a:lnTo>
                <a:lnTo>
                  <a:pt x="24257" y="100013"/>
                </a:lnTo>
                <a:lnTo>
                  <a:pt x="19970" y="78581"/>
                </a:lnTo>
                <a:lnTo>
                  <a:pt x="17175" y="57150"/>
                </a:lnTo>
                <a:lnTo>
                  <a:pt x="21857" y="35719"/>
                </a:lnTo>
                <a:lnTo>
                  <a:pt x="20776" y="14288"/>
                </a:lnTo>
                <a:lnTo>
                  <a:pt x="18514" y="9287"/>
                </a:lnTo>
                <a:lnTo>
                  <a:pt x="4742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2" name="stage-port-7-pencil-echo">
            <a:extLst xmlns:a="http://schemas.openxmlformats.org/drawingml/2006/main">
              <a:ext uri="{FF2B5EF4-FFF2-40B4-BE49-F238E27FC236}">
                <a16:creationId xmlns:a16="http://schemas.microsoft.com/office/drawing/2014/main" id="{37419328-678B-4C3C-9844-40C86A3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2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4018"/>
                </a:moveTo>
                <a:lnTo>
                  <a:pt x="28575" y="14472"/>
                </a:lnTo>
                <a:lnTo>
                  <a:pt x="42863" y="15536"/>
                </a:lnTo>
                <a:lnTo>
                  <a:pt x="57150" y="16589"/>
                </a:lnTo>
                <a:lnTo>
                  <a:pt x="71438" y="23879"/>
                </a:lnTo>
                <a:lnTo>
                  <a:pt x="85725" y="14488"/>
                </a:lnTo>
                <a:lnTo>
                  <a:pt x="100013" y="17484"/>
                </a:lnTo>
                <a:lnTo>
                  <a:pt x="110256" y="21622"/>
                </a:lnTo>
                <a:lnTo>
                  <a:pt x="95004" y="9287"/>
                </a:lnTo>
                <a:lnTo>
                  <a:pt x="93560" y="14288"/>
                </a:lnTo>
                <a:lnTo>
                  <a:pt x="92713" y="35719"/>
                </a:lnTo>
                <a:lnTo>
                  <a:pt x="92779" y="57150"/>
                </a:lnTo>
                <a:lnTo>
                  <a:pt x="92791" y="78581"/>
                </a:lnTo>
                <a:lnTo>
                  <a:pt x="98684" y="100013"/>
                </a:lnTo>
                <a:lnTo>
                  <a:pt x="96095" y="105013"/>
                </a:lnTo>
                <a:lnTo>
                  <a:pt x="108821" y="92678"/>
                </a:lnTo>
                <a:lnTo>
                  <a:pt x="100013" y="98871"/>
                </a:lnTo>
                <a:lnTo>
                  <a:pt x="85725" y="91917"/>
                </a:lnTo>
                <a:lnTo>
                  <a:pt x="71438" y="99399"/>
                </a:lnTo>
                <a:lnTo>
                  <a:pt x="57150" y="96611"/>
                </a:lnTo>
                <a:lnTo>
                  <a:pt x="42863" y="98293"/>
                </a:lnTo>
                <a:lnTo>
                  <a:pt x="28575" y="96316"/>
                </a:lnTo>
                <a:lnTo>
                  <a:pt x="14288" y="98212"/>
                </a:lnTo>
                <a:lnTo>
                  <a:pt x="5727" y="92678"/>
                </a:lnTo>
                <a:lnTo>
                  <a:pt x="19573" y="105013"/>
                </a:lnTo>
                <a:lnTo>
                  <a:pt x="18105" y="100013"/>
                </a:lnTo>
                <a:lnTo>
                  <a:pt x="16041" y="78581"/>
                </a:lnTo>
                <a:lnTo>
                  <a:pt x="13929" y="57150"/>
                </a:lnTo>
                <a:lnTo>
                  <a:pt x="20857" y="35719"/>
                </a:lnTo>
                <a:lnTo>
                  <a:pt x="21402" y="14288"/>
                </a:lnTo>
                <a:lnTo>
                  <a:pt x="19553" y="9287"/>
                </a:lnTo>
                <a:lnTo>
                  <a:pt x="4393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73" name="stage-port-7">
            <a:extLst xmlns:a="http://schemas.openxmlformats.org/drawingml/2006/main">
              <a:ext uri="{FF2B5EF4-FFF2-40B4-BE49-F238E27FC236}">
                <a16:creationId xmlns:a16="http://schemas.microsoft.com/office/drawing/2014/main" id="{F5BE52DB-DAFA-4081-8413-AECC978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6727"/>
                </a:moveTo>
                <a:lnTo>
                  <a:pt x="28575" y="19586"/>
                </a:lnTo>
                <a:lnTo>
                  <a:pt x="42863" y="15500"/>
                </a:lnTo>
                <a:lnTo>
                  <a:pt x="57150" y="18957"/>
                </a:lnTo>
                <a:lnTo>
                  <a:pt x="71438" y="17558"/>
                </a:lnTo>
                <a:lnTo>
                  <a:pt x="85725" y="23862"/>
                </a:lnTo>
                <a:lnTo>
                  <a:pt x="100013" y="20500"/>
                </a:lnTo>
                <a:lnTo>
                  <a:pt x="110673" y="21622"/>
                </a:lnTo>
                <a:lnTo>
                  <a:pt x="94211" y="9287"/>
                </a:lnTo>
                <a:lnTo>
                  <a:pt x="92575" y="14288"/>
                </a:lnTo>
                <a:lnTo>
                  <a:pt x="92124" y="35719"/>
                </a:lnTo>
                <a:lnTo>
                  <a:pt x="90650" y="57150"/>
                </a:lnTo>
                <a:lnTo>
                  <a:pt x="99013" y="78581"/>
                </a:lnTo>
                <a:lnTo>
                  <a:pt x="91411" y="100013"/>
                </a:lnTo>
                <a:lnTo>
                  <a:pt x="94948" y="105013"/>
                </a:lnTo>
                <a:lnTo>
                  <a:pt x="108835" y="92678"/>
                </a:lnTo>
                <a:lnTo>
                  <a:pt x="100013" y="98348"/>
                </a:lnTo>
                <a:lnTo>
                  <a:pt x="85725" y="94243"/>
                </a:lnTo>
                <a:lnTo>
                  <a:pt x="71438" y="99302"/>
                </a:lnTo>
                <a:lnTo>
                  <a:pt x="57150" y="90725"/>
                </a:lnTo>
                <a:lnTo>
                  <a:pt x="42863" y="99553"/>
                </a:lnTo>
                <a:lnTo>
                  <a:pt x="28575" y="90185"/>
                </a:lnTo>
                <a:lnTo>
                  <a:pt x="14288" y="93993"/>
                </a:lnTo>
                <a:lnTo>
                  <a:pt x="5485" y="92678"/>
                </a:lnTo>
                <a:lnTo>
                  <a:pt x="19779" y="105013"/>
                </a:lnTo>
                <a:lnTo>
                  <a:pt x="16748" y="100013"/>
                </a:lnTo>
                <a:lnTo>
                  <a:pt x="14234" y="78581"/>
                </a:lnTo>
                <a:lnTo>
                  <a:pt x="22480" y="57150"/>
                </a:lnTo>
                <a:lnTo>
                  <a:pt x="19458" y="35719"/>
                </a:lnTo>
                <a:lnTo>
                  <a:pt x="18665" y="14288"/>
                </a:lnTo>
                <a:lnTo>
                  <a:pt x="19663" y="9287"/>
                </a:lnTo>
                <a:lnTo>
                  <a:pt x="5697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4" name="stage-port-8-pencil-echo">
            <a:extLst xmlns:a="http://schemas.openxmlformats.org/drawingml/2006/main">
              <a:ext uri="{FF2B5EF4-FFF2-40B4-BE49-F238E27FC236}">
                <a16:creationId xmlns:a16="http://schemas.microsoft.com/office/drawing/2014/main" id="{5F80AAC7-80C9-4B34-B977-098A887A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47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7409"/>
                </a:moveTo>
                <a:lnTo>
                  <a:pt x="28575" y="17312"/>
                </a:lnTo>
                <a:lnTo>
                  <a:pt x="42863" y="22013"/>
                </a:lnTo>
                <a:lnTo>
                  <a:pt x="57150" y="20435"/>
                </a:lnTo>
                <a:lnTo>
                  <a:pt x="71438" y="15511"/>
                </a:lnTo>
                <a:lnTo>
                  <a:pt x="85725" y="15406"/>
                </a:lnTo>
                <a:lnTo>
                  <a:pt x="100013" y="23318"/>
                </a:lnTo>
                <a:lnTo>
                  <a:pt x="108262" y="21622"/>
                </a:lnTo>
                <a:lnTo>
                  <a:pt x="95561" y="9287"/>
                </a:lnTo>
                <a:lnTo>
                  <a:pt x="93764" y="14288"/>
                </a:lnTo>
                <a:lnTo>
                  <a:pt x="97239" y="35719"/>
                </a:lnTo>
                <a:lnTo>
                  <a:pt x="95248" y="57150"/>
                </a:lnTo>
                <a:lnTo>
                  <a:pt x="95348" y="78581"/>
                </a:lnTo>
                <a:lnTo>
                  <a:pt x="97264" y="100013"/>
                </a:lnTo>
                <a:lnTo>
                  <a:pt x="94133" y="105013"/>
                </a:lnTo>
                <a:lnTo>
                  <a:pt x="108519" y="92678"/>
                </a:lnTo>
                <a:lnTo>
                  <a:pt x="100013" y="94257"/>
                </a:lnTo>
                <a:lnTo>
                  <a:pt x="85725" y="96094"/>
                </a:lnTo>
                <a:lnTo>
                  <a:pt x="71438" y="97820"/>
                </a:lnTo>
                <a:lnTo>
                  <a:pt x="57150" y="95062"/>
                </a:lnTo>
                <a:lnTo>
                  <a:pt x="42863" y="95970"/>
                </a:lnTo>
                <a:lnTo>
                  <a:pt x="28575" y="93654"/>
                </a:lnTo>
                <a:lnTo>
                  <a:pt x="14288" y="100361"/>
                </a:lnTo>
                <a:lnTo>
                  <a:pt x="5002" y="92678"/>
                </a:lnTo>
                <a:lnTo>
                  <a:pt x="19649" y="105013"/>
                </a:lnTo>
                <a:lnTo>
                  <a:pt x="20362" y="100013"/>
                </a:lnTo>
                <a:lnTo>
                  <a:pt x="19915" y="78581"/>
                </a:lnTo>
                <a:lnTo>
                  <a:pt x="24121" y="57150"/>
                </a:lnTo>
                <a:lnTo>
                  <a:pt x="18130" y="35719"/>
                </a:lnTo>
                <a:lnTo>
                  <a:pt x="16597" y="14288"/>
                </a:lnTo>
                <a:lnTo>
                  <a:pt x="19497" y="9287"/>
                </a:lnTo>
                <a:lnTo>
                  <a:pt x="6076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75" name="stage-port-8">
            <a:extLst xmlns:a="http://schemas.openxmlformats.org/drawingml/2006/main">
              <a:ext uri="{FF2B5EF4-FFF2-40B4-BE49-F238E27FC236}">
                <a16:creationId xmlns:a16="http://schemas.microsoft.com/office/drawing/2014/main" id="{600962EF-51D8-4E3F-855A-009BD8C3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902"/>
                </a:moveTo>
                <a:lnTo>
                  <a:pt x="28575" y="15267"/>
                </a:lnTo>
                <a:lnTo>
                  <a:pt x="42863" y="23695"/>
                </a:lnTo>
                <a:lnTo>
                  <a:pt x="57150" y="24237"/>
                </a:lnTo>
                <a:lnTo>
                  <a:pt x="71438" y="17162"/>
                </a:lnTo>
                <a:lnTo>
                  <a:pt x="85725" y="17890"/>
                </a:lnTo>
                <a:lnTo>
                  <a:pt x="100013" y="14876"/>
                </a:lnTo>
                <a:lnTo>
                  <a:pt x="107857" y="21622"/>
                </a:lnTo>
                <a:lnTo>
                  <a:pt x="94819" y="9287"/>
                </a:lnTo>
                <a:lnTo>
                  <a:pt x="94375" y="14288"/>
                </a:lnTo>
                <a:lnTo>
                  <a:pt x="92816" y="35719"/>
                </a:lnTo>
                <a:lnTo>
                  <a:pt x="95363" y="57150"/>
                </a:lnTo>
                <a:lnTo>
                  <a:pt x="96737" y="78581"/>
                </a:lnTo>
                <a:lnTo>
                  <a:pt x="93314" y="100013"/>
                </a:lnTo>
                <a:lnTo>
                  <a:pt x="94383" y="105013"/>
                </a:lnTo>
                <a:lnTo>
                  <a:pt x="107918" y="92678"/>
                </a:lnTo>
                <a:lnTo>
                  <a:pt x="100013" y="98610"/>
                </a:lnTo>
                <a:lnTo>
                  <a:pt x="85725" y="96872"/>
                </a:lnTo>
                <a:lnTo>
                  <a:pt x="71438" y="97186"/>
                </a:lnTo>
                <a:lnTo>
                  <a:pt x="57150" y="91812"/>
                </a:lnTo>
                <a:lnTo>
                  <a:pt x="42863" y="96830"/>
                </a:lnTo>
                <a:lnTo>
                  <a:pt x="28575" y="94832"/>
                </a:lnTo>
                <a:lnTo>
                  <a:pt x="14288" y="90580"/>
                </a:lnTo>
                <a:lnTo>
                  <a:pt x="5280" y="92678"/>
                </a:lnTo>
                <a:lnTo>
                  <a:pt x="18114" y="105013"/>
                </a:lnTo>
                <a:lnTo>
                  <a:pt x="19108" y="100013"/>
                </a:lnTo>
                <a:lnTo>
                  <a:pt x="23523" y="78581"/>
                </a:lnTo>
                <a:lnTo>
                  <a:pt x="14045" y="57150"/>
                </a:lnTo>
                <a:lnTo>
                  <a:pt x="19999" y="35719"/>
                </a:lnTo>
                <a:lnTo>
                  <a:pt x="19206" y="14288"/>
                </a:lnTo>
                <a:lnTo>
                  <a:pt x="18877" y="9287"/>
                </a:lnTo>
                <a:lnTo>
                  <a:pt x="5334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6" name="tree-band-template">
            <a:extLst xmlns:a="http://schemas.openxmlformats.org/drawingml/2006/main">
              <a:ext uri="{FF2B5EF4-FFF2-40B4-BE49-F238E27FC236}">
                <a16:creationId xmlns:a16="http://schemas.microsoft.com/office/drawing/2014/main" id="{3C831991-B59E-472C-A7F1-549884D5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577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tree-band-implementation">
            <a:extLst xmlns:a="http://schemas.openxmlformats.org/drawingml/2006/main">
              <a:ext uri="{FF2B5EF4-FFF2-40B4-BE49-F238E27FC236}">
                <a16:creationId xmlns:a16="http://schemas.microsoft.com/office/drawing/2014/main" id="{2298CFED-7567-499E-87AE-DBD26BE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708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ree-band-rectification">
            <a:extLst xmlns:a="http://schemas.openxmlformats.org/drawingml/2006/main">
              <a:ext uri="{FF2B5EF4-FFF2-40B4-BE49-F238E27FC236}">
                <a16:creationId xmlns:a16="http://schemas.microsoft.com/office/drawing/2014/main" id="{1A9E440F-4D1B-4F49-BE07-08064E9F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8134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reward-band">
            <a:extLst xmlns:a="http://schemas.openxmlformats.org/drawingml/2006/main">
              <a:ext uri="{FF2B5EF4-FFF2-40B4-BE49-F238E27FC236}">
                <a16:creationId xmlns:a16="http://schemas.microsoft.com/office/drawing/2014/main" id="{1CF384E7-B97E-4296-A3BE-BDA85156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153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ree-query-root-pencil-echo">
            <a:extLst xmlns:a="http://schemas.openxmlformats.org/drawingml/2006/main">
              <a:ext uri="{FF2B5EF4-FFF2-40B4-BE49-F238E27FC236}">
                <a16:creationId xmlns:a16="http://schemas.microsoft.com/office/drawing/2014/main" id="{6D3943A8-0A1B-4C10-9043-1F909DF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28" y="4445318"/>
            <a:ext cx="552450" cy="552450"/>
          </a:xfrm>
          <a:custGeom xmlns:a="http://schemas.openxmlformats.org/drawingml/2006/main">
            <a:pathLst>
              <a:path w="552450" h="552450">
                <a:moveTo>
                  <a:pt x="536017" y="276801"/>
                </a:moveTo>
                <a:lnTo>
                  <a:pt x="520157" y="345745"/>
                </a:lnTo>
                <a:lnTo>
                  <a:pt x="504211" y="403736"/>
                </a:lnTo>
                <a:lnTo>
                  <a:pt x="462415" y="458643"/>
                </a:lnTo>
                <a:lnTo>
                  <a:pt x="409401" y="499322"/>
                </a:lnTo>
                <a:lnTo>
                  <a:pt x="341678" y="527698"/>
                </a:lnTo>
                <a:lnTo>
                  <a:pt x="275336" y="535666"/>
                </a:lnTo>
                <a:lnTo>
                  <a:pt x="210784" y="524383"/>
                </a:lnTo>
                <a:lnTo>
                  <a:pt x="143617" y="502187"/>
                </a:lnTo>
                <a:lnTo>
                  <a:pt x="92659" y="460377"/>
                </a:lnTo>
                <a:lnTo>
                  <a:pt x="53112" y="410149"/>
                </a:lnTo>
                <a:lnTo>
                  <a:pt x="28643" y="337724"/>
                </a:lnTo>
                <a:lnTo>
                  <a:pt x="20649" y="275890"/>
                </a:lnTo>
                <a:lnTo>
                  <a:pt x="30400" y="213994"/>
                </a:lnTo>
                <a:lnTo>
                  <a:pt x="56232" y="147713"/>
                </a:lnTo>
                <a:lnTo>
                  <a:pt x="95366" y="93166"/>
                </a:lnTo>
                <a:lnTo>
                  <a:pt x="145979" y="55136"/>
                </a:lnTo>
                <a:lnTo>
                  <a:pt x="207471" y="33138"/>
                </a:lnTo>
                <a:lnTo>
                  <a:pt x="280880" y="20663"/>
                </a:lnTo>
                <a:lnTo>
                  <a:pt x="338125" y="30683"/>
                </a:lnTo>
                <a:lnTo>
                  <a:pt x="401860" y="53311"/>
                </a:lnTo>
                <a:lnTo>
                  <a:pt x="456891" y="91576"/>
                </a:lnTo>
                <a:lnTo>
                  <a:pt x="503717" y="150274"/>
                </a:lnTo>
                <a:lnTo>
                  <a:pt x="523390" y="2057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1" name="tree-query-root">
            <a:extLst xmlns:a="http://schemas.openxmlformats.org/drawingml/2006/main">
              <a:ext uri="{FF2B5EF4-FFF2-40B4-BE49-F238E27FC236}">
                <a16:creationId xmlns:a16="http://schemas.microsoft.com/office/drawing/2014/main" id="{D945AA7E-7470-4523-8655-F97468B9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custGeom xmlns:a="http://schemas.openxmlformats.org/drawingml/2006/main">
            <a:pathLst>
              <a:path w="552450" h="552450">
                <a:moveTo>
                  <a:pt x="534026" y="273470"/>
                </a:moveTo>
                <a:lnTo>
                  <a:pt x="528717" y="347519"/>
                </a:lnTo>
                <a:lnTo>
                  <a:pt x="499735" y="408861"/>
                </a:lnTo>
                <a:lnTo>
                  <a:pt x="456034" y="461109"/>
                </a:lnTo>
                <a:lnTo>
                  <a:pt x="408758" y="497503"/>
                </a:lnTo>
                <a:lnTo>
                  <a:pt x="338877" y="526249"/>
                </a:lnTo>
                <a:lnTo>
                  <a:pt x="275260" y="537036"/>
                </a:lnTo>
                <a:lnTo>
                  <a:pt x="209269" y="526792"/>
                </a:lnTo>
                <a:lnTo>
                  <a:pt x="147228" y="500535"/>
                </a:lnTo>
                <a:lnTo>
                  <a:pt x="94832" y="462060"/>
                </a:lnTo>
                <a:lnTo>
                  <a:pt x="57027" y="406733"/>
                </a:lnTo>
                <a:lnTo>
                  <a:pt x="33175" y="344886"/>
                </a:lnTo>
                <a:lnTo>
                  <a:pt x="15934" y="273989"/>
                </a:lnTo>
                <a:lnTo>
                  <a:pt x="25536" y="206195"/>
                </a:lnTo>
                <a:lnTo>
                  <a:pt x="53927" y="145656"/>
                </a:lnTo>
                <a:lnTo>
                  <a:pt x="94246" y="94934"/>
                </a:lnTo>
                <a:lnTo>
                  <a:pt x="153495" y="56029"/>
                </a:lnTo>
                <a:lnTo>
                  <a:pt x="206357" y="23299"/>
                </a:lnTo>
                <a:lnTo>
                  <a:pt x="278755" y="24207"/>
                </a:lnTo>
                <a:lnTo>
                  <a:pt x="344518" y="26340"/>
                </a:lnTo>
                <a:lnTo>
                  <a:pt x="399968" y="57158"/>
                </a:lnTo>
                <a:lnTo>
                  <a:pt x="459074" y="98272"/>
                </a:lnTo>
                <a:lnTo>
                  <a:pt x="497991" y="146661"/>
                </a:lnTo>
                <a:lnTo>
                  <a:pt x="527332" y="2060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111111"/>
            </a:solidFill>
            <a:prstDash val="solid"/>
          </a:ln>
        </p:spPr>
      </p:sp>
      <p:sp>
        <p:nvSpPr>
          <p:cNvPr id="82" name="tree-template-1-pencil-echo">
            <a:extLst xmlns:a="http://schemas.openxmlformats.org/drawingml/2006/main">
              <a:ext uri="{FF2B5EF4-FFF2-40B4-BE49-F238E27FC236}">
                <a16:creationId xmlns:a16="http://schemas.microsoft.com/office/drawing/2014/main" id="{CE7DF0A5-C005-440B-A430-17C436F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78" y="5188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9789" y="261630"/>
                </a:moveTo>
                <a:lnTo>
                  <a:pt x="488458" y="320472"/>
                </a:lnTo>
                <a:lnTo>
                  <a:pt x="465482" y="376723"/>
                </a:lnTo>
                <a:lnTo>
                  <a:pt x="426602" y="420608"/>
                </a:lnTo>
                <a:lnTo>
                  <a:pt x="382318" y="465504"/>
                </a:lnTo>
                <a:lnTo>
                  <a:pt x="320224" y="482753"/>
                </a:lnTo>
                <a:lnTo>
                  <a:pt x="253383" y="494881"/>
                </a:lnTo>
                <a:lnTo>
                  <a:pt x="191841" y="485632"/>
                </a:lnTo>
                <a:lnTo>
                  <a:pt x="138834" y="465037"/>
                </a:lnTo>
                <a:lnTo>
                  <a:pt x="92851" y="423494"/>
                </a:lnTo>
                <a:lnTo>
                  <a:pt x="48690" y="377349"/>
                </a:lnTo>
                <a:lnTo>
                  <a:pt x="28471" y="316067"/>
                </a:lnTo>
                <a:lnTo>
                  <a:pt x="20484" y="259789"/>
                </a:lnTo>
                <a:lnTo>
                  <a:pt x="26720" y="199316"/>
                </a:lnTo>
                <a:lnTo>
                  <a:pt x="49119" y="142463"/>
                </a:lnTo>
                <a:lnTo>
                  <a:pt x="87006" y="90515"/>
                </a:lnTo>
                <a:lnTo>
                  <a:pt x="139814" y="52028"/>
                </a:lnTo>
                <a:lnTo>
                  <a:pt x="194314" y="24397"/>
                </a:lnTo>
                <a:lnTo>
                  <a:pt x="254159" y="15334"/>
                </a:lnTo>
                <a:lnTo>
                  <a:pt x="320669" y="23303"/>
                </a:lnTo>
                <a:lnTo>
                  <a:pt x="377608" y="55723"/>
                </a:lnTo>
                <a:lnTo>
                  <a:pt x="427122" y="87894"/>
                </a:lnTo>
                <a:lnTo>
                  <a:pt x="461259" y="143725"/>
                </a:lnTo>
                <a:lnTo>
                  <a:pt x="486204" y="2001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3" name="tree-template-1">
            <a:extLst xmlns:a="http://schemas.openxmlformats.org/drawingml/2006/main">
              <a:ext uri="{FF2B5EF4-FFF2-40B4-BE49-F238E27FC236}">
                <a16:creationId xmlns:a16="http://schemas.microsoft.com/office/drawing/2014/main" id="{F1B41C48-A1E9-44FC-924B-D72A3C4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4265" y="259392"/>
                </a:moveTo>
                <a:lnTo>
                  <a:pt x="485509" y="318678"/>
                </a:lnTo>
                <a:lnTo>
                  <a:pt x="466333" y="376424"/>
                </a:lnTo>
                <a:lnTo>
                  <a:pt x="425577" y="430913"/>
                </a:lnTo>
                <a:lnTo>
                  <a:pt x="378840" y="459920"/>
                </a:lnTo>
                <a:lnTo>
                  <a:pt x="323004" y="487466"/>
                </a:lnTo>
                <a:lnTo>
                  <a:pt x="258577" y="492205"/>
                </a:lnTo>
                <a:lnTo>
                  <a:pt x="192282" y="487452"/>
                </a:lnTo>
                <a:lnTo>
                  <a:pt x="135216" y="459170"/>
                </a:lnTo>
                <a:lnTo>
                  <a:pt x="88906" y="427552"/>
                </a:lnTo>
                <a:lnTo>
                  <a:pt x="57474" y="377057"/>
                </a:lnTo>
                <a:lnTo>
                  <a:pt x="29766" y="319679"/>
                </a:lnTo>
                <a:lnTo>
                  <a:pt x="16301" y="256502"/>
                </a:lnTo>
                <a:lnTo>
                  <a:pt x="29590" y="196113"/>
                </a:lnTo>
                <a:lnTo>
                  <a:pt x="48860" y="137527"/>
                </a:lnTo>
                <a:lnTo>
                  <a:pt x="89479" y="84938"/>
                </a:lnTo>
                <a:lnTo>
                  <a:pt x="137941" y="47790"/>
                </a:lnTo>
                <a:lnTo>
                  <a:pt x="194661" y="23303"/>
                </a:lnTo>
                <a:lnTo>
                  <a:pt x="259631" y="15313"/>
                </a:lnTo>
                <a:lnTo>
                  <a:pt x="315320" y="30167"/>
                </a:lnTo>
                <a:lnTo>
                  <a:pt x="374542" y="49051"/>
                </a:lnTo>
                <a:lnTo>
                  <a:pt x="425058" y="83163"/>
                </a:lnTo>
                <a:lnTo>
                  <a:pt x="460091" y="141020"/>
                </a:lnTo>
                <a:lnTo>
                  <a:pt x="488590" y="198339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4" name="tree-template-2-pencil-echo">
            <a:extLst xmlns:a="http://schemas.openxmlformats.org/drawingml/2006/main">
              <a:ext uri="{FF2B5EF4-FFF2-40B4-BE49-F238E27FC236}">
                <a16:creationId xmlns:a16="http://schemas.microsoft.com/office/drawing/2014/main" id="{335A6C93-7390-4B78-B730-4FAA6E4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728" y="5188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5354" y="261571"/>
                </a:moveTo>
                <a:lnTo>
                  <a:pt x="491867" y="315885"/>
                </a:lnTo>
                <a:lnTo>
                  <a:pt x="468228" y="375962"/>
                </a:lnTo>
                <a:lnTo>
                  <a:pt x="426605" y="422229"/>
                </a:lnTo>
                <a:lnTo>
                  <a:pt x="377242" y="465518"/>
                </a:lnTo>
                <a:lnTo>
                  <a:pt x="315138" y="483842"/>
                </a:lnTo>
                <a:lnTo>
                  <a:pt x="261413" y="496235"/>
                </a:lnTo>
                <a:lnTo>
                  <a:pt x="191751" y="485266"/>
                </a:lnTo>
                <a:lnTo>
                  <a:pt x="134023" y="462781"/>
                </a:lnTo>
                <a:lnTo>
                  <a:pt x="92972" y="422644"/>
                </a:lnTo>
                <a:lnTo>
                  <a:pt x="53919" y="378861"/>
                </a:lnTo>
                <a:lnTo>
                  <a:pt x="30765" y="318414"/>
                </a:lnTo>
                <a:lnTo>
                  <a:pt x="21748" y="252423"/>
                </a:lnTo>
                <a:lnTo>
                  <a:pt x="27069" y="195025"/>
                </a:lnTo>
                <a:lnTo>
                  <a:pt x="49203" y="141604"/>
                </a:lnTo>
                <a:lnTo>
                  <a:pt x="82422" y="88112"/>
                </a:lnTo>
                <a:lnTo>
                  <a:pt x="135987" y="49244"/>
                </a:lnTo>
                <a:lnTo>
                  <a:pt x="198322" y="28640"/>
                </a:lnTo>
                <a:lnTo>
                  <a:pt x="257440" y="23130"/>
                </a:lnTo>
                <a:lnTo>
                  <a:pt x="319608" y="30393"/>
                </a:lnTo>
                <a:lnTo>
                  <a:pt x="370678" y="52954"/>
                </a:lnTo>
                <a:lnTo>
                  <a:pt x="426605" y="93214"/>
                </a:lnTo>
                <a:lnTo>
                  <a:pt x="465471" y="136978"/>
                </a:lnTo>
                <a:lnTo>
                  <a:pt x="483350" y="1927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5" name="tree-template-2">
            <a:extLst xmlns:a="http://schemas.openxmlformats.org/drawingml/2006/main">
              <a:ext uri="{FF2B5EF4-FFF2-40B4-BE49-F238E27FC236}">
                <a16:creationId xmlns:a16="http://schemas.microsoft.com/office/drawing/2014/main" id="{1BB7A045-4FA9-4BFF-80BE-140721FA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3232" y="260082"/>
                </a:moveTo>
                <a:lnTo>
                  <a:pt x="486947" y="318373"/>
                </a:lnTo>
                <a:lnTo>
                  <a:pt x="458437" y="375783"/>
                </a:lnTo>
                <a:lnTo>
                  <a:pt x="430670" y="426777"/>
                </a:lnTo>
                <a:lnTo>
                  <a:pt x="377535" y="458682"/>
                </a:lnTo>
                <a:lnTo>
                  <a:pt x="316346" y="490762"/>
                </a:lnTo>
                <a:lnTo>
                  <a:pt x="254508" y="499707"/>
                </a:lnTo>
                <a:lnTo>
                  <a:pt x="191054" y="486467"/>
                </a:lnTo>
                <a:lnTo>
                  <a:pt x="133464" y="466140"/>
                </a:lnTo>
                <a:lnTo>
                  <a:pt x="90495" y="421265"/>
                </a:lnTo>
                <a:lnTo>
                  <a:pt x="46611" y="375456"/>
                </a:lnTo>
                <a:lnTo>
                  <a:pt x="27946" y="320021"/>
                </a:lnTo>
                <a:lnTo>
                  <a:pt x="16966" y="254281"/>
                </a:lnTo>
                <a:lnTo>
                  <a:pt x="32257" y="192431"/>
                </a:lnTo>
                <a:lnTo>
                  <a:pt x="45059" y="137642"/>
                </a:lnTo>
                <a:lnTo>
                  <a:pt x="89560" y="86054"/>
                </a:lnTo>
                <a:lnTo>
                  <a:pt x="142881" y="52158"/>
                </a:lnTo>
                <a:lnTo>
                  <a:pt x="197236" y="25140"/>
                </a:lnTo>
                <a:lnTo>
                  <a:pt x="253003" y="22188"/>
                </a:lnTo>
                <a:lnTo>
                  <a:pt x="314131" y="27591"/>
                </a:lnTo>
                <a:lnTo>
                  <a:pt x="370928" y="53360"/>
                </a:lnTo>
                <a:lnTo>
                  <a:pt x="425678" y="84090"/>
                </a:lnTo>
                <a:lnTo>
                  <a:pt x="460601" y="135396"/>
                </a:lnTo>
                <a:lnTo>
                  <a:pt x="492345" y="196477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6" name="tree-template-3-pencil-echo">
            <a:extLst xmlns:a="http://schemas.openxmlformats.org/drawingml/2006/main">
              <a:ext uri="{FF2B5EF4-FFF2-40B4-BE49-F238E27FC236}">
                <a16:creationId xmlns:a16="http://schemas.microsoft.com/office/drawing/2014/main" id="{07837608-1A96-43B8-AC04-8AC5F37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5188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0239" y="259691"/>
                </a:moveTo>
                <a:lnTo>
                  <a:pt x="490481" y="316746"/>
                </a:lnTo>
                <a:lnTo>
                  <a:pt x="466497" y="372753"/>
                </a:lnTo>
                <a:lnTo>
                  <a:pt x="427676" y="425653"/>
                </a:lnTo>
                <a:lnTo>
                  <a:pt x="373607" y="461271"/>
                </a:lnTo>
                <a:lnTo>
                  <a:pt x="321664" y="487621"/>
                </a:lnTo>
                <a:lnTo>
                  <a:pt x="253199" y="495991"/>
                </a:lnTo>
                <a:lnTo>
                  <a:pt x="197516" y="485407"/>
                </a:lnTo>
                <a:lnTo>
                  <a:pt x="141483" y="465279"/>
                </a:lnTo>
                <a:lnTo>
                  <a:pt x="89696" y="427860"/>
                </a:lnTo>
                <a:lnTo>
                  <a:pt x="51693" y="376539"/>
                </a:lnTo>
                <a:lnTo>
                  <a:pt x="32229" y="321703"/>
                </a:lnTo>
                <a:lnTo>
                  <a:pt x="13989" y="253605"/>
                </a:lnTo>
                <a:lnTo>
                  <a:pt x="30969" y="196487"/>
                </a:lnTo>
                <a:lnTo>
                  <a:pt x="50819" y="140355"/>
                </a:lnTo>
                <a:lnTo>
                  <a:pt x="90366" y="85575"/>
                </a:lnTo>
                <a:lnTo>
                  <a:pt x="132277" y="49883"/>
                </a:lnTo>
                <a:lnTo>
                  <a:pt x="195002" y="25593"/>
                </a:lnTo>
                <a:lnTo>
                  <a:pt x="257167" y="19118"/>
                </a:lnTo>
                <a:lnTo>
                  <a:pt x="316523" y="24000"/>
                </a:lnTo>
                <a:lnTo>
                  <a:pt x="372599" y="53108"/>
                </a:lnTo>
                <a:lnTo>
                  <a:pt x="430367" y="89223"/>
                </a:lnTo>
                <a:lnTo>
                  <a:pt x="461024" y="143447"/>
                </a:lnTo>
                <a:lnTo>
                  <a:pt x="481756" y="192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7" name="tree-template-3">
            <a:extLst xmlns:a="http://schemas.openxmlformats.org/drawingml/2006/main">
              <a:ext uri="{FF2B5EF4-FFF2-40B4-BE49-F238E27FC236}">
                <a16:creationId xmlns:a16="http://schemas.microsoft.com/office/drawing/2014/main" id="{55BF7E38-7FA6-4F36-8349-78D1C8B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0311" y="258144"/>
                </a:moveTo>
                <a:lnTo>
                  <a:pt x="490491" y="318249"/>
                </a:lnTo>
                <a:lnTo>
                  <a:pt x="461136" y="372471"/>
                </a:lnTo>
                <a:lnTo>
                  <a:pt x="422523" y="423133"/>
                </a:lnTo>
                <a:lnTo>
                  <a:pt x="377471" y="468471"/>
                </a:lnTo>
                <a:lnTo>
                  <a:pt x="317085" y="483121"/>
                </a:lnTo>
                <a:lnTo>
                  <a:pt x="255106" y="500001"/>
                </a:lnTo>
                <a:lnTo>
                  <a:pt x="194062" y="481911"/>
                </a:lnTo>
                <a:lnTo>
                  <a:pt x="139639" y="464835"/>
                </a:lnTo>
                <a:lnTo>
                  <a:pt x="83892" y="424625"/>
                </a:lnTo>
                <a:lnTo>
                  <a:pt x="48918" y="382348"/>
                </a:lnTo>
                <a:lnTo>
                  <a:pt x="21478" y="316200"/>
                </a:lnTo>
                <a:lnTo>
                  <a:pt x="22984" y="260208"/>
                </a:lnTo>
                <a:lnTo>
                  <a:pt x="24553" y="195157"/>
                </a:lnTo>
                <a:lnTo>
                  <a:pt x="53491" y="136792"/>
                </a:lnTo>
                <a:lnTo>
                  <a:pt x="87423" y="84269"/>
                </a:lnTo>
                <a:lnTo>
                  <a:pt x="135551" y="54029"/>
                </a:lnTo>
                <a:lnTo>
                  <a:pt x="192280" y="27460"/>
                </a:lnTo>
                <a:lnTo>
                  <a:pt x="255221" y="19447"/>
                </a:lnTo>
                <a:lnTo>
                  <a:pt x="320789" y="29755"/>
                </a:lnTo>
                <a:lnTo>
                  <a:pt x="378184" y="50986"/>
                </a:lnTo>
                <a:lnTo>
                  <a:pt x="424017" y="89121"/>
                </a:lnTo>
                <a:lnTo>
                  <a:pt x="457210" y="137774"/>
                </a:lnTo>
                <a:lnTo>
                  <a:pt x="490859" y="193791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8" name="tree-implementation-1-pencil-echo">
            <a:extLst xmlns:a="http://schemas.openxmlformats.org/drawingml/2006/main">
              <a:ext uri="{FF2B5EF4-FFF2-40B4-BE49-F238E27FC236}">
                <a16:creationId xmlns:a16="http://schemas.microsoft.com/office/drawing/2014/main" id="{E7E84D3D-6B50-409B-A90A-71E7AD38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3296" y="234118"/>
                </a:moveTo>
                <a:lnTo>
                  <a:pt x="454254" y="295356"/>
                </a:lnTo>
                <a:lnTo>
                  <a:pt x="424969" y="347712"/>
                </a:lnTo>
                <a:lnTo>
                  <a:pt x="396489" y="391234"/>
                </a:lnTo>
                <a:lnTo>
                  <a:pt x="346567" y="431859"/>
                </a:lnTo>
                <a:lnTo>
                  <a:pt x="297277" y="448815"/>
                </a:lnTo>
                <a:lnTo>
                  <a:pt x="235077" y="453499"/>
                </a:lnTo>
                <a:lnTo>
                  <a:pt x="183189" y="453232"/>
                </a:lnTo>
                <a:lnTo>
                  <a:pt x="129409" y="425312"/>
                </a:lnTo>
                <a:lnTo>
                  <a:pt x="83506" y="389198"/>
                </a:lnTo>
                <a:lnTo>
                  <a:pt x="50080" y="341382"/>
                </a:lnTo>
                <a:lnTo>
                  <a:pt x="31677" y="298352"/>
                </a:lnTo>
                <a:lnTo>
                  <a:pt x="16070" y="238254"/>
                </a:lnTo>
                <a:lnTo>
                  <a:pt x="27149" y="185542"/>
                </a:lnTo>
                <a:lnTo>
                  <a:pt x="51967" y="125966"/>
                </a:lnTo>
                <a:lnTo>
                  <a:pt x="83038" y="82984"/>
                </a:lnTo>
                <a:lnTo>
                  <a:pt x="132422" y="48033"/>
                </a:lnTo>
                <a:lnTo>
                  <a:pt x="183765" y="24349"/>
                </a:lnTo>
                <a:lnTo>
                  <a:pt x="242235" y="14959"/>
                </a:lnTo>
                <a:lnTo>
                  <a:pt x="292977" y="26513"/>
                </a:lnTo>
                <a:lnTo>
                  <a:pt x="348304" y="45569"/>
                </a:lnTo>
                <a:lnTo>
                  <a:pt x="391526" y="79273"/>
                </a:lnTo>
                <a:lnTo>
                  <a:pt x="426066" y="128244"/>
                </a:lnTo>
                <a:lnTo>
                  <a:pt x="448082" y="1860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9" name="tree-implementation-1">
            <a:extLst xmlns:a="http://schemas.openxmlformats.org/drawingml/2006/main">
              <a:ext uri="{FF2B5EF4-FFF2-40B4-BE49-F238E27FC236}">
                <a16:creationId xmlns:a16="http://schemas.microsoft.com/office/drawing/2014/main" id="{BFC6D935-0BD7-4FDC-9376-A159950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9464" y="236097"/>
                </a:moveTo>
                <a:lnTo>
                  <a:pt x="454862" y="292244"/>
                </a:lnTo>
                <a:lnTo>
                  <a:pt x="430011" y="345520"/>
                </a:lnTo>
                <a:lnTo>
                  <a:pt x="389473" y="392876"/>
                </a:lnTo>
                <a:lnTo>
                  <a:pt x="349045" y="425320"/>
                </a:lnTo>
                <a:lnTo>
                  <a:pt x="291194" y="449124"/>
                </a:lnTo>
                <a:lnTo>
                  <a:pt x="241690" y="461947"/>
                </a:lnTo>
                <a:lnTo>
                  <a:pt x="180012" y="444593"/>
                </a:lnTo>
                <a:lnTo>
                  <a:pt x="133723" y="425332"/>
                </a:lnTo>
                <a:lnTo>
                  <a:pt x="78280" y="392410"/>
                </a:lnTo>
                <a:lnTo>
                  <a:pt x="50056" y="345707"/>
                </a:lnTo>
                <a:lnTo>
                  <a:pt x="26917" y="298149"/>
                </a:lnTo>
                <a:lnTo>
                  <a:pt x="17168" y="239461"/>
                </a:lnTo>
                <a:lnTo>
                  <a:pt x="24549" y="185186"/>
                </a:lnTo>
                <a:lnTo>
                  <a:pt x="50665" y="127055"/>
                </a:lnTo>
                <a:lnTo>
                  <a:pt x="81395" y="86486"/>
                </a:lnTo>
                <a:lnTo>
                  <a:pt x="123761" y="47985"/>
                </a:lnTo>
                <a:lnTo>
                  <a:pt x="182376" y="24365"/>
                </a:lnTo>
                <a:lnTo>
                  <a:pt x="241895" y="14420"/>
                </a:lnTo>
                <a:lnTo>
                  <a:pt x="293868" y="23621"/>
                </a:lnTo>
                <a:lnTo>
                  <a:pt x="350579" y="48711"/>
                </a:lnTo>
                <a:lnTo>
                  <a:pt x="392085" y="80261"/>
                </a:lnTo>
                <a:lnTo>
                  <a:pt x="427905" y="130648"/>
                </a:lnTo>
                <a:lnTo>
                  <a:pt x="450378" y="179469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0" name="tree-implementation-2-pencil-echo">
            <a:extLst xmlns:a="http://schemas.openxmlformats.org/drawingml/2006/main">
              <a:ext uri="{FF2B5EF4-FFF2-40B4-BE49-F238E27FC236}">
                <a16:creationId xmlns:a16="http://schemas.microsoft.com/office/drawing/2014/main" id="{59189124-B480-4021-9BCC-500A99C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8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4410" y="241977"/>
                </a:moveTo>
                <a:lnTo>
                  <a:pt x="449505" y="296862"/>
                </a:lnTo>
                <a:lnTo>
                  <a:pt x="431282" y="345269"/>
                </a:lnTo>
                <a:lnTo>
                  <a:pt x="393069" y="395267"/>
                </a:lnTo>
                <a:lnTo>
                  <a:pt x="345312" y="431291"/>
                </a:lnTo>
                <a:lnTo>
                  <a:pt x="295785" y="453430"/>
                </a:lnTo>
                <a:lnTo>
                  <a:pt x="239509" y="461023"/>
                </a:lnTo>
                <a:lnTo>
                  <a:pt x="179474" y="447144"/>
                </a:lnTo>
                <a:lnTo>
                  <a:pt x="127871" y="429292"/>
                </a:lnTo>
                <a:lnTo>
                  <a:pt x="85452" y="391658"/>
                </a:lnTo>
                <a:lnTo>
                  <a:pt x="50456" y="342319"/>
                </a:lnTo>
                <a:lnTo>
                  <a:pt x="26009" y="296786"/>
                </a:lnTo>
                <a:lnTo>
                  <a:pt x="20114" y="239246"/>
                </a:lnTo>
                <a:lnTo>
                  <a:pt x="31141" y="178120"/>
                </a:lnTo>
                <a:lnTo>
                  <a:pt x="47797" y="129894"/>
                </a:lnTo>
                <a:lnTo>
                  <a:pt x="82233" y="77395"/>
                </a:lnTo>
                <a:lnTo>
                  <a:pt x="129753" y="45116"/>
                </a:lnTo>
                <a:lnTo>
                  <a:pt x="179049" y="30676"/>
                </a:lnTo>
                <a:lnTo>
                  <a:pt x="235822" y="17686"/>
                </a:lnTo>
                <a:lnTo>
                  <a:pt x="291638" y="27085"/>
                </a:lnTo>
                <a:lnTo>
                  <a:pt x="350652" y="45579"/>
                </a:lnTo>
                <a:lnTo>
                  <a:pt x="391342" y="83580"/>
                </a:lnTo>
                <a:lnTo>
                  <a:pt x="422160" y="128386"/>
                </a:lnTo>
                <a:lnTo>
                  <a:pt x="454435" y="180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1" name="tree-implementation-2">
            <a:extLst xmlns:a="http://schemas.openxmlformats.org/drawingml/2006/main">
              <a:ext uri="{FF2B5EF4-FFF2-40B4-BE49-F238E27FC236}">
                <a16:creationId xmlns:a16="http://schemas.microsoft.com/office/drawing/2014/main" id="{54EF1960-EDCD-46AF-9372-3E3EC397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5517" y="234226"/>
                </a:moveTo>
                <a:lnTo>
                  <a:pt x="446906" y="295214"/>
                </a:lnTo>
                <a:lnTo>
                  <a:pt x="428936" y="348367"/>
                </a:lnTo>
                <a:lnTo>
                  <a:pt x="391954" y="394761"/>
                </a:lnTo>
                <a:lnTo>
                  <a:pt x="343482" y="427196"/>
                </a:lnTo>
                <a:lnTo>
                  <a:pt x="291157" y="448573"/>
                </a:lnTo>
                <a:lnTo>
                  <a:pt x="242800" y="456493"/>
                </a:lnTo>
                <a:lnTo>
                  <a:pt x="178584" y="451374"/>
                </a:lnTo>
                <a:lnTo>
                  <a:pt x="130979" y="424961"/>
                </a:lnTo>
                <a:lnTo>
                  <a:pt x="87759" y="391697"/>
                </a:lnTo>
                <a:lnTo>
                  <a:pt x="49432" y="347746"/>
                </a:lnTo>
                <a:lnTo>
                  <a:pt x="22280" y="295343"/>
                </a:lnTo>
                <a:lnTo>
                  <a:pt x="18703" y="233947"/>
                </a:lnTo>
                <a:lnTo>
                  <a:pt x="27909" y="179127"/>
                </a:lnTo>
                <a:lnTo>
                  <a:pt x="49468" y="133202"/>
                </a:lnTo>
                <a:lnTo>
                  <a:pt x="85629" y="85392"/>
                </a:lnTo>
                <a:lnTo>
                  <a:pt x="127760" y="48841"/>
                </a:lnTo>
                <a:lnTo>
                  <a:pt x="179684" y="26464"/>
                </a:lnTo>
                <a:lnTo>
                  <a:pt x="241490" y="22366"/>
                </a:lnTo>
                <a:lnTo>
                  <a:pt x="291030" y="25193"/>
                </a:lnTo>
                <a:lnTo>
                  <a:pt x="349043" y="48393"/>
                </a:lnTo>
                <a:lnTo>
                  <a:pt x="395096" y="80345"/>
                </a:lnTo>
                <a:lnTo>
                  <a:pt x="423940" y="128794"/>
                </a:lnTo>
                <a:lnTo>
                  <a:pt x="449984" y="182146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2" name="tree-implementation-3-pencil-echo">
            <a:extLst xmlns:a="http://schemas.openxmlformats.org/drawingml/2006/main">
              <a:ext uri="{FF2B5EF4-FFF2-40B4-BE49-F238E27FC236}">
                <a16:creationId xmlns:a16="http://schemas.microsoft.com/office/drawing/2014/main" id="{02D097AC-1F62-49D8-98A3-9A588242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6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7466" y="241001"/>
                </a:moveTo>
                <a:lnTo>
                  <a:pt x="447080" y="292312"/>
                </a:lnTo>
                <a:lnTo>
                  <a:pt x="427768" y="350827"/>
                </a:lnTo>
                <a:lnTo>
                  <a:pt x="390220" y="391204"/>
                </a:lnTo>
                <a:lnTo>
                  <a:pt x="348530" y="432076"/>
                </a:lnTo>
                <a:lnTo>
                  <a:pt x="291460" y="449308"/>
                </a:lnTo>
                <a:lnTo>
                  <a:pt x="236843" y="457140"/>
                </a:lnTo>
                <a:lnTo>
                  <a:pt x="184062" y="453190"/>
                </a:lnTo>
                <a:lnTo>
                  <a:pt x="130134" y="429520"/>
                </a:lnTo>
                <a:lnTo>
                  <a:pt x="82093" y="391865"/>
                </a:lnTo>
                <a:lnTo>
                  <a:pt x="47006" y="352440"/>
                </a:lnTo>
                <a:lnTo>
                  <a:pt x="29866" y="291020"/>
                </a:lnTo>
                <a:lnTo>
                  <a:pt x="20745" y="240228"/>
                </a:lnTo>
                <a:lnTo>
                  <a:pt x="27490" y="178543"/>
                </a:lnTo>
                <a:lnTo>
                  <a:pt x="51287" y="130756"/>
                </a:lnTo>
                <a:lnTo>
                  <a:pt x="80903" y="81840"/>
                </a:lnTo>
                <a:lnTo>
                  <a:pt x="129567" y="49577"/>
                </a:lnTo>
                <a:lnTo>
                  <a:pt x="184599" y="29107"/>
                </a:lnTo>
                <a:lnTo>
                  <a:pt x="235450" y="23146"/>
                </a:lnTo>
                <a:lnTo>
                  <a:pt x="299147" y="23512"/>
                </a:lnTo>
                <a:lnTo>
                  <a:pt x="350376" y="44535"/>
                </a:lnTo>
                <a:lnTo>
                  <a:pt x="392495" y="89300"/>
                </a:lnTo>
                <a:lnTo>
                  <a:pt x="427064" y="130086"/>
                </a:lnTo>
                <a:lnTo>
                  <a:pt x="448992" y="180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3" name="tree-implementation-3">
            <a:extLst xmlns:a="http://schemas.openxmlformats.org/drawingml/2006/main">
              <a:ext uri="{FF2B5EF4-FFF2-40B4-BE49-F238E27FC236}">
                <a16:creationId xmlns:a16="http://schemas.microsoft.com/office/drawing/2014/main" id="{5BBF739D-F80A-43E0-8BF6-00364AD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60140" y="236000"/>
                </a:moveTo>
                <a:lnTo>
                  <a:pt x="446824" y="289966"/>
                </a:lnTo>
                <a:lnTo>
                  <a:pt x="423994" y="350350"/>
                </a:lnTo>
                <a:lnTo>
                  <a:pt x="390557" y="390486"/>
                </a:lnTo>
                <a:lnTo>
                  <a:pt x="341332" y="426139"/>
                </a:lnTo>
                <a:lnTo>
                  <a:pt x="297843" y="444373"/>
                </a:lnTo>
                <a:lnTo>
                  <a:pt x="236712" y="456009"/>
                </a:lnTo>
                <a:lnTo>
                  <a:pt x="186375" y="448636"/>
                </a:lnTo>
                <a:lnTo>
                  <a:pt x="130232" y="425855"/>
                </a:lnTo>
                <a:lnTo>
                  <a:pt x="83485" y="396732"/>
                </a:lnTo>
                <a:lnTo>
                  <a:pt x="45524" y="349259"/>
                </a:lnTo>
                <a:lnTo>
                  <a:pt x="26493" y="298364"/>
                </a:lnTo>
                <a:lnTo>
                  <a:pt x="18360" y="233727"/>
                </a:lnTo>
                <a:lnTo>
                  <a:pt x="28059" y="177984"/>
                </a:lnTo>
                <a:lnTo>
                  <a:pt x="42557" y="129372"/>
                </a:lnTo>
                <a:lnTo>
                  <a:pt x="77343" y="82745"/>
                </a:lnTo>
                <a:lnTo>
                  <a:pt x="125017" y="48423"/>
                </a:lnTo>
                <a:lnTo>
                  <a:pt x="178133" y="30424"/>
                </a:lnTo>
                <a:lnTo>
                  <a:pt x="242224" y="18416"/>
                </a:lnTo>
                <a:lnTo>
                  <a:pt x="293315" y="21187"/>
                </a:lnTo>
                <a:lnTo>
                  <a:pt x="347405" y="53826"/>
                </a:lnTo>
                <a:lnTo>
                  <a:pt x="394028" y="86275"/>
                </a:lnTo>
                <a:lnTo>
                  <a:pt x="430266" y="129519"/>
                </a:lnTo>
                <a:lnTo>
                  <a:pt x="453350" y="185066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4" name="tree-implementation-4-pencil-echo">
            <a:extLst xmlns:a="http://schemas.openxmlformats.org/drawingml/2006/main">
              <a:ext uri="{FF2B5EF4-FFF2-40B4-BE49-F238E27FC236}">
                <a16:creationId xmlns:a16="http://schemas.microsoft.com/office/drawing/2014/main" id="{9C4CD8DC-27EC-48F8-84A1-6FFE04CB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4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60270" y="235631"/>
                </a:moveTo>
                <a:lnTo>
                  <a:pt x="452699" y="299684"/>
                </a:lnTo>
                <a:lnTo>
                  <a:pt x="423421" y="349225"/>
                </a:lnTo>
                <a:lnTo>
                  <a:pt x="391820" y="389423"/>
                </a:lnTo>
                <a:lnTo>
                  <a:pt x="343617" y="428142"/>
                </a:lnTo>
                <a:lnTo>
                  <a:pt x="295518" y="445697"/>
                </a:lnTo>
                <a:lnTo>
                  <a:pt x="236101" y="455285"/>
                </a:lnTo>
                <a:lnTo>
                  <a:pt x="179277" y="444387"/>
                </a:lnTo>
                <a:lnTo>
                  <a:pt x="130014" y="428700"/>
                </a:lnTo>
                <a:lnTo>
                  <a:pt x="78829" y="391010"/>
                </a:lnTo>
                <a:lnTo>
                  <a:pt x="53231" y="347886"/>
                </a:lnTo>
                <a:lnTo>
                  <a:pt x="25836" y="299636"/>
                </a:lnTo>
                <a:lnTo>
                  <a:pt x="15173" y="240575"/>
                </a:lnTo>
                <a:lnTo>
                  <a:pt x="23486" y="178005"/>
                </a:lnTo>
                <a:lnTo>
                  <a:pt x="48544" y="123225"/>
                </a:lnTo>
                <a:lnTo>
                  <a:pt x="79898" y="85610"/>
                </a:lnTo>
                <a:lnTo>
                  <a:pt x="128643" y="49264"/>
                </a:lnTo>
                <a:lnTo>
                  <a:pt x="175944" y="23326"/>
                </a:lnTo>
                <a:lnTo>
                  <a:pt x="236013" y="23955"/>
                </a:lnTo>
                <a:lnTo>
                  <a:pt x="293565" y="30663"/>
                </a:lnTo>
                <a:lnTo>
                  <a:pt x="345932" y="47276"/>
                </a:lnTo>
                <a:lnTo>
                  <a:pt x="389721" y="82251"/>
                </a:lnTo>
                <a:lnTo>
                  <a:pt x="428058" y="131873"/>
                </a:lnTo>
                <a:lnTo>
                  <a:pt x="448774" y="184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5" name="tree-implementation-4">
            <a:extLst xmlns:a="http://schemas.openxmlformats.org/drawingml/2006/main">
              <a:ext uri="{FF2B5EF4-FFF2-40B4-BE49-F238E27FC236}">
                <a16:creationId xmlns:a16="http://schemas.microsoft.com/office/drawing/2014/main" id="{62A95504-62D0-40AF-B0E9-990C104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3008" y="241928"/>
                </a:moveTo>
                <a:lnTo>
                  <a:pt x="446671" y="294782"/>
                </a:lnTo>
                <a:lnTo>
                  <a:pt x="429039" y="352183"/>
                </a:lnTo>
                <a:lnTo>
                  <a:pt x="397608" y="392929"/>
                </a:lnTo>
                <a:lnTo>
                  <a:pt x="348007" y="428280"/>
                </a:lnTo>
                <a:lnTo>
                  <a:pt x="299438" y="450708"/>
                </a:lnTo>
                <a:lnTo>
                  <a:pt x="234182" y="455308"/>
                </a:lnTo>
                <a:lnTo>
                  <a:pt x="182836" y="454665"/>
                </a:lnTo>
                <a:lnTo>
                  <a:pt x="129266" y="422735"/>
                </a:lnTo>
                <a:lnTo>
                  <a:pt x="79981" y="389884"/>
                </a:lnTo>
                <a:lnTo>
                  <a:pt x="48555" y="346794"/>
                </a:lnTo>
                <a:lnTo>
                  <a:pt x="21995" y="294612"/>
                </a:lnTo>
                <a:lnTo>
                  <a:pt x="20291" y="235899"/>
                </a:lnTo>
                <a:lnTo>
                  <a:pt x="24657" y="178564"/>
                </a:lnTo>
                <a:lnTo>
                  <a:pt x="44802" y="126796"/>
                </a:lnTo>
                <a:lnTo>
                  <a:pt x="84593" y="79022"/>
                </a:lnTo>
                <a:lnTo>
                  <a:pt x="126447" y="51251"/>
                </a:lnTo>
                <a:lnTo>
                  <a:pt x="178513" y="31108"/>
                </a:lnTo>
                <a:lnTo>
                  <a:pt x="242855" y="21668"/>
                </a:lnTo>
                <a:lnTo>
                  <a:pt x="296928" y="27451"/>
                </a:lnTo>
                <a:lnTo>
                  <a:pt x="350844" y="49587"/>
                </a:lnTo>
                <a:lnTo>
                  <a:pt x="389026" y="82382"/>
                </a:lnTo>
                <a:lnTo>
                  <a:pt x="432113" y="130292"/>
                </a:lnTo>
                <a:lnTo>
                  <a:pt x="452848" y="178028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6" name="tree-implementation-5-pencil-echo">
            <a:extLst xmlns:a="http://schemas.openxmlformats.org/drawingml/2006/main">
              <a:ext uri="{FF2B5EF4-FFF2-40B4-BE49-F238E27FC236}">
                <a16:creationId xmlns:a16="http://schemas.microsoft.com/office/drawing/2014/main" id="{44081290-F50D-41D1-9FF4-989F8CEC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2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9579" y="241977"/>
                </a:moveTo>
                <a:lnTo>
                  <a:pt x="449093" y="297112"/>
                </a:lnTo>
                <a:lnTo>
                  <a:pt x="429334" y="351689"/>
                </a:lnTo>
                <a:lnTo>
                  <a:pt x="394957" y="394399"/>
                </a:lnTo>
                <a:lnTo>
                  <a:pt x="345994" y="431228"/>
                </a:lnTo>
                <a:lnTo>
                  <a:pt x="290880" y="446249"/>
                </a:lnTo>
                <a:lnTo>
                  <a:pt x="242405" y="453403"/>
                </a:lnTo>
                <a:lnTo>
                  <a:pt x="183568" y="447545"/>
                </a:lnTo>
                <a:lnTo>
                  <a:pt x="126033" y="427042"/>
                </a:lnTo>
                <a:lnTo>
                  <a:pt x="84471" y="388178"/>
                </a:lnTo>
                <a:lnTo>
                  <a:pt x="43582" y="347968"/>
                </a:lnTo>
                <a:lnTo>
                  <a:pt x="27517" y="293715"/>
                </a:lnTo>
                <a:lnTo>
                  <a:pt x="15674" y="234553"/>
                </a:lnTo>
                <a:lnTo>
                  <a:pt x="29753" y="181656"/>
                </a:lnTo>
                <a:lnTo>
                  <a:pt x="49339" y="127346"/>
                </a:lnTo>
                <a:lnTo>
                  <a:pt x="85186" y="82009"/>
                </a:lnTo>
                <a:lnTo>
                  <a:pt x="128387" y="43456"/>
                </a:lnTo>
                <a:lnTo>
                  <a:pt x="181711" y="21811"/>
                </a:lnTo>
                <a:lnTo>
                  <a:pt x="237002" y="17192"/>
                </a:lnTo>
                <a:lnTo>
                  <a:pt x="296198" y="28605"/>
                </a:lnTo>
                <a:lnTo>
                  <a:pt x="352743" y="46799"/>
                </a:lnTo>
                <a:lnTo>
                  <a:pt x="390472" y="85823"/>
                </a:lnTo>
                <a:lnTo>
                  <a:pt x="428200" y="132119"/>
                </a:lnTo>
                <a:lnTo>
                  <a:pt x="452251" y="1771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7" name="tree-implementation-5">
            <a:extLst xmlns:a="http://schemas.openxmlformats.org/drawingml/2006/main">
              <a:ext uri="{FF2B5EF4-FFF2-40B4-BE49-F238E27FC236}">
                <a16:creationId xmlns:a16="http://schemas.microsoft.com/office/drawing/2014/main" id="{3B742E48-93EE-4066-86E5-D2F406F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9124" y="241251"/>
                </a:moveTo>
                <a:lnTo>
                  <a:pt x="449297" y="294934"/>
                </a:lnTo>
                <a:lnTo>
                  <a:pt x="427553" y="349046"/>
                </a:lnTo>
                <a:lnTo>
                  <a:pt x="395809" y="392966"/>
                </a:lnTo>
                <a:lnTo>
                  <a:pt x="348290" y="422506"/>
                </a:lnTo>
                <a:lnTo>
                  <a:pt x="296528" y="449984"/>
                </a:lnTo>
                <a:lnTo>
                  <a:pt x="235423" y="454139"/>
                </a:lnTo>
                <a:lnTo>
                  <a:pt x="178904" y="448231"/>
                </a:lnTo>
                <a:lnTo>
                  <a:pt x="129719" y="428317"/>
                </a:lnTo>
                <a:lnTo>
                  <a:pt x="84344" y="387719"/>
                </a:lnTo>
                <a:lnTo>
                  <a:pt x="51577" y="350626"/>
                </a:lnTo>
                <a:lnTo>
                  <a:pt x="28527" y="299128"/>
                </a:lnTo>
                <a:lnTo>
                  <a:pt x="20341" y="233930"/>
                </a:lnTo>
                <a:lnTo>
                  <a:pt x="27253" y="178775"/>
                </a:lnTo>
                <a:lnTo>
                  <a:pt x="49752" y="126541"/>
                </a:lnTo>
                <a:lnTo>
                  <a:pt x="81970" y="78135"/>
                </a:lnTo>
                <a:lnTo>
                  <a:pt x="130815" y="46415"/>
                </a:lnTo>
                <a:lnTo>
                  <a:pt x="178530" y="32315"/>
                </a:lnTo>
                <a:lnTo>
                  <a:pt x="239504" y="20116"/>
                </a:lnTo>
                <a:lnTo>
                  <a:pt x="290348" y="26377"/>
                </a:lnTo>
                <a:lnTo>
                  <a:pt x="348932" y="50192"/>
                </a:lnTo>
                <a:lnTo>
                  <a:pt x="387746" y="83223"/>
                </a:lnTo>
                <a:lnTo>
                  <a:pt x="431203" y="130103"/>
                </a:lnTo>
                <a:lnTo>
                  <a:pt x="449604" y="183822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8" name="tree-implementation-6-pencil-echo">
            <a:extLst xmlns:a="http://schemas.openxmlformats.org/drawingml/2006/main">
              <a:ext uri="{FF2B5EF4-FFF2-40B4-BE49-F238E27FC236}">
                <a16:creationId xmlns:a16="http://schemas.microsoft.com/office/drawing/2014/main" id="{F0EF256A-02C5-4927-B734-911C24D4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0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5483" y="237650"/>
                </a:moveTo>
                <a:lnTo>
                  <a:pt x="452379" y="293187"/>
                </a:lnTo>
                <a:lnTo>
                  <a:pt x="433540" y="345837"/>
                </a:lnTo>
                <a:lnTo>
                  <a:pt x="392136" y="388836"/>
                </a:lnTo>
                <a:lnTo>
                  <a:pt x="352508" y="430339"/>
                </a:lnTo>
                <a:lnTo>
                  <a:pt x="296789" y="446771"/>
                </a:lnTo>
                <a:lnTo>
                  <a:pt x="233774" y="460637"/>
                </a:lnTo>
                <a:lnTo>
                  <a:pt x="184136" y="446117"/>
                </a:lnTo>
                <a:lnTo>
                  <a:pt x="131647" y="427626"/>
                </a:lnTo>
                <a:lnTo>
                  <a:pt x="80496" y="395415"/>
                </a:lnTo>
                <a:lnTo>
                  <a:pt x="49700" y="344045"/>
                </a:lnTo>
                <a:lnTo>
                  <a:pt x="22338" y="296911"/>
                </a:lnTo>
                <a:lnTo>
                  <a:pt x="20974" y="236649"/>
                </a:lnTo>
                <a:lnTo>
                  <a:pt x="20753" y="184788"/>
                </a:lnTo>
                <a:lnTo>
                  <a:pt x="48538" y="129481"/>
                </a:lnTo>
                <a:lnTo>
                  <a:pt x="83274" y="81839"/>
                </a:lnTo>
                <a:lnTo>
                  <a:pt x="130547" y="43198"/>
                </a:lnTo>
                <a:lnTo>
                  <a:pt x="186135" y="26140"/>
                </a:lnTo>
                <a:lnTo>
                  <a:pt x="241018" y="15748"/>
                </a:lnTo>
                <a:lnTo>
                  <a:pt x="293609" y="26818"/>
                </a:lnTo>
                <a:lnTo>
                  <a:pt x="350011" y="46953"/>
                </a:lnTo>
                <a:lnTo>
                  <a:pt x="387197" y="84312"/>
                </a:lnTo>
                <a:lnTo>
                  <a:pt x="429433" y="130809"/>
                </a:lnTo>
                <a:lnTo>
                  <a:pt x="448108" y="184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9" name="tree-implementation-6">
            <a:extLst xmlns:a="http://schemas.openxmlformats.org/drawingml/2006/main">
              <a:ext uri="{FF2B5EF4-FFF2-40B4-BE49-F238E27FC236}">
                <a16:creationId xmlns:a16="http://schemas.microsoft.com/office/drawing/2014/main" id="{2C1BC690-BC44-44E3-A6FE-643B4DAB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7711" y="233462"/>
                </a:moveTo>
                <a:lnTo>
                  <a:pt x="454632" y="295406"/>
                </a:lnTo>
                <a:lnTo>
                  <a:pt x="431054" y="347655"/>
                </a:lnTo>
                <a:lnTo>
                  <a:pt x="392852" y="387719"/>
                </a:lnTo>
                <a:lnTo>
                  <a:pt x="347958" y="422415"/>
                </a:lnTo>
                <a:lnTo>
                  <a:pt x="292610" y="452222"/>
                </a:lnTo>
                <a:lnTo>
                  <a:pt x="240967" y="460567"/>
                </a:lnTo>
                <a:lnTo>
                  <a:pt x="182576" y="453300"/>
                </a:lnTo>
                <a:lnTo>
                  <a:pt x="130173" y="431939"/>
                </a:lnTo>
                <a:lnTo>
                  <a:pt x="81373" y="390222"/>
                </a:lnTo>
                <a:lnTo>
                  <a:pt x="46762" y="344023"/>
                </a:lnTo>
                <a:lnTo>
                  <a:pt x="25615" y="294205"/>
                </a:lnTo>
                <a:lnTo>
                  <a:pt x="16756" y="237026"/>
                </a:lnTo>
                <a:lnTo>
                  <a:pt x="25118" y="183250"/>
                </a:lnTo>
                <a:lnTo>
                  <a:pt x="51022" y="126778"/>
                </a:lnTo>
                <a:lnTo>
                  <a:pt x="80129" y="79434"/>
                </a:lnTo>
                <a:lnTo>
                  <a:pt x="129481" y="49188"/>
                </a:lnTo>
                <a:lnTo>
                  <a:pt x="180856" y="26586"/>
                </a:lnTo>
                <a:lnTo>
                  <a:pt x="239699" y="22684"/>
                </a:lnTo>
                <a:lnTo>
                  <a:pt x="294679" y="30813"/>
                </a:lnTo>
                <a:lnTo>
                  <a:pt x="345042" y="52091"/>
                </a:lnTo>
                <a:lnTo>
                  <a:pt x="394697" y="84431"/>
                </a:lnTo>
                <a:lnTo>
                  <a:pt x="429350" y="125288"/>
                </a:lnTo>
                <a:lnTo>
                  <a:pt x="448977" y="179517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0" name="tree-rectification-1-pencil-echo">
            <a:extLst xmlns:a="http://schemas.openxmlformats.org/drawingml/2006/main">
              <a:ext uri="{FF2B5EF4-FFF2-40B4-BE49-F238E27FC236}">
                <a16:creationId xmlns:a16="http://schemas.microsoft.com/office/drawing/2014/main" id="{9B8286BF-3BD8-44C3-B47B-913F4D6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168" y="224959"/>
                </a:moveTo>
                <a:lnTo>
                  <a:pt x="427810" y="286068"/>
                </a:lnTo>
                <a:lnTo>
                  <a:pt x="406485" y="333342"/>
                </a:lnTo>
                <a:lnTo>
                  <a:pt x="376393" y="377596"/>
                </a:lnTo>
                <a:lnTo>
                  <a:pt x="337875" y="411552"/>
                </a:lnTo>
                <a:lnTo>
                  <a:pt x="286292" y="428114"/>
                </a:lnTo>
                <a:lnTo>
                  <a:pt x="232845" y="436466"/>
                </a:lnTo>
                <a:lnTo>
                  <a:pt x="171485" y="430091"/>
                </a:lnTo>
                <a:lnTo>
                  <a:pt x="123836" y="413251"/>
                </a:lnTo>
                <a:lnTo>
                  <a:pt x="78681" y="373132"/>
                </a:lnTo>
                <a:lnTo>
                  <a:pt x="48674" y="331769"/>
                </a:lnTo>
                <a:lnTo>
                  <a:pt x="28077" y="282962"/>
                </a:lnTo>
                <a:lnTo>
                  <a:pt x="20661" y="227679"/>
                </a:lnTo>
                <a:lnTo>
                  <a:pt x="27085" y="178854"/>
                </a:lnTo>
                <a:lnTo>
                  <a:pt x="50563" y="123354"/>
                </a:lnTo>
                <a:lnTo>
                  <a:pt x="84078" y="80968"/>
                </a:lnTo>
                <a:lnTo>
                  <a:pt x="121329" y="46229"/>
                </a:lnTo>
                <a:lnTo>
                  <a:pt x="175380" y="26071"/>
                </a:lnTo>
                <a:lnTo>
                  <a:pt x="226679" y="20861"/>
                </a:lnTo>
                <a:lnTo>
                  <a:pt x="278905" y="25536"/>
                </a:lnTo>
                <a:lnTo>
                  <a:pt x="333183" y="46311"/>
                </a:lnTo>
                <a:lnTo>
                  <a:pt x="372811" y="80889"/>
                </a:lnTo>
                <a:lnTo>
                  <a:pt x="412944" y="124597"/>
                </a:lnTo>
                <a:lnTo>
                  <a:pt x="425942" y="1731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1" name="tree-rectification-1">
            <a:extLst xmlns:a="http://schemas.openxmlformats.org/drawingml/2006/main">
              <a:ext uri="{FF2B5EF4-FFF2-40B4-BE49-F238E27FC236}">
                <a16:creationId xmlns:a16="http://schemas.microsoft.com/office/drawing/2014/main" id="{4EF0874C-35C9-4447-A157-4E94D59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059" y="231663"/>
                </a:moveTo>
                <a:lnTo>
                  <a:pt x="430277" y="287429"/>
                </a:lnTo>
                <a:lnTo>
                  <a:pt x="409180" y="335941"/>
                </a:lnTo>
                <a:lnTo>
                  <a:pt x="371092" y="377658"/>
                </a:lnTo>
                <a:lnTo>
                  <a:pt x="336751" y="407403"/>
                </a:lnTo>
                <a:lnTo>
                  <a:pt x="281140" y="432429"/>
                </a:lnTo>
                <a:lnTo>
                  <a:pt x="226912" y="438257"/>
                </a:lnTo>
                <a:lnTo>
                  <a:pt x="178602" y="433251"/>
                </a:lnTo>
                <a:lnTo>
                  <a:pt x="126005" y="410731"/>
                </a:lnTo>
                <a:lnTo>
                  <a:pt x="80649" y="371264"/>
                </a:lnTo>
                <a:lnTo>
                  <a:pt x="48307" y="336035"/>
                </a:lnTo>
                <a:lnTo>
                  <a:pt x="22336" y="280415"/>
                </a:lnTo>
                <a:lnTo>
                  <a:pt x="14855" y="227796"/>
                </a:lnTo>
                <a:lnTo>
                  <a:pt x="22844" y="175887"/>
                </a:lnTo>
                <a:lnTo>
                  <a:pt x="45781" y="122792"/>
                </a:lnTo>
                <a:lnTo>
                  <a:pt x="81005" y="75624"/>
                </a:lnTo>
                <a:lnTo>
                  <a:pt x="124150" y="52020"/>
                </a:lnTo>
                <a:lnTo>
                  <a:pt x="177631" y="29634"/>
                </a:lnTo>
                <a:lnTo>
                  <a:pt x="232572" y="23042"/>
                </a:lnTo>
                <a:lnTo>
                  <a:pt x="282827" y="23140"/>
                </a:lnTo>
                <a:lnTo>
                  <a:pt x="331962" y="41392"/>
                </a:lnTo>
                <a:lnTo>
                  <a:pt x="375644" y="84778"/>
                </a:lnTo>
                <a:lnTo>
                  <a:pt x="406128" y="125795"/>
                </a:lnTo>
                <a:lnTo>
                  <a:pt x="427633" y="174452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2" name="tree-rectification-2-pencil-echo">
            <a:extLst xmlns:a="http://schemas.openxmlformats.org/drawingml/2006/main">
              <a:ext uri="{FF2B5EF4-FFF2-40B4-BE49-F238E27FC236}">
                <a16:creationId xmlns:a16="http://schemas.microsoft.com/office/drawing/2014/main" id="{BC97B461-30E2-4A55-AB9F-34C2647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1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5539" y="227446"/>
                </a:moveTo>
                <a:lnTo>
                  <a:pt x="426399" y="285779"/>
                </a:lnTo>
                <a:lnTo>
                  <a:pt x="410320" y="331265"/>
                </a:lnTo>
                <a:lnTo>
                  <a:pt x="379489" y="372777"/>
                </a:lnTo>
                <a:lnTo>
                  <a:pt x="329618" y="411717"/>
                </a:lnTo>
                <a:lnTo>
                  <a:pt x="280630" y="429230"/>
                </a:lnTo>
                <a:lnTo>
                  <a:pt x="231048" y="437098"/>
                </a:lnTo>
                <a:lnTo>
                  <a:pt x="171682" y="425914"/>
                </a:lnTo>
                <a:lnTo>
                  <a:pt x="128401" y="411267"/>
                </a:lnTo>
                <a:lnTo>
                  <a:pt x="79518" y="378766"/>
                </a:lnTo>
                <a:lnTo>
                  <a:pt x="46923" y="328051"/>
                </a:lnTo>
                <a:lnTo>
                  <a:pt x="24851" y="287948"/>
                </a:lnTo>
                <a:lnTo>
                  <a:pt x="18612" y="230927"/>
                </a:lnTo>
                <a:lnTo>
                  <a:pt x="28498" y="177696"/>
                </a:lnTo>
                <a:lnTo>
                  <a:pt x="47544" y="122500"/>
                </a:lnTo>
                <a:lnTo>
                  <a:pt x="81340" y="82541"/>
                </a:lnTo>
                <a:lnTo>
                  <a:pt x="125695" y="41018"/>
                </a:lnTo>
                <a:lnTo>
                  <a:pt x="174069" y="28276"/>
                </a:lnTo>
                <a:lnTo>
                  <a:pt x="229954" y="21038"/>
                </a:lnTo>
                <a:lnTo>
                  <a:pt x="286366" y="25872"/>
                </a:lnTo>
                <a:lnTo>
                  <a:pt x="334964" y="52958"/>
                </a:lnTo>
                <a:lnTo>
                  <a:pt x="381958" y="79947"/>
                </a:lnTo>
                <a:lnTo>
                  <a:pt x="407344" y="120518"/>
                </a:lnTo>
                <a:lnTo>
                  <a:pt x="432404" y="172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3" name="tree-rectification-2">
            <a:extLst xmlns:a="http://schemas.openxmlformats.org/drawingml/2006/main">
              <a:ext uri="{FF2B5EF4-FFF2-40B4-BE49-F238E27FC236}">
                <a16:creationId xmlns:a16="http://schemas.microsoft.com/office/drawing/2014/main" id="{1629956C-DBDA-4D98-8B3F-5199D4B0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8199" y="227547"/>
                </a:moveTo>
                <a:lnTo>
                  <a:pt x="427549" y="279372"/>
                </a:lnTo>
                <a:lnTo>
                  <a:pt x="411350" y="336661"/>
                </a:lnTo>
                <a:lnTo>
                  <a:pt x="379408" y="374026"/>
                </a:lnTo>
                <a:lnTo>
                  <a:pt x="328415" y="408066"/>
                </a:lnTo>
                <a:lnTo>
                  <a:pt x="282531" y="427318"/>
                </a:lnTo>
                <a:lnTo>
                  <a:pt x="231419" y="438131"/>
                </a:lnTo>
                <a:lnTo>
                  <a:pt x="170852" y="426339"/>
                </a:lnTo>
                <a:lnTo>
                  <a:pt x="125655" y="414830"/>
                </a:lnTo>
                <a:lnTo>
                  <a:pt x="82183" y="373645"/>
                </a:lnTo>
                <a:lnTo>
                  <a:pt x="49094" y="334789"/>
                </a:lnTo>
                <a:lnTo>
                  <a:pt x="27840" y="284932"/>
                </a:lnTo>
                <a:lnTo>
                  <a:pt x="20020" y="225115"/>
                </a:lnTo>
                <a:lnTo>
                  <a:pt x="23264" y="171217"/>
                </a:lnTo>
                <a:lnTo>
                  <a:pt x="44732" y="126930"/>
                </a:lnTo>
                <a:lnTo>
                  <a:pt x="81648" y="79291"/>
                </a:lnTo>
                <a:lnTo>
                  <a:pt x="124940" y="47621"/>
                </a:lnTo>
                <a:lnTo>
                  <a:pt x="173860" y="31045"/>
                </a:lnTo>
                <a:lnTo>
                  <a:pt x="226898" y="16456"/>
                </a:lnTo>
                <a:lnTo>
                  <a:pt x="286835" y="24919"/>
                </a:lnTo>
                <a:lnTo>
                  <a:pt x="333185" y="50470"/>
                </a:lnTo>
                <a:lnTo>
                  <a:pt x="377947" y="84557"/>
                </a:lnTo>
                <a:lnTo>
                  <a:pt x="411369" y="121106"/>
                </a:lnTo>
                <a:lnTo>
                  <a:pt x="431773" y="170776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4" name="tree-rectification-3-pencil-echo">
            <a:extLst xmlns:a="http://schemas.openxmlformats.org/drawingml/2006/main">
              <a:ext uri="{FF2B5EF4-FFF2-40B4-BE49-F238E27FC236}">
                <a16:creationId xmlns:a16="http://schemas.microsoft.com/office/drawing/2014/main" id="{DE8A7D73-348C-40FF-9AA1-284185DA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7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3875" y="228753"/>
                </a:moveTo>
                <a:lnTo>
                  <a:pt x="434344" y="280351"/>
                </a:lnTo>
                <a:lnTo>
                  <a:pt x="412364" y="335298"/>
                </a:lnTo>
                <a:lnTo>
                  <a:pt x="371705" y="376297"/>
                </a:lnTo>
                <a:lnTo>
                  <a:pt x="331045" y="411473"/>
                </a:lnTo>
                <a:lnTo>
                  <a:pt x="285462" y="430519"/>
                </a:lnTo>
                <a:lnTo>
                  <a:pt x="232347" y="442252"/>
                </a:lnTo>
                <a:lnTo>
                  <a:pt x="176994" y="432100"/>
                </a:lnTo>
                <a:lnTo>
                  <a:pt x="125395" y="407923"/>
                </a:lnTo>
                <a:lnTo>
                  <a:pt x="81157" y="382445"/>
                </a:lnTo>
                <a:lnTo>
                  <a:pt x="47665" y="336826"/>
                </a:lnTo>
                <a:lnTo>
                  <a:pt x="24968" y="281799"/>
                </a:lnTo>
                <a:lnTo>
                  <a:pt x="17922" y="231034"/>
                </a:lnTo>
                <a:lnTo>
                  <a:pt x="24921" y="173279"/>
                </a:lnTo>
                <a:lnTo>
                  <a:pt x="50005" y="123421"/>
                </a:lnTo>
                <a:lnTo>
                  <a:pt x="77983" y="81585"/>
                </a:lnTo>
                <a:lnTo>
                  <a:pt x="124854" y="46225"/>
                </a:lnTo>
                <a:lnTo>
                  <a:pt x="177600" y="25200"/>
                </a:lnTo>
                <a:lnTo>
                  <a:pt x="228242" y="22181"/>
                </a:lnTo>
                <a:lnTo>
                  <a:pt x="286839" y="22958"/>
                </a:lnTo>
                <a:lnTo>
                  <a:pt x="333396" y="52545"/>
                </a:lnTo>
                <a:lnTo>
                  <a:pt x="373241" y="80462"/>
                </a:lnTo>
                <a:lnTo>
                  <a:pt x="407975" y="123578"/>
                </a:lnTo>
                <a:lnTo>
                  <a:pt x="430014" y="1712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5" name="tree-rectification-3">
            <a:extLst xmlns:a="http://schemas.openxmlformats.org/drawingml/2006/main">
              <a:ext uri="{FF2B5EF4-FFF2-40B4-BE49-F238E27FC236}">
                <a16:creationId xmlns:a16="http://schemas.microsoft.com/office/drawing/2014/main" id="{940DC5B2-5F95-4FD8-85C3-BAEBC383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5633" y="226902"/>
                </a:moveTo>
                <a:lnTo>
                  <a:pt x="428969" y="278600"/>
                </a:lnTo>
                <a:lnTo>
                  <a:pt x="409336" y="335562"/>
                </a:lnTo>
                <a:lnTo>
                  <a:pt x="372041" y="375763"/>
                </a:lnTo>
                <a:lnTo>
                  <a:pt x="332661" y="413834"/>
                </a:lnTo>
                <a:lnTo>
                  <a:pt x="279525" y="427744"/>
                </a:lnTo>
                <a:lnTo>
                  <a:pt x="233145" y="440873"/>
                </a:lnTo>
                <a:lnTo>
                  <a:pt x="178104" y="427342"/>
                </a:lnTo>
                <a:lnTo>
                  <a:pt x="123187" y="410901"/>
                </a:lnTo>
                <a:lnTo>
                  <a:pt x="81382" y="376102"/>
                </a:lnTo>
                <a:lnTo>
                  <a:pt x="48810" y="335364"/>
                </a:lnTo>
                <a:lnTo>
                  <a:pt x="30426" y="285909"/>
                </a:lnTo>
                <a:lnTo>
                  <a:pt x="16696" y="229104"/>
                </a:lnTo>
                <a:lnTo>
                  <a:pt x="24267" y="178398"/>
                </a:lnTo>
                <a:lnTo>
                  <a:pt x="51319" y="124377"/>
                </a:lnTo>
                <a:lnTo>
                  <a:pt x="78063" y="79304"/>
                </a:lnTo>
                <a:lnTo>
                  <a:pt x="124569" y="50826"/>
                </a:lnTo>
                <a:lnTo>
                  <a:pt x="173291" y="28583"/>
                </a:lnTo>
                <a:lnTo>
                  <a:pt x="229214" y="17595"/>
                </a:lnTo>
                <a:lnTo>
                  <a:pt x="280676" y="22904"/>
                </a:lnTo>
                <a:lnTo>
                  <a:pt x="333168" y="47647"/>
                </a:lnTo>
                <a:lnTo>
                  <a:pt x="373304" y="83482"/>
                </a:lnTo>
                <a:lnTo>
                  <a:pt x="410827" y="123437"/>
                </a:lnTo>
                <a:lnTo>
                  <a:pt x="432388" y="177267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6" name="tree-rectification-4-pencil-echo">
            <a:extLst xmlns:a="http://schemas.openxmlformats.org/drawingml/2006/main">
              <a:ext uri="{FF2B5EF4-FFF2-40B4-BE49-F238E27FC236}">
                <a16:creationId xmlns:a16="http://schemas.microsoft.com/office/drawing/2014/main" id="{A835A6FD-F053-4C02-8522-19DC060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2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798" y="231904"/>
                </a:moveTo>
                <a:lnTo>
                  <a:pt x="431067" y="286050"/>
                </a:lnTo>
                <a:lnTo>
                  <a:pt x="415166" y="332361"/>
                </a:lnTo>
                <a:lnTo>
                  <a:pt x="374409" y="379296"/>
                </a:lnTo>
                <a:lnTo>
                  <a:pt x="330512" y="411929"/>
                </a:lnTo>
                <a:lnTo>
                  <a:pt x="281372" y="429319"/>
                </a:lnTo>
                <a:lnTo>
                  <a:pt x="225633" y="437753"/>
                </a:lnTo>
                <a:lnTo>
                  <a:pt x="179282" y="428551"/>
                </a:lnTo>
                <a:lnTo>
                  <a:pt x="119405" y="408867"/>
                </a:lnTo>
                <a:lnTo>
                  <a:pt x="81906" y="376444"/>
                </a:lnTo>
                <a:lnTo>
                  <a:pt x="49383" y="337310"/>
                </a:lnTo>
                <a:lnTo>
                  <a:pt x="24344" y="287630"/>
                </a:lnTo>
                <a:lnTo>
                  <a:pt x="23523" y="224940"/>
                </a:lnTo>
                <a:lnTo>
                  <a:pt x="24731" y="178135"/>
                </a:lnTo>
                <a:lnTo>
                  <a:pt x="48256" y="120747"/>
                </a:lnTo>
                <a:lnTo>
                  <a:pt x="84608" y="81957"/>
                </a:lnTo>
                <a:lnTo>
                  <a:pt x="121018" y="49306"/>
                </a:lnTo>
                <a:lnTo>
                  <a:pt x="171299" y="28306"/>
                </a:lnTo>
                <a:lnTo>
                  <a:pt x="232098" y="14810"/>
                </a:lnTo>
                <a:lnTo>
                  <a:pt x="281418" y="28725"/>
                </a:lnTo>
                <a:lnTo>
                  <a:pt x="331403" y="45401"/>
                </a:lnTo>
                <a:lnTo>
                  <a:pt x="377621" y="80127"/>
                </a:lnTo>
                <a:lnTo>
                  <a:pt x="404377" y="121920"/>
                </a:lnTo>
                <a:lnTo>
                  <a:pt x="430734" y="1767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7" name="tree-rectification-4">
            <a:extLst xmlns:a="http://schemas.openxmlformats.org/drawingml/2006/main">
              <a:ext uri="{FF2B5EF4-FFF2-40B4-BE49-F238E27FC236}">
                <a16:creationId xmlns:a16="http://schemas.microsoft.com/office/drawing/2014/main" id="{DCEBA445-3810-412D-A11B-10F5F13F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4412" y="227128"/>
                </a:moveTo>
                <a:lnTo>
                  <a:pt x="432501" y="287343"/>
                </a:lnTo>
                <a:lnTo>
                  <a:pt x="405490" y="332765"/>
                </a:lnTo>
                <a:lnTo>
                  <a:pt x="377248" y="374718"/>
                </a:lnTo>
                <a:lnTo>
                  <a:pt x="332108" y="411435"/>
                </a:lnTo>
                <a:lnTo>
                  <a:pt x="286241" y="426671"/>
                </a:lnTo>
                <a:lnTo>
                  <a:pt x="230813" y="438058"/>
                </a:lnTo>
                <a:lnTo>
                  <a:pt x="176727" y="435987"/>
                </a:lnTo>
                <a:lnTo>
                  <a:pt x="121991" y="410956"/>
                </a:lnTo>
                <a:lnTo>
                  <a:pt x="78892" y="374499"/>
                </a:lnTo>
                <a:lnTo>
                  <a:pt x="47090" y="328344"/>
                </a:lnTo>
                <a:lnTo>
                  <a:pt x="27145" y="284176"/>
                </a:lnTo>
                <a:lnTo>
                  <a:pt x="19287" y="229997"/>
                </a:lnTo>
                <a:lnTo>
                  <a:pt x="24336" y="173537"/>
                </a:lnTo>
                <a:lnTo>
                  <a:pt x="46777" y="118876"/>
                </a:lnTo>
                <a:lnTo>
                  <a:pt x="81393" y="75063"/>
                </a:lnTo>
                <a:lnTo>
                  <a:pt x="118239" y="45530"/>
                </a:lnTo>
                <a:lnTo>
                  <a:pt x="174755" y="23628"/>
                </a:lnTo>
                <a:lnTo>
                  <a:pt x="224032" y="23462"/>
                </a:lnTo>
                <a:lnTo>
                  <a:pt x="284028" y="30501"/>
                </a:lnTo>
                <a:lnTo>
                  <a:pt x="333848" y="50763"/>
                </a:lnTo>
                <a:lnTo>
                  <a:pt x="376786" y="85558"/>
                </a:lnTo>
                <a:lnTo>
                  <a:pt x="414129" y="123658"/>
                </a:lnTo>
                <a:lnTo>
                  <a:pt x="428417" y="176650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8" name="tree-rectification-5-pencil-echo">
            <a:extLst xmlns:a="http://schemas.openxmlformats.org/drawingml/2006/main">
              <a:ext uri="{FF2B5EF4-FFF2-40B4-BE49-F238E27FC236}">
                <a16:creationId xmlns:a16="http://schemas.microsoft.com/office/drawing/2014/main" id="{DF7F4985-848C-4005-A4B5-8B9E4BF5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8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082" y="230980"/>
                </a:moveTo>
                <a:lnTo>
                  <a:pt x="432134" y="287630"/>
                </a:lnTo>
                <a:lnTo>
                  <a:pt x="411261" y="329036"/>
                </a:lnTo>
                <a:lnTo>
                  <a:pt x="381229" y="377961"/>
                </a:lnTo>
                <a:lnTo>
                  <a:pt x="335153" y="413933"/>
                </a:lnTo>
                <a:lnTo>
                  <a:pt x="281226" y="431117"/>
                </a:lnTo>
                <a:lnTo>
                  <a:pt x="224821" y="437687"/>
                </a:lnTo>
                <a:lnTo>
                  <a:pt x="173231" y="425826"/>
                </a:lnTo>
                <a:lnTo>
                  <a:pt x="127634" y="412313"/>
                </a:lnTo>
                <a:lnTo>
                  <a:pt x="84134" y="374376"/>
                </a:lnTo>
                <a:lnTo>
                  <a:pt x="53356" y="334867"/>
                </a:lnTo>
                <a:lnTo>
                  <a:pt x="22324" y="284491"/>
                </a:lnTo>
                <a:lnTo>
                  <a:pt x="23302" y="225330"/>
                </a:lnTo>
                <a:lnTo>
                  <a:pt x="28079" y="175259"/>
                </a:lnTo>
                <a:lnTo>
                  <a:pt x="44897" y="127685"/>
                </a:lnTo>
                <a:lnTo>
                  <a:pt x="80237" y="74403"/>
                </a:lnTo>
                <a:lnTo>
                  <a:pt x="120091" y="44710"/>
                </a:lnTo>
                <a:lnTo>
                  <a:pt x="172053" y="27607"/>
                </a:lnTo>
                <a:lnTo>
                  <a:pt x="230579" y="14743"/>
                </a:lnTo>
                <a:lnTo>
                  <a:pt x="278641" y="24105"/>
                </a:lnTo>
                <a:lnTo>
                  <a:pt x="327735" y="48644"/>
                </a:lnTo>
                <a:lnTo>
                  <a:pt x="378082" y="82122"/>
                </a:lnTo>
                <a:lnTo>
                  <a:pt x="407563" y="128529"/>
                </a:lnTo>
                <a:lnTo>
                  <a:pt x="431898" y="1787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9" name="tree-rectification-5">
            <a:extLst xmlns:a="http://schemas.openxmlformats.org/drawingml/2006/main">
              <a:ext uri="{FF2B5EF4-FFF2-40B4-BE49-F238E27FC236}">
                <a16:creationId xmlns:a16="http://schemas.microsoft.com/office/drawing/2014/main" id="{32F315EE-93D6-4D4C-9FAB-5F2AE08F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206" y="229998"/>
                </a:moveTo>
                <a:lnTo>
                  <a:pt x="428717" y="281890"/>
                </a:lnTo>
                <a:lnTo>
                  <a:pt x="407559" y="328312"/>
                </a:lnTo>
                <a:lnTo>
                  <a:pt x="374929" y="377237"/>
                </a:lnTo>
                <a:lnTo>
                  <a:pt x="331023" y="408652"/>
                </a:lnTo>
                <a:lnTo>
                  <a:pt x="284882" y="428085"/>
                </a:lnTo>
                <a:lnTo>
                  <a:pt x="232891" y="440687"/>
                </a:lnTo>
                <a:lnTo>
                  <a:pt x="174914" y="428127"/>
                </a:lnTo>
                <a:lnTo>
                  <a:pt x="123212" y="410043"/>
                </a:lnTo>
                <a:lnTo>
                  <a:pt x="81649" y="376580"/>
                </a:lnTo>
                <a:lnTo>
                  <a:pt x="50814" y="331652"/>
                </a:lnTo>
                <a:lnTo>
                  <a:pt x="22542" y="279776"/>
                </a:lnTo>
                <a:lnTo>
                  <a:pt x="20381" y="232902"/>
                </a:lnTo>
                <a:lnTo>
                  <a:pt x="26788" y="173107"/>
                </a:lnTo>
                <a:lnTo>
                  <a:pt x="43623" y="123076"/>
                </a:lnTo>
                <a:lnTo>
                  <a:pt x="80797" y="85478"/>
                </a:lnTo>
                <a:lnTo>
                  <a:pt x="127021" y="48338"/>
                </a:lnTo>
                <a:lnTo>
                  <a:pt x="176997" y="24909"/>
                </a:lnTo>
                <a:lnTo>
                  <a:pt x="228822" y="20401"/>
                </a:lnTo>
                <a:lnTo>
                  <a:pt x="280910" y="25487"/>
                </a:lnTo>
                <a:lnTo>
                  <a:pt x="331575" y="41747"/>
                </a:lnTo>
                <a:lnTo>
                  <a:pt x="377479" y="80113"/>
                </a:lnTo>
                <a:lnTo>
                  <a:pt x="406271" y="126024"/>
                </a:lnTo>
                <a:lnTo>
                  <a:pt x="430711" y="177631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0" name="tree-rectification-6-pencil-echo">
            <a:extLst xmlns:a="http://schemas.openxmlformats.org/drawingml/2006/main">
              <a:ext uri="{FF2B5EF4-FFF2-40B4-BE49-F238E27FC236}">
                <a16:creationId xmlns:a16="http://schemas.microsoft.com/office/drawing/2014/main" id="{062E6E35-F552-4162-B5F0-B9EE3A9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3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7356" y="226800"/>
                </a:moveTo>
                <a:lnTo>
                  <a:pt x="430570" y="286351"/>
                </a:lnTo>
                <a:lnTo>
                  <a:pt x="414272" y="332072"/>
                </a:lnTo>
                <a:lnTo>
                  <a:pt x="378385" y="371817"/>
                </a:lnTo>
                <a:lnTo>
                  <a:pt x="329504" y="407637"/>
                </a:lnTo>
                <a:lnTo>
                  <a:pt x="283689" y="431520"/>
                </a:lnTo>
                <a:lnTo>
                  <a:pt x="224009" y="435397"/>
                </a:lnTo>
                <a:lnTo>
                  <a:pt x="171043" y="427441"/>
                </a:lnTo>
                <a:lnTo>
                  <a:pt x="125407" y="410759"/>
                </a:lnTo>
                <a:lnTo>
                  <a:pt x="79074" y="373705"/>
                </a:lnTo>
                <a:lnTo>
                  <a:pt x="53129" y="334818"/>
                </a:lnTo>
                <a:lnTo>
                  <a:pt x="29833" y="281548"/>
                </a:lnTo>
                <a:lnTo>
                  <a:pt x="23178" y="230905"/>
                </a:lnTo>
                <a:lnTo>
                  <a:pt x="30509" y="174115"/>
                </a:lnTo>
                <a:lnTo>
                  <a:pt x="45641" y="122481"/>
                </a:lnTo>
                <a:lnTo>
                  <a:pt x="81034" y="82026"/>
                </a:lnTo>
                <a:lnTo>
                  <a:pt x="126128" y="43252"/>
                </a:lnTo>
                <a:lnTo>
                  <a:pt x="179558" y="28235"/>
                </a:lnTo>
                <a:lnTo>
                  <a:pt x="227117" y="17400"/>
                </a:lnTo>
                <a:lnTo>
                  <a:pt x="286056" y="29117"/>
                </a:lnTo>
                <a:lnTo>
                  <a:pt x="331905" y="49086"/>
                </a:lnTo>
                <a:lnTo>
                  <a:pt x="372850" y="79858"/>
                </a:lnTo>
                <a:lnTo>
                  <a:pt x="407961" y="128309"/>
                </a:lnTo>
                <a:lnTo>
                  <a:pt x="433434" y="1732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11" name="tree-rectification-6">
            <a:extLst xmlns:a="http://schemas.openxmlformats.org/drawingml/2006/main">
              <a:ext uri="{FF2B5EF4-FFF2-40B4-BE49-F238E27FC236}">
                <a16:creationId xmlns:a16="http://schemas.microsoft.com/office/drawing/2014/main" id="{CFE06787-DA24-4F54-BD36-E2ECD77F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131" y="233152"/>
                </a:moveTo>
                <a:lnTo>
                  <a:pt x="429924" y="286844"/>
                </a:lnTo>
                <a:lnTo>
                  <a:pt x="414949" y="332510"/>
                </a:lnTo>
                <a:lnTo>
                  <a:pt x="380259" y="373919"/>
                </a:lnTo>
                <a:lnTo>
                  <a:pt x="338491" y="411770"/>
                </a:lnTo>
                <a:lnTo>
                  <a:pt x="282534" y="430155"/>
                </a:lnTo>
                <a:lnTo>
                  <a:pt x="233008" y="439070"/>
                </a:lnTo>
                <a:lnTo>
                  <a:pt x="175738" y="434224"/>
                </a:lnTo>
                <a:lnTo>
                  <a:pt x="125353" y="415226"/>
                </a:lnTo>
                <a:lnTo>
                  <a:pt x="79982" y="373994"/>
                </a:lnTo>
                <a:lnTo>
                  <a:pt x="51184" y="331771"/>
                </a:lnTo>
                <a:lnTo>
                  <a:pt x="29030" y="285723"/>
                </a:lnTo>
                <a:lnTo>
                  <a:pt x="15337" y="224963"/>
                </a:lnTo>
                <a:lnTo>
                  <a:pt x="28857" y="172262"/>
                </a:lnTo>
                <a:lnTo>
                  <a:pt x="47656" y="122163"/>
                </a:lnTo>
                <a:lnTo>
                  <a:pt x="82258" y="84650"/>
                </a:lnTo>
                <a:lnTo>
                  <a:pt x="120046" y="45310"/>
                </a:lnTo>
                <a:lnTo>
                  <a:pt x="172881" y="23925"/>
                </a:lnTo>
                <a:lnTo>
                  <a:pt x="232351" y="15466"/>
                </a:lnTo>
                <a:lnTo>
                  <a:pt x="284520" y="25936"/>
                </a:lnTo>
                <a:lnTo>
                  <a:pt x="336987" y="47696"/>
                </a:lnTo>
                <a:lnTo>
                  <a:pt x="376589" y="74174"/>
                </a:lnTo>
                <a:lnTo>
                  <a:pt x="406116" y="125034"/>
                </a:lnTo>
                <a:lnTo>
                  <a:pt x="430312" y="179435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2" name="tree-rectification-7-pencil-echo">
            <a:extLst xmlns:a="http://schemas.openxmlformats.org/drawingml/2006/main">
              <a:ext uri="{FF2B5EF4-FFF2-40B4-BE49-F238E27FC236}">
                <a16:creationId xmlns:a16="http://schemas.microsoft.com/office/drawing/2014/main" id="{EFCBF05C-1629-4C83-AB28-09EF9E3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9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908" y="231643"/>
                </a:moveTo>
                <a:lnTo>
                  <a:pt x="426633" y="283044"/>
                </a:lnTo>
                <a:lnTo>
                  <a:pt x="409941" y="336049"/>
                </a:lnTo>
                <a:lnTo>
                  <a:pt x="375455" y="372416"/>
                </a:lnTo>
                <a:lnTo>
                  <a:pt x="332865" y="408417"/>
                </a:lnTo>
                <a:lnTo>
                  <a:pt x="284227" y="431402"/>
                </a:lnTo>
                <a:lnTo>
                  <a:pt x="227161" y="436826"/>
                </a:lnTo>
                <a:lnTo>
                  <a:pt x="173891" y="433260"/>
                </a:lnTo>
                <a:lnTo>
                  <a:pt x="120013" y="412028"/>
                </a:lnTo>
                <a:lnTo>
                  <a:pt x="84469" y="379463"/>
                </a:lnTo>
                <a:lnTo>
                  <a:pt x="49486" y="335069"/>
                </a:lnTo>
                <a:lnTo>
                  <a:pt x="27194" y="277942"/>
                </a:lnTo>
                <a:lnTo>
                  <a:pt x="15962" y="227438"/>
                </a:lnTo>
                <a:lnTo>
                  <a:pt x="29903" y="174521"/>
                </a:lnTo>
                <a:lnTo>
                  <a:pt x="44339" y="125031"/>
                </a:lnTo>
                <a:lnTo>
                  <a:pt x="80061" y="78205"/>
                </a:lnTo>
                <a:lnTo>
                  <a:pt x="124313" y="45429"/>
                </a:lnTo>
                <a:lnTo>
                  <a:pt x="175706" y="28711"/>
                </a:lnTo>
                <a:lnTo>
                  <a:pt x="227092" y="18179"/>
                </a:lnTo>
                <a:lnTo>
                  <a:pt x="281676" y="24910"/>
                </a:lnTo>
                <a:lnTo>
                  <a:pt x="334009" y="50857"/>
                </a:lnTo>
                <a:lnTo>
                  <a:pt x="380855" y="81380"/>
                </a:lnTo>
                <a:lnTo>
                  <a:pt x="414454" y="126306"/>
                </a:lnTo>
                <a:lnTo>
                  <a:pt x="427894" y="1732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13" name="tree-rectification-7">
            <a:extLst xmlns:a="http://schemas.openxmlformats.org/drawingml/2006/main">
              <a:ext uri="{FF2B5EF4-FFF2-40B4-BE49-F238E27FC236}">
                <a16:creationId xmlns:a16="http://schemas.microsoft.com/office/drawing/2014/main" id="{D85F14E2-C38D-4058-AB3F-01BBA890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4358" y="231019"/>
                </a:moveTo>
                <a:lnTo>
                  <a:pt x="432863" y="279726"/>
                </a:lnTo>
                <a:lnTo>
                  <a:pt x="409166" y="336624"/>
                </a:lnTo>
                <a:lnTo>
                  <a:pt x="374478" y="373409"/>
                </a:lnTo>
                <a:lnTo>
                  <a:pt x="330447" y="414168"/>
                </a:lnTo>
                <a:lnTo>
                  <a:pt x="284051" y="434041"/>
                </a:lnTo>
                <a:lnTo>
                  <a:pt x="227256" y="436904"/>
                </a:lnTo>
                <a:lnTo>
                  <a:pt x="169512" y="432083"/>
                </a:lnTo>
                <a:lnTo>
                  <a:pt x="126145" y="406736"/>
                </a:lnTo>
                <a:lnTo>
                  <a:pt x="78914" y="372367"/>
                </a:lnTo>
                <a:lnTo>
                  <a:pt x="46792" y="337313"/>
                </a:lnTo>
                <a:lnTo>
                  <a:pt x="23069" y="286678"/>
                </a:lnTo>
                <a:lnTo>
                  <a:pt x="18702" y="226823"/>
                </a:lnTo>
                <a:lnTo>
                  <a:pt x="27000" y="172465"/>
                </a:lnTo>
                <a:lnTo>
                  <a:pt x="50195" y="125080"/>
                </a:lnTo>
                <a:lnTo>
                  <a:pt x="83324" y="79665"/>
                </a:lnTo>
                <a:lnTo>
                  <a:pt x="124009" y="44293"/>
                </a:lnTo>
                <a:lnTo>
                  <a:pt x="170904" y="22668"/>
                </a:lnTo>
                <a:lnTo>
                  <a:pt x="228950" y="21042"/>
                </a:lnTo>
                <a:lnTo>
                  <a:pt x="284349" y="28803"/>
                </a:lnTo>
                <a:lnTo>
                  <a:pt x="336707" y="43665"/>
                </a:lnTo>
                <a:lnTo>
                  <a:pt x="375045" y="83639"/>
                </a:lnTo>
                <a:lnTo>
                  <a:pt x="411267" y="123744"/>
                </a:lnTo>
                <a:lnTo>
                  <a:pt x="432571" y="174962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4" name="tree-rectification-8-pencil-echo">
            <a:extLst xmlns:a="http://schemas.openxmlformats.org/drawingml/2006/main">
              <a:ext uri="{FF2B5EF4-FFF2-40B4-BE49-F238E27FC236}">
                <a16:creationId xmlns:a16="http://schemas.microsoft.com/office/drawing/2014/main" id="{3D974C95-C81A-49E7-A700-6954C178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4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579" y="224167"/>
                </a:moveTo>
                <a:lnTo>
                  <a:pt x="430516" y="281240"/>
                </a:lnTo>
                <a:lnTo>
                  <a:pt x="414074" y="334452"/>
                </a:lnTo>
                <a:lnTo>
                  <a:pt x="377939" y="380033"/>
                </a:lnTo>
                <a:lnTo>
                  <a:pt x="336311" y="405700"/>
                </a:lnTo>
                <a:lnTo>
                  <a:pt x="287913" y="432208"/>
                </a:lnTo>
                <a:lnTo>
                  <a:pt x="225190" y="436203"/>
                </a:lnTo>
                <a:lnTo>
                  <a:pt x="175775" y="433438"/>
                </a:lnTo>
                <a:lnTo>
                  <a:pt x="121766" y="404422"/>
                </a:lnTo>
                <a:lnTo>
                  <a:pt x="76903" y="378958"/>
                </a:lnTo>
                <a:lnTo>
                  <a:pt x="47937" y="334818"/>
                </a:lnTo>
                <a:lnTo>
                  <a:pt x="21061" y="279502"/>
                </a:lnTo>
                <a:lnTo>
                  <a:pt x="22113" y="225267"/>
                </a:lnTo>
                <a:lnTo>
                  <a:pt x="22021" y="175207"/>
                </a:lnTo>
                <a:lnTo>
                  <a:pt x="47550" y="126291"/>
                </a:lnTo>
                <a:lnTo>
                  <a:pt x="82102" y="82583"/>
                </a:lnTo>
                <a:lnTo>
                  <a:pt x="126204" y="44568"/>
                </a:lnTo>
                <a:lnTo>
                  <a:pt x="174146" y="28336"/>
                </a:lnTo>
                <a:lnTo>
                  <a:pt x="231254" y="15577"/>
                </a:lnTo>
                <a:lnTo>
                  <a:pt x="281604" y="25551"/>
                </a:lnTo>
                <a:lnTo>
                  <a:pt x="329688" y="48640"/>
                </a:lnTo>
                <a:lnTo>
                  <a:pt x="381524" y="78834"/>
                </a:lnTo>
                <a:lnTo>
                  <a:pt x="407810" y="119844"/>
                </a:lnTo>
                <a:lnTo>
                  <a:pt x="428245" y="1753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15" name="tree-rectification-8">
            <a:extLst xmlns:a="http://schemas.openxmlformats.org/drawingml/2006/main">
              <a:ext uri="{FF2B5EF4-FFF2-40B4-BE49-F238E27FC236}">
                <a16:creationId xmlns:a16="http://schemas.microsoft.com/office/drawing/2014/main" id="{BD4051FC-CED8-400B-89BF-8048D969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651" y="229012"/>
                </a:moveTo>
                <a:lnTo>
                  <a:pt x="434498" y="285782"/>
                </a:lnTo>
                <a:lnTo>
                  <a:pt x="410479" y="332792"/>
                </a:lnTo>
                <a:lnTo>
                  <a:pt x="373815" y="378239"/>
                </a:lnTo>
                <a:lnTo>
                  <a:pt x="333096" y="413686"/>
                </a:lnTo>
                <a:lnTo>
                  <a:pt x="280550" y="433276"/>
                </a:lnTo>
                <a:lnTo>
                  <a:pt x="227473" y="438530"/>
                </a:lnTo>
                <a:lnTo>
                  <a:pt x="174141" y="432840"/>
                </a:lnTo>
                <a:lnTo>
                  <a:pt x="120146" y="409365"/>
                </a:lnTo>
                <a:lnTo>
                  <a:pt x="77759" y="373617"/>
                </a:lnTo>
                <a:lnTo>
                  <a:pt x="49032" y="337559"/>
                </a:lnTo>
                <a:lnTo>
                  <a:pt x="27528" y="283840"/>
                </a:lnTo>
                <a:lnTo>
                  <a:pt x="17497" y="230137"/>
                </a:lnTo>
                <a:lnTo>
                  <a:pt x="30724" y="173196"/>
                </a:lnTo>
                <a:lnTo>
                  <a:pt x="46347" y="127569"/>
                </a:lnTo>
                <a:lnTo>
                  <a:pt x="81491" y="85663"/>
                </a:lnTo>
                <a:lnTo>
                  <a:pt x="120068" y="44444"/>
                </a:lnTo>
                <a:lnTo>
                  <a:pt x="172643" y="28979"/>
                </a:lnTo>
                <a:lnTo>
                  <a:pt x="223904" y="22948"/>
                </a:lnTo>
                <a:lnTo>
                  <a:pt x="281484" y="26929"/>
                </a:lnTo>
                <a:lnTo>
                  <a:pt x="329844" y="49208"/>
                </a:lnTo>
                <a:lnTo>
                  <a:pt x="378861" y="82216"/>
                </a:lnTo>
                <a:lnTo>
                  <a:pt x="408046" y="126835"/>
                </a:lnTo>
                <a:lnTo>
                  <a:pt x="432284" y="172018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6" name="generator-dataset-bottom-face-pencil-echo">
            <a:extLst xmlns:a="http://schemas.openxmlformats.org/drawingml/2006/main">
              <a:ext uri="{FF2B5EF4-FFF2-40B4-BE49-F238E27FC236}">
                <a16:creationId xmlns:a16="http://schemas.microsoft.com/office/drawing/2014/main" id="{A0325044-119B-4AEB-A15B-DA3086BE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553402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59851" y="132807"/>
                </a:moveTo>
                <a:lnTo>
                  <a:pt x="1844499" y="153866"/>
                </a:lnTo>
                <a:lnTo>
                  <a:pt x="1798199" y="171731"/>
                </a:lnTo>
                <a:lnTo>
                  <a:pt x="1726789" y="194679"/>
                </a:lnTo>
                <a:lnTo>
                  <a:pt x="1636519" y="210501"/>
                </a:lnTo>
                <a:lnTo>
                  <a:pt x="1489519" y="223382"/>
                </a:lnTo>
                <a:lnTo>
                  <a:pt x="1363658" y="236111"/>
                </a:lnTo>
                <a:lnTo>
                  <a:pt x="1198358" y="244449"/>
                </a:lnTo>
                <a:lnTo>
                  <a:pt x="1032471" y="248186"/>
                </a:lnTo>
                <a:lnTo>
                  <a:pt x="858950" y="248017"/>
                </a:lnTo>
                <a:lnTo>
                  <a:pt x="696657" y="242322"/>
                </a:lnTo>
                <a:lnTo>
                  <a:pt x="524847" y="236706"/>
                </a:lnTo>
                <a:lnTo>
                  <a:pt x="394136" y="223243"/>
                </a:lnTo>
                <a:lnTo>
                  <a:pt x="264934" y="211263"/>
                </a:lnTo>
                <a:lnTo>
                  <a:pt x="157093" y="194822"/>
                </a:lnTo>
                <a:lnTo>
                  <a:pt x="69618" y="173056"/>
                </a:lnTo>
                <a:lnTo>
                  <a:pt x="29858" y="157367"/>
                </a:lnTo>
                <a:lnTo>
                  <a:pt x="20074" y="131962"/>
                </a:lnTo>
                <a:lnTo>
                  <a:pt x="29144" y="114437"/>
                </a:lnTo>
                <a:lnTo>
                  <a:pt x="100662" y="91078"/>
                </a:lnTo>
                <a:lnTo>
                  <a:pt x="147521" y="74545"/>
                </a:lnTo>
                <a:lnTo>
                  <a:pt x="270324" y="57910"/>
                </a:lnTo>
                <a:lnTo>
                  <a:pt x="396981" y="43025"/>
                </a:lnTo>
                <a:lnTo>
                  <a:pt x="529670" y="32635"/>
                </a:lnTo>
                <a:lnTo>
                  <a:pt x="685277" y="21139"/>
                </a:lnTo>
                <a:lnTo>
                  <a:pt x="854838" y="18764"/>
                </a:lnTo>
                <a:lnTo>
                  <a:pt x="1025970" y="18097"/>
                </a:lnTo>
                <a:lnTo>
                  <a:pt x="1199187" y="22559"/>
                </a:lnTo>
                <a:lnTo>
                  <a:pt x="1350365" y="30166"/>
                </a:lnTo>
                <a:lnTo>
                  <a:pt x="1501482" y="43153"/>
                </a:lnTo>
                <a:lnTo>
                  <a:pt x="1635449" y="57253"/>
                </a:lnTo>
                <a:lnTo>
                  <a:pt x="1740498" y="73377"/>
                </a:lnTo>
                <a:lnTo>
                  <a:pt x="1808112" y="90962"/>
                </a:lnTo>
                <a:lnTo>
                  <a:pt x="1864424" y="108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17" name="genera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87A2AEFE-536F-49F8-BA18-853F24D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2450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1769" y="135703"/>
                </a:moveTo>
                <a:lnTo>
                  <a:pt x="1865375" y="153554"/>
                </a:lnTo>
                <a:lnTo>
                  <a:pt x="1822312" y="175748"/>
                </a:lnTo>
                <a:lnTo>
                  <a:pt x="1712197" y="193027"/>
                </a:lnTo>
                <a:lnTo>
                  <a:pt x="1619658" y="209120"/>
                </a:lnTo>
                <a:lnTo>
                  <a:pt x="1511193" y="227393"/>
                </a:lnTo>
                <a:lnTo>
                  <a:pt x="1351303" y="236557"/>
                </a:lnTo>
                <a:lnTo>
                  <a:pt x="1197353" y="244130"/>
                </a:lnTo>
                <a:lnTo>
                  <a:pt x="1026972" y="244861"/>
                </a:lnTo>
                <a:lnTo>
                  <a:pt x="860524" y="245058"/>
                </a:lnTo>
                <a:lnTo>
                  <a:pt x="693179" y="240472"/>
                </a:lnTo>
                <a:lnTo>
                  <a:pt x="524572" y="235684"/>
                </a:lnTo>
                <a:lnTo>
                  <a:pt x="381595" y="227288"/>
                </a:lnTo>
                <a:lnTo>
                  <a:pt x="258932" y="212487"/>
                </a:lnTo>
                <a:lnTo>
                  <a:pt x="154023" y="193873"/>
                </a:lnTo>
                <a:lnTo>
                  <a:pt x="74680" y="174624"/>
                </a:lnTo>
                <a:lnTo>
                  <a:pt x="22199" y="152100"/>
                </a:lnTo>
                <a:lnTo>
                  <a:pt x="39312" y="135379"/>
                </a:lnTo>
                <a:lnTo>
                  <a:pt x="36593" y="115104"/>
                </a:lnTo>
                <a:lnTo>
                  <a:pt x="78728" y="90795"/>
                </a:lnTo>
                <a:lnTo>
                  <a:pt x="142300" y="74172"/>
                </a:lnTo>
                <a:lnTo>
                  <a:pt x="248245" y="55779"/>
                </a:lnTo>
                <a:lnTo>
                  <a:pt x="397878" y="42072"/>
                </a:lnTo>
                <a:lnTo>
                  <a:pt x="526931" y="29524"/>
                </a:lnTo>
                <a:lnTo>
                  <a:pt x="686915" y="20971"/>
                </a:lnTo>
                <a:lnTo>
                  <a:pt x="860152" y="21787"/>
                </a:lnTo>
                <a:lnTo>
                  <a:pt x="1029215" y="19960"/>
                </a:lnTo>
                <a:lnTo>
                  <a:pt x="1192602" y="24078"/>
                </a:lnTo>
                <a:lnTo>
                  <a:pt x="1361829" y="29878"/>
                </a:lnTo>
                <a:lnTo>
                  <a:pt x="1495554" y="40870"/>
                </a:lnTo>
                <a:lnTo>
                  <a:pt x="1613805" y="59695"/>
                </a:lnTo>
                <a:lnTo>
                  <a:pt x="1739113" y="74244"/>
                </a:lnTo>
                <a:lnTo>
                  <a:pt x="1816127" y="93803"/>
                </a:lnTo>
                <a:lnTo>
                  <a:pt x="1848035" y="110790"/>
                </a:lnTo>
                <a:close/>
              </a:path>
            </a:pathLst>
          </a:custGeom>
          <a:solidFill xmlns:a="http://schemas.openxmlformats.org/drawingml/2006/main">
            <a:srgbClr val="C9DD70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18" name="generator-dataset-front-face-pencil-echo">
            <a:extLst xmlns:a="http://schemas.openxmlformats.org/drawingml/2006/main">
              <a:ext uri="{FF2B5EF4-FFF2-40B4-BE49-F238E27FC236}">
                <a16:creationId xmlns:a16="http://schemas.microsoft.com/office/drawing/2014/main" id="{6D12A13E-748E-4CEE-80EC-B597DF86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5153025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4489"/>
                </a:moveTo>
                <a:lnTo>
                  <a:pt x="283029" y="18133"/>
                </a:lnTo>
                <a:lnTo>
                  <a:pt x="547007" y="23268"/>
                </a:lnTo>
                <a:lnTo>
                  <a:pt x="810986" y="23813"/>
                </a:lnTo>
                <a:lnTo>
                  <a:pt x="1074964" y="17674"/>
                </a:lnTo>
                <a:lnTo>
                  <a:pt x="1338943" y="18614"/>
                </a:lnTo>
                <a:lnTo>
                  <a:pt x="1602921" y="19429"/>
                </a:lnTo>
                <a:lnTo>
                  <a:pt x="1866900" y="28502"/>
                </a:lnTo>
                <a:lnTo>
                  <a:pt x="1873331" y="114300"/>
                </a:lnTo>
                <a:lnTo>
                  <a:pt x="1860127" y="209550"/>
                </a:lnTo>
                <a:lnTo>
                  <a:pt x="1874940" y="304800"/>
                </a:lnTo>
                <a:lnTo>
                  <a:pt x="1858218" y="400050"/>
                </a:lnTo>
                <a:lnTo>
                  <a:pt x="1871713" y="495300"/>
                </a:lnTo>
                <a:lnTo>
                  <a:pt x="1602921" y="495417"/>
                </a:lnTo>
                <a:lnTo>
                  <a:pt x="1338943" y="490768"/>
                </a:lnTo>
                <a:lnTo>
                  <a:pt x="1074964" y="503154"/>
                </a:lnTo>
                <a:lnTo>
                  <a:pt x="810986" y="488331"/>
                </a:lnTo>
                <a:lnTo>
                  <a:pt x="547007" y="487741"/>
                </a:lnTo>
                <a:lnTo>
                  <a:pt x="283029" y="495440"/>
                </a:lnTo>
                <a:lnTo>
                  <a:pt x="19050" y="492452"/>
                </a:lnTo>
                <a:lnTo>
                  <a:pt x="20603" y="400050"/>
                </a:lnTo>
                <a:lnTo>
                  <a:pt x="16791" y="304800"/>
                </a:lnTo>
                <a:lnTo>
                  <a:pt x="25468" y="209550"/>
                </a:lnTo>
                <a:lnTo>
                  <a:pt x="26248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19" name="genera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2DCA9030-C3B1-4219-A9CA-36900E2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7738"/>
                </a:moveTo>
                <a:lnTo>
                  <a:pt x="283029" y="22052"/>
                </a:lnTo>
                <a:lnTo>
                  <a:pt x="547007" y="20436"/>
                </a:lnTo>
                <a:lnTo>
                  <a:pt x="810986" y="11293"/>
                </a:lnTo>
                <a:lnTo>
                  <a:pt x="1074964" y="12803"/>
                </a:lnTo>
                <a:lnTo>
                  <a:pt x="1338943" y="12936"/>
                </a:lnTo>
                <a:lnTo>
                  <a:pt x="1602921" y="18863"/>
                </a:lnTo>
                <a:lnTo>
                  <a:pt x="1866900" y="20490"/>
                </a:lnTo>
                <a:lnTo>
                  <a:pt x="1858034" y="114300"/>
                </a:lnTo>
                <a:lnTo>
                  <a:pt x="1863594" y="209550"/>
                </a:lnTo>
                <a:lnTo>
                  <a:pt x="1871565" y="304800"/>
                </a:lnTo>
                <a:lnTo>
                  <a:pt x="1861601" y="400050"/>
                </a:lnTo>
                <a:lnTo>
                  <a:pt x="1859638" y="495300"/>
                </a:lnTo>
                <a:lnTo>
                  <a:pt x="1602921" y="503662"/>
                </a:lnTo>
                <a:lnTo>
                  <a:pt x="1338943" y="504406"/>
                </a:lnTo>
                <a:lnTo>
                  <a:pt x="1074964" y="486725"/>
                </a:lnTo>
                <a:lnTo>
                  <a:pt x="810986" y="496258"/>
                </a:lnTo>
                <a:lnTo>
                  <a:pt x="547007" y="489584"/>
                </a:lnTo>
                <a:lnTo>
                  <a:pt x="283029" y="504820"/>
                </a:lnTo>
                <a:lnTo>
                  <a:pt x="19050" y="492344"/>
                </a:lnTo>
                <a:lnTo>
                  <a:pt x="10217" y="400050"/>
                </a:lnTo>
                <a:lnTo>
                  <a:pt x="11658" y="304800"/>
                </a:lnTo>
                <a:lnTo>
                  <a:pt x="14176" y="209550"/>
                </a:lnTo>
                <a:lnTo>
                  <a:pt x="27839" y="114300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0" name="generator-dataset-top-face-pencil-echo">
            <a:extLst xmlns:a="http://schemas.openxmlformats.org/drawingml/2006/main">
              <a:ext uri="{FF2B5EF4-FFF2-40B4-BE49-F238E27FC236}">
                <a16:creationId xmlns:a16="http://schemas.microsoft.com/office/drawing/2014/main" id="{3F3C4003-0C49-46D6-AFE0-CE8AB358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501967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82513" y="132226"/>
                </a:moveTo>
                <a:lnTo>
                  <a:pt x="1865648" y="151711"/>
                </a:lnTo>
                <a:lnTo>
                  <a:pt x="1799623" y="173349"/>
                </a:lnTo>
                <a:lnTo>
                  <a:pt x="1737477" y="194856"/>
                </a:lnTo>
                <a:lnTo>
                  <a:pt x="1620682" y="209102"/>
                </a:lnTo>
                <a:lnTo>
                  <a:pt x="1512143" y="225513"/>
                </a:lnTo>
                <a:lnTo>
                  <a:pt x="1360613" y="236270"/>
                </a:lnTo>
                <a:lnTo>
                  <a:pt x="1190527" y="242823"/>
                </a:lnTo>
                <a:lnTo>
                  <a:pt x="1031378" y="246876"/>
                </a:lnTo>
                <a:lnTo>
                  <a:pt x="859245" y="247798"/>
                </a:lnTo>
                <a:lnTo>
                  <a:pt x="686438" y="244800"/>
                </a:lnTo>
                <a:lnTo>
                  <a:pt x="527733" y="235343"/>
                </a:lnTo>
                <a:lnTo>
                  <a:pt x="377129" y="224496"/>
                </a:lnTo>
                <a:lnTo>
                  <a:pt x="246201" y="212410"/>
                </a:lnTo>
                <a:lnTo>
                  <a:pt x="140914" y="194740"/>
                </a:lnTo>
                <a:lnTo>
                  <a:pt x="86457" y="177428"/>
                </a:lnTo>
                <a:lnTo>
                  <a:pt x="45764" y="156097"/>
                </a:lnTo>
                <a:lnTo>
                  <a:pt x="14549" y="135542"/>
                </a:lnTo>
                <a:lnTo>
                  <a:pt x="51055" y="112677"/>
                </a:lnTo>
                <a:lnTo>
                  <a:pt x="67364" y="90227"/>
                </a:lnTo>
                <a:lnTo>
                  <a:pt x="153591" y="70826"/>
                </a:lnTo>
                <a:lnTo>
                  <a:pt x="251897" y="54541"/>
                </a:lnTo>
                <a:lnTo>
                  <a:pt x="379909" y="40920"/>
                </a:lnTo>
                <a:lnTo>
                  <a:pt x="541224" y="31538"/>
                </a:lnTo>
                <a:lnTo>
                  <a:pt x="694049" y="25927"/>
                </a:lnTo>
                <a:lnTo>
                  <a:pt x="861229" y="21289"/>
                </a:lnTo>
                <a:lnTo>
                  <a:pt x="1029036" y="22136"/>
                </a:lnTo>
                <a:lnTo>
                  <a:pt x="1200753" y="23390"/>
                </a:lnTo>
                <a:lnTo>
                  <a:pt x="1363404" y="29256"/>
                </a:lnTo>
                <a:lnTo>
                  <a:pt x="1501263" y="42089"/>
                </a:lnTo>
                <a:lnTo>
                  <a:pt x="1619841" y="57185"/>
                </a:lnTo>
                <a:lnTo>
                  <a:pt x="1730849" y="72015"/>
                </a:lnTo>
                <a:lnTo>
                  <a:pt x="1785951" y="92625"/>
                </a:lnTo>
                <a:lnTo>
                  <a:pt x="1831133" y="113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1" name="genera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42CEC32D-0CBC-4BB6-92B2-7056B51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60180" y="134445"/>
                </a:moveTo>
                <a:lnTo>
                  <a:pt x="1848993" y="154464"/>
                </a:lnTo>
                <a:lnTo>
                  <a:pt x="1808026" y="172231"/>
                </a:lnTo>
                <a:lnTo>
                  <a:pt x="1742604" y="195268"/>
                </a:lnTo>
                <a:lnTo>
                  <a:pt x="1635315" y="210281"/>
                </a:lnTo>
                <a:lnTo>
                  <a:pt x="1506264" y="223516"/>
                </a:lnTo>
                <a:lnTo>
                  <a:pt x="1360806" y="238078"/>
                </a:lnTo>
                <a:lnTo>
                  <a:pt x="1199593" y="242904"/>
                </a:lnTo>
                <a:lnTo>
                  <a:pt x="1026654" y="246765"/>
                </a:lnTo>
                <a:lnTo>
                  <a:pt x="854344" y="249423"/>
                </a:lnTo>
                <a:lnTo>
                  <a:pt x="695823" y="241251"/>
                </a:lnTo>
                <a:lnTo>
                  <a:pt x="524942" y="237192"/>
                </a:lnTo>
                <a:lnTo>
                  <a:pt x="390419" y="225852"/>
                </a:lnTo>
                <a:lnTo>
                  <a:pt x="261777" y="211859"/>
                </a:lnTo>
                <a:lnTo>
                  <a:pt x="163230" y="194654"/>
                </a:lnTo>
                <a:lnTo>
                  <a:pt x="62980" y="174634"/>
                </a:lnTo>
                <a:lnTo>
                  <a:pt x="20054" y="155439"/>
                </a:lnTo>
                <a:lnTo>
                  <a:pt x="9193" y="131478"/>
                </a:lnTo>
                <a:lnTo>
                  <a:pt x="34422" y="115411"/>
                </a:lnTo>
                <a:lnTo>
                  <a:pt x="67034" y="88849"/>
                </a:lnTo>
                <a:lnTo>
                  <a:pt x="148045" y="73830"/>
                </a:lnTo>
                <a:lnTo>
                  <a:pt x="275291" y="58104"/>
                </a:lnTo>
                <a:lnTo>
                  <a:pt x="376178" y="38491"/>
                </a:lnTo>
                <a:lnTo>
                  <a:pt x="533301" y="30139"/>
                </a:lnTo>
                <a:lnTo>
                  <a:pt x="685119" y="22130"/>
                </a:lnTo>
                <a:lnTo>
                  <a:pt x="856628" y="19473"/>
                </a:lnTo>
                <a:lnTo>
                  <a:pt x="1026687" y="16990"/>
                </a:lnTo>
                <a:lnTo>
                  <a:pt x="1194062" y="24446"/>
                </a:lnTo>
                <a:lnTo>
                  <a:pt x="1363176" y="30456"/>
                </a:lnTo>
                <a:lnTo>
                  <a:pt x="1513072" y="41064"/>
                </a:lnTo>
                <a:lnTo>
                  <a:pt x="1621211" y="58213"/>
                </a:lnTo>
                <a:lnTo>
                  <a:pt x="1738364" y="69540"/>
                </a:lnTo>
                <a:lnTo>
                  <a:pt x="1805610" y="91133"/>
                </a:lnTo>
                <a:lnTo>
                  <a:pt x="1855155" y="109446"/>
                </a:lnTo>
                <a:close/>
              </a:path>
            </a:pathLst>
          </a:custGeom>
          <a:solidFill xmlns:a="http://schemas.openxmlformats.org/drawingml/2006/main">
            <a:srgbClr val="EDF7B1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2" name="implementor-dataset-bottom-face-pencil-echo">
            <a:extLst xmlns:a="http://schemas.openxmlformats.org/drawingml/2006/main">
              <a:ext uri="{FF2B5EF4-FFF2-40B4-BE49-F238E27FC236}">
                <a16:creationId xmlns:a16="http://schemas.microsoft.com/office/drawing/2014/main" id="{E6880051-1FE8-42BC-B35C-FD707B49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671512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4858" y="134310"/>
                </a:moveTo>
                <a:lnTo>
                  <a:pt x="1869820" y="152374"/>
                </a:lnTo>
                <a:lnTo>
                  <a:pt x="1788262" y="171746"/>
                </a:lnTo>
                <a:lnTo>
                  <a:pt x="1739417" y="191565"/>
                </a:lnTo>
                <a:lnTo>
                  <a:pt x="1637389" y="209944"/>
                </a:lnTo>
                <a:lnTo>
                  <a:pt x="1490670" y="222476"/>
                </a:lnTo>
                <a:lnTo>
                  <a:pt x="1349057" y="233207"/>
                </a:lnTo>
                <a:lnTo>
                  <a:pt x="1195694" y="243890"/>
                </a:lnTo>
                <a:lnTo>
                  <a:pt x="1025407" y="246082"/>
                </a:lnTo>
                <a:lnTo>
                  <a:pt x="859841" y="247080"/>
                </a:lnTo>
                <a:lnTo>
                  <a:pt x="687152" y="244030"/>
                </a:lnTo>
                <a:lnTo>
                  <a:pt x="533661" y="236199"/>
                </a:lnTo>
                <a:lnTo>
                  <a:pt x="388182" y="225591"/>
                </a:lnTo>
                <a:lnTo>
                  <a:pt x="256071" y="208733"/>
                </a:lnTo>
                <a:lnTo>
                  <a:pt x="151574" y="193570"/>
                </a:lnTo>
                <a:lnTo>
                  <a:pt x="76791" y="175969"/>
                </a:lnTo>
                <a:lnTo>
                  <a:pt x="23808" y="157814"/>
                </a:lnTo>
                <a:lnTo>
                  <a:pt x="39366" y="135971"/>
                </a:lnTo>
                <a:lnTo>
                  <a:pt x="49783" y="111467"/>
                </a:lnTo>
                <a:lnTo>
                  <a:pt x="75372" y="91353"/>
                </a:lnTo>
                <a:lnTo>
                  <a:pt x="150226" y="72501"/>
                </a:lnTo>
                <a:lnTo>
                  <a:pt x="256712" y="57213"/>
                </a:lnTo>
                <a:lnTo>
                  <a:pt x="379429" y="41916"/>
                </a:lnTo>
                <a:lnTo>
                  <a:pt x="527854" y="31592"/>
                </a:lnTo>
                <a:lnTo>
                  <a:pt x="687344" y="21943"/>
                </a:lnTo>
                <a:lnTo>
                  <a:pt x="858974" y="20155"/>
                </a:lnTo>
                <a:lnTo>
                  <a:pt x="1024940" y="21067"/>
                </a:lnTo>
                <a:lnTo>
                  <a:pt x="1192309" y="24319"/>
                </a:lnTo>
                <a:lnTo>
                  <a:pt x="1352202" y="32802"/>
                </a:lnTo>
                <a:lnTo>
                  <a:pt x="1497118" y="40688"/>
                </a:lnTo>
                <a:lnTo>
                  <a:pt x="1629358" y="54834"/>
                </a:lnTo>
                <a:lnTo>
                  <a:pt x="1723742" y="75890"/>
                </a:lnTo>
                <a:lnTo>
                  <a:pt x="1821680" y="93902"/>
                </a:lnTo>
                <a:lnTo>
                  <a:pt x="1866761" y="1098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3" name="implemen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8BDA71DA-30DE-45E3-AC13-723200A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47698" y="133184"/>
                </a:moveTo>
                <a:lnTo>
                  <a:pt x="1862152" y="152130"/>
                </a:lnTo>
                <a:lnTo>
                  <a:pt x="1822328" y="173958"/>
                </a:lnTo>
                <a:lnTo>
                  <a:pt x="1736834" y="192891"/>
                </a:lnTo>
                <a:lnTo>
                  <a:pt x="1613409" y="207318"/>
                </a:lnTo>
                <a:lnTo>
                  <a:pt x="1509430" y="223719"/>
                </a:lnTo>
                <a:lnTo>
                  <a:pt x="1360018" y="239017"/>
                </a:lnTo>
                <a:lnTo>
                  <a:pt x="1201127" y="245316"/>
                </a:lnTo>
                <a:lnTo>
                  <a:pt x="1031687" y="248068"/>
                </a:lnTo>
                <a:lnTo>
                  <a:pt x="853558" y="248240"/>
                </a:lnTo>
                <a:lnTo>
                  <a:pt x="696983" y="241489"/>
                </a:lnTo>
                <a:lnTo>
                  <a:pt x="524057" y="238797"/>
                </a:lnTo>
                <a:lnTo>
                  <a:pt x="395007" y="224122"/>
                </a:lnTo>
                <a:lnTo>
                  <a:pt x="251510" y="212245"/>
                </a:lnTo>
                <a:lnTo>
                  <a:pt x="161265" y="194602"/>
                </a:lnTo>
                <a:lnTo>
                  <a:pt x="87107" y="176444"/>
                </a:lnTo>
                <a:lnTo>
                  <a:pt x="40895" y="154220"/>
                </a:lnTo>
                <a:lnTo>
                  <a:pt x="32686" y="130468"/>
                </a:lnTo>
                <a:lnTo>
                  <a:pt x="51761" y="112026"/>
                </a:lnTo>
                <a:lnTo>
                  <a:pt x="64057" y="90618"/>
                </a:lnTo>
                <a:lnTo>
                  <a:pt x="143606" y="73268"/>
                </a:lnTo>
                <a:lnTo>
                  <a:pt x="249304" y="53580"/>
                </a:lnTo>
                <a:lnTo>
                  <a:pt x="385739" y="43455"/>
                </a:lnTo>
                <a:lnTo>
                  <a:pt x="531516" y="31204"/>
                </a:lnTo>
                <a:lnTo>
                  <a:pt x="688528" y="22056"/>
                </a:lnTo>
                <a:lnTo>
                  <a:pt x="859836" y="18668"/>
                </a:lnTo>
                <a:lnTo>
                  <a:pt x="1029981" y="21500"/>
                </a:lnTo>
                <a:lnTo>
                  <a:pt x="1198622" y="21881"/>
                </a:lnTo>
                <a:lnTo>
                  <a:pt x="1350927" y="31302"/>
                </a:lnTo>
                <a:lnTo>
                  <a:pt x="1507778" y="39274"/>
                </a:lnTo>
                <a:lnTo>
                  <a:pt x="1615261" y="56901"/>
                </a:lnTo>
                <a:lnTo>
                  <a:pt x="1715182" y="72394"/>
                </a:lnTo>
                <a:lnTo>
                  <a:pt x="1799336" y="92807"/>
                </a:lnTo>
                <a:lnTo>
                  <a:pt x="1839619" y="109652"/>
                </a:lnTo>
                <a:close/>
              </a:path>
            </a:pathLst>
          </a:custGeom>
          <a:solidFill xmlns:a="http://schemas.openxmlformats.org/drawingml/2006/main">
            <a:srgbClr val="7FBE6D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4" name="implementor-dataset-front-face-pencil-echo">
            <a:extLst xmlns:a="http://schemas.openxmlformats.org/drawingml/2006/main">
              <a:ext uri="{FF2B5EF4-FFF2-40B4-BE49-F238E27FC236}">
                <a16:creationId xmlns:a16="http://schemas.microsoft.com/office/drawing/2014/main" id="{0929FCAD-5E17-4F29-A995-28FD2A81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6334125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25698"/>
                </a:moveTo>
                <a:lnTo>
                  <a:pt x="283029" y="17008"/>
                </a:lnTo>
                <a:lnTo>
                  <a:pt x="547007" y="25580"/>
                </a:lnTo>
                <a:lnTo>
                  <a:pt x="810986" y="21954"/>
                </a:lnTo>
                <a:lnTo>
                  <a:pt x="1074964" y="12236"/>
                </a:lnTo>
                <a:lnTo>
                  <a:pt x="1338943" y="27863"/>
                </a:lnTo>
                <a:lnTo>
                  <a:pt x="1602921" y="26408"/>
                </a:lnTo>
                <a:lnTo>
                  <a:pt x="1866900" y="11119"/>
                </a:lnTo>
                <a:lnTo>
                  <a:pt x="1859342" y="114300"/>
                </a:lnTo>
                <a:lnTo>
                  <a:pt x="1869880" y="209550"/>
                </a:lnTo>
                <a:lnTo>
                  <a:pt x="1868978" y="304800"/>
                </a:lnTo>
                <a:lnTo>
                  <a:pt x="1869453" y="400050"/>
                </a:lnTo>
                <a:lnTo>
                  <a:pt x="1862235" y="495300"/>
                </a:lnTo>
                <a:lnTo>
                  <a:pt x="1602921" y="503548"/>
                </a:lnTo>
                <a:lnTo>
                  <a:pt x="1338943" y="487224"/>
                </a:lnTo>
                <a:lnTo>
                  <a:pt x="1074964" y="502873"/>
                </a:lnTo>
                <a:lnTo>
                  <a:pt x="810986" y="490516"/>
                </a:lnTo>
                <a:lnTo>
                  <a:pt x="547007" y="495548"/>
                </a:lnTo>
                <a:lnTo>
                  <a:pt x="283029" y="501746"/>
                </a:lnTo>
                <a:lnTo>
                  <a:pt x="19050" y="498850"/>
                </a:lnTo>
                <a:lnTo>
                  <a:pt x="10407" y="400050"/>
                </a:lnTo>
                <a:lnTo>
                  <a:pt x="12593" y="304800"/>
                </a:lnTo>
                <a:lnTo>
                  <a:pt x="11172" y="209550"/>
                </a:lnTo>
                <a:lnTo>
                  <a:pt x="10611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5" name="implemen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83C2867A-FA73-4A5D-945D-F7E5B43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24600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4750"/>
                </a:moveTo>
                <a:lnTo>
                  <a:pt x="283029" y="14982"/>
                </a:lnTo>
                <a:lnTo>
                  <a:pt x="547007" y="25154"/>
                </a:lnTo>
                <a:lnTo>
                  <a:pt x="810986" y="25661"/>
                </a:lnTo>
                <a:lnTo>
                  <a:pt x="1074964" y="21401"/>
                </a:lnTo>
                <a:lnTo>
                  <a:pt x="1338943" y="19408"/>
                </a:lnTo>
                <a:lnTo>
                  <a:pt x="1602921" y="23800"/>
                </a:lnTo>
                <a:lnTo>
                  <a:pt x="1866900" y="10280"/>
                </a:lnTo>
                <a:lnTo>
                  <a:pt x="1861684" y="114300"/>
                </a:lnTo>
                <a:lnTo>
                  <a:pt x="1875687" y="209550"/>
                </a:lnTo>
                <a:lnTo>
                  <a:pt x="1860837" y="304800"/>
                </a:lnTo>
                <a:lnTo>
                  <a:pt x="1876133" y="400050"/>
                </a:lnTo>
                <a:lnTo>
                  <a:pt x="1865537" y="495300"/>
                </a:lnTo>
                <a:lnTo>
                  <a:pt x="1602921" y="486513"/>
                </a:lnTo>
                <a:lnTo>
                  <a:pt x="1338943" y="487322"/>
                </a:lnTo>
                <a:lnTo>
                  <a:pt x="1074964" y="504328"/>
                </a:lnTo>
                <a:lnTo>
                  <a:pt x="810986" y="490134"/>
                </a:lnTo>
                <a:lnTo>
                  <a:pt x="547007" y="491426"/>
                </a:lnTo>
                <a:lnTo>
                  <a:pt x="283029" y="497149"/>
                </a:lnTo>
                <a:lnTo>
                  <a:pt x="19050" y="501646"/>
                </a:lnTo>
                <a:lnTo>
                  <a:pt x="13296" y="400050"/>
                </a:lnTo>
                <a:lnTo>
                  <a:pt x="27842" y="304800"/>
                </a:lnTo>
                <a:lnTo>
                  <a:pt x="10817" y="209550"/>
                </a:lnTo>
                <a:lnTo>
                  <a:pt x="28187" y="114300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6" name="implementor-dataset-top-face-pencil-echo">
            <a:extLst xmlns:a="http://schemas.openxmlformats.org/drawingml/2006/main">
              <a:ext uri="{FF2B5EF4-FFF2-40B4-BE49-F238E27FC236}">
                <a16:creationId xmlns:a16="http://schemas.microsoft.com/office/drawing/2014/main" id="{8EBD877B-622D-42CF-9958-582075D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620077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80453" y="133202"/>
                </a:moveTo>
                <a:lnTo>
                  <a:pt x="1845305" y="152891"/>
                </a:lnTo>
                <a:lnTo>
                  <a:pt x="1784404" y="176773"/>
                </a:lnTo>
                <a:lnTo>
                  <a:pt x="1728177" y="193196"/>
                </a:lnTo>
                <a:lnTo>
                  <a:pt x="1618268" y="212183"/>
                </a:lnTo>
                <a:lnTo>
                  <a:pt x="1498540" y="223808"/>
                </a:lnTo>
                <a:lnTo>
                  <a:pt x="1359426" y="235601"/>
                </a:lnTo>
                <a:lnTo>
                  <a:pt x="1194035" y="244539"/>
                </a:lnTo>
                <a:lnTo>
                  <a:pt x="1026225" y="247312"/>
                </a:lnTo>
                <a:lnTo>
                  <a:pt x="857105" y="247477"/>
                </a:lnTo>
                <a:lnTo>
                  <a:pt x="683476" y="243944"/>
                </a:lnTo>
                <a:lnTo>
                  <a:pt x="535849" y="236584"/>
                </a:lnTo>
                <a:lnTo>
                  <a:pt x="388596" y="225952"/>
                </a:lnTo>
                <a:lnTo>
                  <a:pt x="274871" y="209887"/>
                </a:lnTo>
                <a:lnTo>
                  <a:pt x="150467" y="196546"/>
                </a:lnTo>
                <a:lnTo>
                  <a:pt x="67926" y="176526"/>
                </a:lnTo>
                <a:lnTo>
                  <a:pt x="17378" y="155269"/>
                </a:lnTo>
                <a:lnTo>
                  <a:pt x="12989" y="135879"/>
                </a:lnTo>
                <a:lnTo>
                  <a:pt x="17174" y="109253"/>
                </a:lnTo>
                <a:lnTo>
                  <a:pt x="83305" y="91216"/>
                </a:lnTo>
                <a:lnTo>
                  <a:pt x="151536" y="71660"/>
                </a:lnTo>
                <a:lnTo>
                  <a:pt x="272872" y="55423"/>
                </a:lnTo>
                <a:lnTo>
                  <a:pt x="391498" y="42914"/>
                </a:lnTo>
                <a:lnTo>
                  <a:pt x="532375" y="29623"/>
                </a:lnTo>
                <a:lnTo>
                  <a:pt x="685923" y="21580"/>
                </a:lnTo>
                <a:lnTo>
                  <a:pt x="861987" y="21078"/>
                </a:lnTo>
                <a:lnTo>
                  <a:pt x="1028311" y="18224"/>
                </a:lnTo>
                <a:lnTo>
                  <a:pt x="1201839" y="21664"/>
                </a:lnTo>
                <a:lnTo>
                  <a:pt x="1353814" y="29377"/>
                </a:lnTo>
                <a:lnTo>
                  <a:pt x="1489397" y="41584"/>
                </a:lnTo>
                <a:lnTo>
                  <a:pt x="1621279" y="58681"/>
                </a:lnTo>
                <a:lnTo>
                  <a:pt x="1726428" y="74927"/>
                </a:lnTo>
                <a:lnTo>
                  <a:pt x="1795533" y="91575"/>
                </a:lnTo>
                <a:lnTo>
                  <a:pt x="1834527" y="1137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7" name="implemen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1133149D-E726-44C3-8865-1492F93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61218" y="132023"/>
                </a:moveTo>
                <a:lnTo>
                  <a:pt x="1834570" y="155046"/>
                </a:lnTo>
                <a:lnTo>
                  <a:pt x="1805876" y="177857"/>
                </a:lnTo>
                <a:lnTo>
                  <a:pt x="1743371" y="196395"/>
                </a:lnTo>
                <a:lnTo>
                  <a:pt x="1636482" y="209327"/>
                </a:lnTo>
                <a:lnTo>
                  <a:pt x="1507064" y="223790"/>
                </a:lnTo>
                <a:lnTo>
                  <a:pt x="1356321" y="235964"/>
                </a:lnTo>
                <a:lnTo>
                  <a:pt x="1190634" y="242707"/>
                </a:lnTo>
                <a:lnTo>
                  <a:pt x="1024457" y="245024"/>
                </a:lnTo>
                <a:lnTo>
                  <a:pt x="858321" y="248025"/>
                </a:lnTo>
                <a:lnTo>
                  <a:pt x="683341" y="244190"/>
                </a:lnTo>
                <a:lnTo>
                  <a:pt x="539603" y="233600"/>
                </a:lnTo>
                <a:lnTo>
                  <a:pt x="380634" y="225275"/>
                </a:lnTo>
                <a:lnTo>
                  <a:pt x="261469" y="210913"/>
                </a:lnTo>
                <a:lnTo>
                  <a:pt x="172743" y="194837"/>
                </a:lnTo>
                <a:lnTo>
                  <a:pt x="87717" y="171282"/>
                </a:lnTo>
                <a:lnTo>
                  <a:pt x="34182" y="153760"/>
                </a:lnTo>
                <a:lnTo>
                  <a:pt x="10092" y="134892"/>
                </a:lnTo>
                <a:lnTo>
                  <a:pt x="27678" y="111434"/>
                </a:lnTo>
                <a:lnTo>
                  <a:pt x="65249" y="89060"/>
                </a:lnTo>
                <a:lnTo>
                  <a:pt x="168963" y="72952"/>
                </a:lnTo>
                <a:lnTo>
                  <a:pt x="263114" y="57386"/>
                </a:lnTo>
                <a:lnTo>
                  <a:pt x="372829" y="42032"/>
                </a:lnTo>
                <a:lnTo>
                  <a:pt x="527911" y="31969"/>
                </a:lnTo>
                <a:lnTo>
                  <a:pt x="686125" y="20557"/>
                </a:lnTo>
                <a:lnTo>
                  <a:pt x="857945" y="17399"/>
                </a:lnTo>
                <a:lnTo>
                  <a:pt x="1027144" y="17613"/>
                </a:lnTo>
                <a:lnTo>
                  <a:pt x="1194052" y="24388"/>
                </a:lnTo>
                <a:lnTo>
                  <a:pt x="1353492" y="30130"/>
                </a:lnTo>
                <a:lnTo>
                  <a:pt x="1488744" y="44761"/>
                </a:lnTo>
                <a:lnTo>
                  <a:pt x="1635415" y="55751"/>
                </a:lnTo>
                <a:lnTo>
                  <a:pt x="1734772" y="72844"/>
                </a:lnTo>
                <a:lnTo>
                  <a:pt x="1800479" y="91245"/>
                </a:lnTo>
                <a:lnTo>
                  <a:pt x="1840718" y="111471"/>
                </a:lnTo>
                <a:close/>
              </a:path>
            </a:pathLst>
          </a:custGeom>
          <a:solidFill xmlns:a="http://schemas.openxmlformats.org/drawingml/2006/main">
            <a:srgbClr val="BDE8AA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8" name="rectifier-dataset-bottom-face-pencil-echo">
            <a:extLst xmlns:a="http://schemas.openxmlformats.org/drawingml/2006/main">
              <a:ext uri="{FF2B5EF4-FFF2-40B4-BE49-F238E27FC236}">
                <a16:creationId xmlns:a16="http://schemas.microsoft.com/office/drawing/2014/main" id="{83BFB7D1-D939-434E-8B8F-3D55007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789622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61690" y="130467"/>
                </a:moveTo>
                <a:lnTo>
                  <a:pt x="1837609" y="152192"/>
                </a:lnTo>
                <a:lnTo>
                  <a:pt x="1811682" y="175151"/>
                </a:lnTo>
                <a:lnTo>
                  <a:pt x="1727519" y="192971"/>
                </a:lnTo>
                <a:lnTo>
                  <a:pt x="1611337" y="208824"/>
                </a:lnTo>
                <a:lnTo>
                  <a:pt x="1495746" y="225604"/>
                </a:lnTo>
                <a:lnTo>
                  <a:pt x="1350661" y="232904"/>
                </a:lnTo>
                <a:lnTo>
                  <a:pt x="1189211" y="242708"/>
                </a:lnTo>
                <a:lnTo>
                  <a:pt x="1031184" y="247614"/>
                </a:lnTo>
                <a:lnTo>
                  <a:pt x="859098" y="246637"/>
                </a:lnTo>
                <a:lnTo>
                  <a:pt x="691692" y="241590"/>
                </a:lnTo>
                <a:lnTo>
                  <a:pt x="523213" y="235726"/>
                </a:lnTo>
                <a:lnTo>
                  <a:pt x="386098" y="225030"/>
                </a:lnTo>
                <a:lnTo>
                  <a:pt x="267276" y="209331"/>
                </a:lnTo>
                <a:lnTo>
                  <a:pt x="140795" y="194671"/>
                </a:lnTo>
                <a:lnTo>
                  <a:pt x="64149" y="177428"/>
                </a:lnTo>
                <a:lnTo>
                  <a:pt x="19592" y="156983"/>
                </a:lnTo>
                <a:lnTo>
                  <a:pt x="17198" y="130136"/>
                </a:lnTo>
                <a:lnTo>
                  <a:pt x="32991" y="112217"/>
                </a:lnTo>
                <a:lnTo>
                  <a:pt x="76543" y="90227"/>
                </a:lnTo>
                <a:lnTo>
                  <a:pt x="165524" y="71182"/>
                </a:lnTo>
                <a:lnTo>
                  <a:pt x="265325" y="58017"/>
                </a:lnTo>
                <a:lnTo>
                  <a:pt x="394305" y="45203"/>
                </a:lnTo>
                <a:lnTo>
                  <a:pt x="532898" y="31992"/>
                </a:lnTo>
                <a:lnTo>
                  <a:pt x="692420" y="23973"/>
                </a:lnTo>
                <a:lnTo>
                  <a:pt x="859055" y="20684"/>
                </a:lnTo>
                <a:lnTo>
                  <a:pt x="1029425" y="21002"/>
                </a:lnTo>
                <a:lnTo>
                  <a:pt x="1193517" y="23092"/>
                </a:lnTo>
                <a:lnTo>
                  <a:pt x="1351296" y="32363"/>
                </a:lnTo>
                <a:lnTo>
                  <a:pt x="1510667" y="41465"/>
                </a:lnTo>
                <a:lnTo>
                  <a:pt x="1632340" y="53381"/>
                </a:lnTo>
                <a:lnTo>
                  <a:pt x="1740307" y="72668"/>
                </a:lnTo>
                <a:lnTo>
                  <a:pt x="1792174" y="95664"/>
                </a:lnTo>
                <a:lnTo>
                  <a:pt x="1858869" y="1115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9" name="rectifie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D06F7F4E-DFE3-44C1-9CA3-B7932B34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8670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48150" y="132519"/>
                </a:moveTo>
                <a:lnTo>
                  <a:pt x="1861306" y="151503"/>
                </a:lnTo>
                <a:lnTo>
                  <a:pt x="1804965" y="177249"/>
                </a:lnTo>
                <a:lnTo>
                  <a:pt x="1742607" y="193752"/>
                </a:lnTo>
                <a:lnTo>
                  <a:pt x="1632638" y="212417"/>
                </a:lnTo>
                <a:lnTo>
                  <a:pt x="1503280" y="222862"/>
                </a:lnTo>
                <a:lnTo>
                  <a:pt x="1363032" y="236508"/>
                </a:lnTo>
                <a:lnTo>
                  <a:pt x="1200150" y="243333"/>
                </a:lnTo>
                <a:lnTo>
                  <a:pt x="1027443" y="247909"/>
                </a:lnTo>
                <a:lnTo>
                  <a:pt x="854450" y="249325"/>
                </a:lnTo>
                <a:lnTo>
                  <a:pt x="688369" y="245714"/>
                </a:lnTo>
                <a:lnTo>
                  <a:pt x="527170" y="237025"/>
                </a:lnTo>
                <a:lnTo>
                  <a:pt x="387181" y="223598"/>
                </a:lnTo>
                <a:lnTo>
                  <a:pt x="264684" y="208610"/>
                </a:lnTo>
                <a:lnTo>
                  <a:pt x="163045" y="194075"/>
                </a:lnTo>
                <a:lnTo>
                  <a:pt x="71296" y="175427"/>
                </a:lnTo>
                <a:lnTo>
                  <a:pt x="17031" y="151563"/>
                </a:lnTo>
                <a:lnTo>
                  <a:pt x="20245" y="130278"/>
                </a:lnTo>
                <a:lnTo>
                  <a:pt x="42189" y="112087"/>
                </a:lnTo>
                <a:lnTo>
                  <a:pt x="82563" y="91380"/>
                </a:lnTo>
                <a:lnTo>
                  <a:pt x="145498" y="73649"/>
                </a:lnTo>
                <a:lnTo>
                  <a:pt x="269177" y="56992"/>
                </a:lnTo>
                <a:lnTo>
                  <a:pt x="393217" y="45358"/>
                </a:lnTo>
                <a:lnTo>
                  <a:pt x="532084" y="33322"/>
                </a:lnTo>
                <a:lnTo>
                  <a:pt x="684825" y="23141"/>
                </a:lnTo>
                <a:lnTo>
                  <a:pt x="855657" y="17291"/>
                </a:lnTo>
                <a:lnTo>
                  <a:pt x="1030350" y="19303"/>
                </a:lnTo>
                <a:lnTo>
                  <a:pt x="1194023" y="22795"/>
                </a:lnTo>
                <a:lnTo>
                  <a:pt x="1351538" y="31927"/>
                </a:lnTo>
                <a:lnTo>
                  <a:pt x="1514666" y="42050"/>
                </a:lnTo>
                <a:lnTo>
                  <a:pt x="1611511" y="56278"/>
                </a:lnTo>
                <a:lnTo>
                  <a:pt x="1722370" y="73133"/>
                </a:lnTo>
                <a:lnTo>
                  <a:pt x="1807508" y="93233"/>
                </a:lnTo>
                <a:lnTo>
                  <a:pt x="1831568" y="110321"/>
                </a:lnTo>
                <a:close/>
              </a:path>
            </a:pathLst>
          </a:custGeom>
          <a:solidFill xmlns:a="http://schemas.openxmlformats.org/drawingml/2006/main">
            <a:srgbClr val="318A8C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30" name="rectifier-dataset-front-face-pencil-echo">
            <a:extLst xmlns:a="http://schemas.openxmlformats.org/drawingml/2006/main">
              <a:ext uri="{FF2B5EF4-FFF2-40B4-BE49-F238E27FC236}">
                <a16:creationId xmlns:a16="http://schemas.microsoft.com/office/drawing/2014/main" id="{79F502F0-DFFC-4F27-97A8-69C36496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7515225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24030"/>
                </a:moveTo>
                <a:lnTo>
                  <a:pt x="283029" y="23159"/>
                </a:lnTo>
                <a:lnTo>
                  <a:pt x="547007" y="11087"/>
                </a:lnTo>
                <a:lnTo>
                  <a:pt x="810986" y="19735"/>
                </a:lnTo>
                <a:lnTo>
                  <a:pt x="1074964" y="22519"/>
                </a:lnTo>
                <a:lnTo>
                  <a:pt x="1338943" y="22630"/>
                </a:lnTo>
                <a:lnTo>
                  <a:pt x="1602921" y="21368"/>
                </a:lnTo>
                <a:lnTo>
                  <a:pt x="1866900" y="23109"/>
                </a:lnTo>
                <a:lnTo>
                  <a:pt x="1865733" y="114300"/>
                </a:lnTo>
                <a:lnTo>
                  <a:pt x="1863163" y="209550"/>
                </a:lnTo>
                <a:lnTo>
                  <a:pt x="1875934" y="304800"/>
                </a:lnTo>
                <a:lnTo>
                  <a:pt x="1865243" y="400050"/>
                </a:lnTo>
                <a:lnTo>
                  <a:pt x="1870493" y="495300"/>
                </a:lnTo>
                <a:lnTo>
                  <a:pt x="1602921" y="496976"/>
                </a:lnTo>
                <a:lnTo>
                  <a:pt x="1338943" y="488435"/>
                </a:lnTo>
                <a:lnTo>
                  <a:pt x="1074964" y="487678"/>
                </a:lnTo>
                <a:lnTo>
                  <a:pt x="810986" y="494696"/>
                </a:lnTo>
                <a:lnTo>
                  <a:pt x="547007" y="493883"/>
                </a:lnTo>
                <a:lnTo>
                  <a:pt x="283029" y="497811"/>
                </a:lnTo>
                <a:lnTo>
                  <a:pt x="19050" y="499773"/>
                </a:lnTo>
                <a:lnTo>
                  <a:pt x="25396" y="400050"/>
                </a:lnTo>
                <a:lnTo>
                  <a:pt x="12838" y="304800"/>
                </a:lnTo>
                <a:lnTo>
                  <a:pt x="16797" y="209550"/>
                </a:lnTo>
                <a:lnTo>
                  <a:pt x="24450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31" name="rectifie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3D95C9DD-45F8-4B78-A440-E54615EB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05700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2442"/>
                </a:moveTo>
                <a:lnTo>
                  <a:pt x="283029" y="14478"/>
                </a:lnTo>
                <a:lnTo>
                  <a:pt x="547007" y="12469"/>
                </a:lnTo>
                <a:lnTo>
                  <a:pt x="810986" y="23477"/>
                </a:lnTo>
                <a:lnTo>
                  <a:pt x="1074964" y="19296"/>
                </a:lnTo>
                <a:lnTo>
                  <a:pt x="1338943" y="22401"/>
                </a:lnTo>
                <a:lnTo>
                  <a:pt x="1602921" y="15582"/>
                </a:lnTo>
                <a:lnTo>
                  <a:pt x="1866900" y="25741"/>
                </a:lnTo>
                <a:lnTo>
                  <a:pt x="1873377" y="114300"/>
                </a:lnTo>
                <a:lnTo>
                  <a:pt x="1864821" y="209550"/>
                </a:lnTo>
                <a:lnTo>
                  <a:pt x="1864845" y="304800"/>
                </a:lnTo>
                <a:lnTo>
                  <a:pt x="1867295" y="400050"/>
                </a:lnTo>
                <a:lnTo>
                  <a:pt x="1872808" y="495300"/>
                </a:lnTo>
                <a:lnTo>
                  <a:pt x="1602921" y="497723"/>
                </a:lnTo>
                <a:lnTo>
                  <a:pt x="1338943" y="503528"/>
                </a:lnTo>
                <a:lnTo>
                  <a:pt x="1074964" y="500539"/>
                </a:lnTo>
                <a:lnTo>
                  <a:pt x="810986" y="500698"/>
                </a:lnTo>
                <a:lnTo>
                  <a:pt x="547007" y="504541"/>
                </a:lnTo>
                <a:lnTo>
                  <a:pt x="283029" y="488249"/>
                </a:lnTo>
                <a:lnTo>
                  <a:pt x="19050" y="486803"/>
                </a:lnTo>
                <a:lnTo>
                  <a:pt x="21573" y="400050"/>
                </a:lnTo>
                <a:lnTo>
                  <a:pt x="17255" y="304800"/>
                </a:lnTo>
                <a:lnTo>
                  <a:pt x="20145" y="209550"/>
                </a:lnTo>
                <a:lnTo>
                  <a:pt x="18459" y="114300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32" name="rectifier-dataset-top-face-pencil-echo">
            <a:extLst xmlns:a="http://schemas.openxmlformats.org/drawingml/2006/main">
              <a:ext uri="{FF2B5EF4-FFF2-40B4-BE49-F238E27FC236}">
                <a16:creationId xmlns:a16="http://schemas.microsoft.com/office/drawing/2014/main" id="{2ED9713C-54C5-4F0C-9832-24DA5E77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738187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2239" y="132679"/>
                </a:moveTo>
                <a:lnTo>
                  <a:pt x="1860332" y="153316"/>
                </a:lnTo>
                <a:lnTo>
                  <a:pt x="1824180" y="172437"/>
                </a:lnTo>
                <a:lnTo>
                  <a:pt x="1740405" y="196399"/>
                </a:lnTo>
                <a:lnTo>
                  <a:pt x="1618524" y="212052"/>
                </a:lnTo>
                <a:lnTo>
                  <a:pt x="1499371" y="224878"/>
                </a:lnTo>
                <a:lnTo>
                  <a:pt x="1350094" y="233353"/>
                </a:lnTo>
                <a:lnTo>
                  <a:pt x="1192796" y="240932"/>
                </a:lnTo>
                <a:lnTo>
                  <a:pt x="1026836" y="246592"/>
                </a:lnTo>
                <a:lnTo>
                  <a:pt x="856999" y="249806"/>
                </a:lnTo>
                <a:lnTo>
                  <a:pt x="683449" y="244348"/>
                </a:lnTo>
                <a:lnTo>
                  <a:pt x="527799" y="234549"/>
                </a:lnTo>
                <a:lnTo>
                  <a:pt x="397312" y="224398"/>
                </a:lnTo>
                <a:lnTo>
                  <a:pt x="268190" y="211423"/>
                </a:lnTo>
                <a:lnTo>
                  <a:pt x="151259" y="196704"/>
                </a:lnTo>
                <a:lnTo>
                  <a:pt x="63864" y="173844"/>
                </a:lnTo>
                <a:lnTo>
                  <a:pt x="22679" y="151861"/>
                </a:lnTo>
                <a:lnTo>
                  <a:pt x="37647" y="133255"/>
                </a:lnTo>
                <a:lnTo>
                  <a:pt x="36626" y="110365"/>
                </a:lnTo>
                <a:lnTo>
                  <a:pt x="68767" y="89227"/>
                </a:lnTo>
                <a:lnTo>
                  <a:pt x="155628" y="74815"/>
                </a:lnTo>
                <a:lnTo>
                  <a:pt x="268271" y="56168"/>
                </a:lnTo>
                <a:lnTo>
                  <a:pt x="382928" y="40729"/>
                </a:lnTo>
                <a:lnTo>
                  <a:pt x="531877" y="33017"/>
                </a:lnTo>
                <a:lnTo>
                  <a:pt x="688169" y="23636"/>
                </a:lnTo>
                <a:lnTo>
                  <a:pt x="857768" y="19440"/>
                </a:lnTo>
                <a:lnTo>
                  <a:pt x="1028940" y="18087"/>
                </a:lnTo>
                <a:lnTo>
                  <a:pt x="1200573" y="22754"/>
                </a:lnTo>
                <a:lnTo>
                  <a:pt x="1348495" y="32362"/>
                </a:lnTo>
                <a:lnTo>
                  <a:pt x="1504491" y="43176"/>
                </a:lnTo>
                <a:lnTo>
                  <a:pt x="1630891" y="57870"/>
                </a:lnTo>
                <a:lnTo>
                  <a:pt x="1712838" y="75592"/>
                </a:lnTo>
                <a:lnTo>
                  <a:pt x="1795474" y="92339"/>
                </a:lnTo>
                <a:lnTo>
                  <a:pt x="1848688" y="112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33" name="rectifier-dataset-top-face">
            <a:extLst xmlns:a="http://schemas.openxmlformats.org/drawingml/2006/main">
              <a:ext uri="{FF2B5EF4-FFF2-40B4-BE49-F238E27FC236}">
                <a16:creationId xmlns:a16="http://schemas.microsoft.com/office/drawing/2014/main" id="{520DE4CF-9DA6-4DC2-9C00-AED6CB06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7235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8428" y="132225"/>
                </a:moveTo>
                <a:lnTo>
                  <a:pt x="1853792" y="154424"/>
                </a:lnTo>
                <a:lnTo>
                  <a:pt x="1807079" y="176450"/>
                </a:lnTo>
                <a:lnTo>
                  <a:pt x="1719454" y="190347"/>
                </a:lnTo>
                <a:lnTo>
                  <a:pt x="1637148" y="211161"/>
                </a:lnTo>
                <a:lnTo>
                  <a:pt x="1495841" y="225727"/>
                </a:lnTo>
                <a:lnTo>
                  <a:pt x="1356794" y="238177"/>
                </a:lnTo>
                <a:lnTo>
                  <a:pt x="1201626" y="244668"/>
                </a:lnTo>
                <a:lnTo>
                  <a:pt x="1026408" y="247438"/>
                </a:lnTo>
                <a:lnTo>
                  <a:pt x="856178" y="248338"/>
                </a:lnTo>
                <a:lnTo>
                  <a:pt x="690816" y="245093"/>
                </a:lnTo>
                <a:lnTo>
                  <a:pt x="535556" y="232370"/>
                </a:lnTo>
                <a:lnTo>
                  <a:pt x="391530" y="222527"/>
                </a:lnTo>
                <a:lnTo>
                  <a:pt x="246597" y="213218"/>
                </a:lnTo>
                <a:lnTo>
                  <a:pt x="171546" y="195320"/>
                </a:lnTo>
                <a:lnTo>
                  <a:pt x="65488" y="178114"/>
                </a:lnTo>
                <a:lnTo>
                  <a:pt x="17211" y="156208"/>
                </a:lnTo>
                <a:lnTo>
                  <a:pt x="11235" y="132830"/>
                </a:lnTo>
                <a:lnTo>
                  <a:pt x="17597" y="112808"/>
                </a:lnTo>
                <a:lnTo>
                  <a:pt x="83658" y="89166"/>
                </a:lnTo>
                <a:lnTo>
                  <a:pt x="144829" y="73309"/>
                </a:lnTo>
                <a:lnTo>
                  <a:pt x="254750" y="54329"/>
                </a:lnTo>
                <a:lnTo>
                  <a:pt x="379812" y="41581"/>
                </a:lnTo>
                <a:lnTo>
                  <a:pt x="536759" y="31442"/>
                </a:lnTo>
                <a:lnTo>
                  <a:pt x="686854" y="20913"/>
                </a:lnTo>
                <a:lnTo>
                  <a:pt x="859341" y="20553"/>
                </a:lnTo>
                <a:lnTo>
                  <a:pt x="1031061" y="19166"/>
                </a:lnTo>
                <a:lnTo>
                  <a:pt x="1192294" y="26493"/>
                </a:lnTo>
                <a:lnTo>
                  <a:pt x="1361373" y="30276"/>
                </a:lnTo>
                <a:lnTo>
                  <a:pt x="1487133" y="43227"/>
                </a:lnTo>
                <a:lnTo>
                  <a:pt x="1613009" y="57275"/>
                </a:lnTo>
                <a:lnTo>
                  <a:pt x="1742319" y="73304"/>
                </a:lnTo>
                <a:lnTo>
                  <a:pt x="1800984" y="90810"/>
                </a:lnTo>
                <a:lnTo>
                  <a:pt x="1867793" y="113079"/>
                </a:lnTo>
                <a:close/>
              </a:path>
            </a:pathLst>
          </a:custGeom>
          <a:solidFill xmlns:a="http://schemas.openxmlformats.org/drawingml/2006/main">
            <a:srgbClr val="72C5C4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34" name="specialized-training-pencil-echo">
            <a:extLst xmlns:a="http://schemas.openxmlformats.org/drawingml/2006/main">
              <a:ext uri="{FF2B5EF4-FFF2-40B4-BE49-F238E27FC236}">
                <a16:creationId xmlns:a16="http://schemas.microsoft.com/office/drawing/2014/main" id="{62E34DD0-0018-46F5-9690-EED243BB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285" y="4829175"/>
            <a:ext cx="533400" cy="3543300"/>
          </a:xfrm>
          <a:custGeom xmlns:a="http://schemas.openxmlformats.org/drawingml/2006/main">
            <a:pathLst>
              <a:path w="533400" h="3543300">
                <a:moveTo>
                  <a:pt x="57150" y="22991"/>
                </a:moveTo>
                <a:lnTo>
                  <a:pt x="127000" y="26535"/>
                </a:lnTo>
                <a:lnTo>
                  <a:pt x="196850" y="12480"/>
                </a:lnTo>
                <a:lnTo>
                  <a:pt x="266700" y="18714"/>
                </a:lnTo>
                <a:lnTo>
                  <a:pt x="336550" y="27377"/>
                </a:lnTo>
                <a:lnTo>
                  <a:pt x="406400" y="24287"/>
                </a:lnTo>
                <a:lnTo>
                  <a:pt x="476250" y="16828"/>
                </a:lnTo>
                <a:lnTo>
                  <a:pt x="513114" y="29337"/>
                </a:lnTo>
                <a:lnTo>
                  <a:pt x="514404" y="37148"/>
                </a:lnTo>
                <a:lnTo>
                  <a:pt x="509679" y="57150"/>
                </a:lnTo>
                <a:lnTo>
                  <a:pt x="507629" y="914400"/>
                </a:lnTo>
                <a:lnTo>
                  <a:pt x="514847" y="1771650"/>
                </a:lnTo>
                <a:lnTo>
                  <a:pt x="511097" y="2628900"/>
                </a:lnTo>
                <a:lnTo>
                  <a:pt x="508813" y="3486150"/>
                </a:lnTo>
                <a:lnTo>
                  <a:pt x="514833" y="3506153"/>
                </a:lnTo>
                <a:lnTo>
                  <a:pt x="516068" y="3513963"/>
                </a:lnTo>
                <a:lnTo>
                  <a:pt x="476250" y="3518255"/>
                </a:lnTo>
                <a:lnTo>
                  <a:pt x="406400" y="3528838"/>
                </a:lnTo>
                <a:lnTo>
                  <a:pt x="336550" y="3529864"/>
                </a:lnTo>
                <a:lnTo>
                  <a:pt x="266700" y="3523115"/>
                </a:lnTo>
                <a:lnTo>
                  <a:pt x="196850" y="3515860"/>
                </a:lnTo>
                <a:lnTo>
                  <a:pt x="127000" y="3526421"/>
                </a:lnTo>
                <a:lnTo>
                  <a:pt x="57150" y="3518593"/>
                </a:lnTo>
                <a:lnTo>
                  <a:pt x="20048" y="3513963"/>
                </a:lnTo>
                <a:lnTo>
                  <a:pt x="19890" y="3506153"/>
                </a:lnTo>
                <a:lnTo>
                  <a:pt x="9821" y="3486150"/>
                </a:lnTo>
                <a:lnTo>
                  <a:pt x="13968" y="2628900"/>
                </a:lnTo>
                <a:lnTo>
                  <a:pt x="18528" y="1771650"/>
                </a:lnTo>
                <a:lnTo>
                  <a:pt x="22759" y="914400"/>
                </a:lnTo>
                <a:lnTo>
                  <a:pt x="18364" y="57150"/>
                </a:lnTo>
                <a:lnTo>
                  <a:pt x="20616" y="37148"/>
                </a:lnTo>
                <a:lnTo>
                  <a:pt x="20613" y="29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97883"/>
            </a:solidFill>
            <a:prstDash val="solid"/>
          </a:ln>
        </p:spPr>
      </p:sp>
      <p:sp>
        <p:nvSpPr>
          <p:cNvPr id="135" name="specialized-training">
            <a:extLst xmlns:a="http://schemas.openxmlformats.org/drawingml/2006/main">
              <a:ext uri="{FF2B5EF4-FFF2-40B4-BE49-F238E27FC236}">
                <a16:creationId xmlns:a16="http://schemas.microsoft.com/office/drawing/2014/main" id="{22451AC9-7E63-444A-A2A4-B75D1A1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9650"/>
            <a:ext cx="533400" cy="3543300"/>
          </a:xfrm>
          <a:custGeom xmlns:a="http://schemas.openxmlformats.org/drawingml/2006/main">
            <a:pathLst>
              <a:path w="533400" h="3543300">
                <a:moveTo>
                  <a:pt x="57150" y="10975"/>
                </a:moveTo>
                <a:lnTo>
                  <a:pt x="127000" y="11686"/>
                </a:lnTo>
                <a:lnTo>
                  <a:pt x="196850" y="27524"/>
                </a:lnTo>
                <a:lnTo>
                  <a:pt x="266700" y="19976"/>
                </a:lnTo>
                <a:lnTo>
                  <a:pt x="336550" y="15610"/>
                </a:lnTo>
                <a:lnTo>
                  <a:pt x="406400" y="13614"/>
                </a:lnTo>
                <a:lnTo>
                  <a:pt x="476250" y="25033"/>
                </a:lnTo>
                <a:lnTo>
                  <a:pt x="512519" y="29337"/>
                </a:lnTo>
                <a:lnTo>
                  <a:pt x="516341" y="37148"/>
                </a:lnTo>
                <a:lnTo>
                  <a:pt x="521696" y="57150"/>
                </a:lnTo>
                <a:lnTo>
                  <a:pt x="517827" y="914400"/>
                </a:lnTo>
                <a:lnTo>
                  <a:pt x="512609" y="1771650"/>
                </a:lnTo>
                <a:lnTo>
                  <a:pt x="508132" y="2628900"/>
                </a:lnTo>
                <a:lnTo>
                  <a:pt x="516542" y="3486150"/>
                </a:lnTo>
                <a:lnTo>
                  <a:pt x="514825" y="3506153"/>
                </a:lnTo>
                <a:lnTo>
                  <a:pt x="514537" y="3513963"/>
                </a:lnTo>
                <a:lnTo>
                  <a:pt x="476250" y="3526613"/>
                </a:lnTo>
                <a:lnTo>
                  <a:pt x="406400" y="3520511"/>
                </a:lnTo>
                <a:lnTo>
                  <a:pt x="336550" y="3523479"/>
                </a:lnTo>
                <a:lnTo>
                  <a:pt x="266700" y="3529379"/>
                </a:lnTo>
                <a:lnTo>
                  <a:pt x="196850" y="3526289"/>
                </a:lnTo>
                <a:lnTo>
                  <a:pt x="127000" y="3520119"/>
                </a:lnTo>
                <a:lnTo>
                  <a:pt x="57150" y="3522362"/>
                </a:lnTo>
                <a:lnTo>
                  <a:pt x="20449" y="3513963"/>
                </a:lnTo>
                <a:lnTo>
                  <a:pt x="20640" y="3506153"/>
                </a:lnTo>
                <a:lnTo>
                  <a:pt x="10483" y="3486150"/>
                </a:lnTo>
                <a:lnTo>
                  <a:pt x="13872" y="2628900"/>
                </a:lnTo>
                <a:lnTo>
                  <a:pt x="27736" y="1771650"/>
                </a:lnTo>
                <a:lnTo>
                  <a:pt x="13517" y="914400"/>
                </a:lnTo>
                <a:lnTo>
                  <a:pt x="13101" y="57150"/>
                </a:lnTo>
                <a:lnTo>
                  <a:pt x="20429" y="37148"/>
                </a:lnTo>
                <a:lnTo>
                  <a:pt x="17918" y="29337"/>
                </a:lnTo>
                <a:close/>
              </a:path>
            </a:pathLst>
          </a:custGeom>
          <a:solidFill xmlns:a="http://schemas.openxmlformats.org/drawingml/2006/main">
            <a:srgbClr val="F3ADB7"/>
          </a:solidFill>
          <a:ln xmlns:a="http://schemas.openxmlformats.org/drawingml/2006/main" w="20955">
            <a:solidFill>
              <a:srgbClr val="8B555D"/>
            </a:solidFill>
            <a:prstDash val="solid"/>
          </a:ln>
        </p:spPr>
      </p:sp>
      <p:sp>
        <p:nvSpPr>
          <p:cNvPr id="136" name="training-left-port-1">
            <a:extLst xmlns:a="http://schemas.openxmlformats.org/drawingml/2006/main">
              <a:ext uri="{FF2B5EF4-FFF2-40B4-BE49-F238E27FC236}">
                <a16:creationId xmlns:a16="http://schemas.microsoft.com/office/drawing/2014/main" id="{00177EBE-D768-4FD5-AD81-87C8277B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raining-left-port-2">
            <a:extLst xmlns:a="http://schemas.openxmlformats.org/drawingml/2006/main">
              <a:ext uri="{FF2B5EF4-FFF2-40B4-BE49-F238E27FC236}">
                <a16:creationId xmlns:a16="http://schemas.microsoft.com/office/drawing/2014/main" id="{0344BB40-9730-44D4-A902-496F482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4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raining-left-port-3">
            <a:extLst xmlns:a="http://schemas.openxmlformats.org/drawingml/2006/main">
              <a:ext uri="{FF2B5EF4-FFF2-40B4-BE49-F238E27FC236}">
                <a16:creationId xmlns:a16="http://schemas.microsoft.com/office/drawing/2014/main" id="{DD37F104-E59A-47A9-A6E1-5A2092D0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72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raining-right-port-1">
            <a:extLst xmlns:a="http://schemas.openxmlformats.org/drawingml/2006/main">
              <a:ext uri="{FF2B5EF4-FFF2-40B4-BE49-F238E27FC236}">
                <a16:creationId xmlns:a16="http://schemas.microsoft.com/office/drawing/2014/main" id="{1372AB8D-C6A4-4662-9451-512D468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training-right-port-2">
            <a:extLst xmlns:a="http://schemas.openxmlformats.org/drawingml/2006/main">
              <a:ext uri="{FF2B5EF4-FFF2-40B4-BE49-F238E27FC236}">
                <a16:creationId xmlns:a16="http://schemas.microsoft.com/office/drawing/2014/main" id="{67644627-FC61-4138-AD09-6B1887E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training-right-port-3">
            <a:extLst xmlns:a="http://schemas.openxmlformats.org/drawingml/2006/main">
              <a:ext uri="{FF2B5EF4-FFF2-40B4-BE49-F238E27FC236}">
                <a16:creationId xmlns:a16="http://schemas.microsoft.com/office/drawing/2014/main" id="{8BA4CE3A-C450-4654-8841-E4806D7D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9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generator-meta-lane-pencil-echo">
            <a:extLst xmlns:a="http://schemas.openxmlformats.org/drawingml/2006/main">
              <a:ext uri="{FF2B5EF4-FFF2-40B4-BE49-F238E27FC236}">
                <a16:creationId xmlns:a16="http://schemas.microsoft.com/office/drawing/2014/main" id="{194D2E9B-2551-4ED4-A62F-1B2E7090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85" y="4829175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21308"/>
                </a:moveTo>
                <a:lnTo>
                  <a:pt x="425450" y="12157"/>
                </a:lnTo>
                <a:lnTo>
                  <a:pt x="822325" y="12282"/>
                </a:lnTo>
                <a:lnTo>
                  <a:pt x="1219200" y="22459"/>
                </a:lnTo>
                <a:lnTo>
                  <a:pt x="1616075" y="18315"/>
                </a:lnTo>
                <a:lnTo>
                  <a:pt x="2012950" y="23852"/>
                </a:lnTo>
                <a:lnTo>
                  <a:pt x="2409825" y="23741"/>
                </a:lnTo>
                <a:lnTo>
                  <a:pt x="2428186" y="24194"/>
                </a:lnTo>
                <a:lnTo>
                  <a:pt x="2421649" y="18574"/>
                </a:lnTo>
                <a:lnTo>
                  <a:pt x="2411128" y="28575"/>
                </a:lnTo>
                <a:lnTo>
                  <a:pt x="2427239" y="271463"/>
                </a:lnTo>
                <a:lnTo>
                  <a:pt x="2427304" y="514350"/>
                </a:lnTo>
                <a:lnTo>
                  <a:pt x="2420833" y="757238"/>
                </a:lnTo>
                <a:lnTo>
                  <a:pt x="2420667" y="1000125"/>
                </a:lnTo>
                <a:lnTo>
                  <a:pt x="2417600" y="1010126"/>
                </a:lnTo>
                <a:lnTo>
                  <a:pt x="2431025" y="1004506"/>
                </a:lnTo>
                <a:lnTo>
                  <a:pt x="2409825" y="1012197"/>
                </a:lnTo>
                <a:lnTo>
                  <a:pt x="2012950" y="1008503"/>
                </a:lnTo>
                <a:lnTo>
                  <a:pt x="1616075" y="1008181"/>
                </a:lnTo>
                <a:lnTo>
                  <a:pt x="1219200" y="1001369"/>
                </a:lnTo>
                <a:lnTo>
                  <a:pt x="822325" y="1011429"/>
                </a:lnTo>
                <a:lnTo>
                  <a:pt x="425450" y="1002747"/>
                </a:lnTo>
                <a:lnTo>
                  <a:pt x="28575" y="1013209"/>
                </a:lnTo>
                <a:lnTo>
                  <a:pt x="10613" y="1004506"/>
                </a:lnTo>
                <a:lnTo>
                  <a:pt x="19124" y="1010126"/>
                </a:lnTo>
                <a:lnTo>
                  <a:pt x="16860" y="1000125"/>
                </a:lnTo>
                <a:lnTo>
                  <a:pt x="27074" y="757238"/>
                </a:lnTo>
                <a:lnTo>
                  <a:pt x="15018" y="514350"/>
                </a:lnTo>
                <a:lnTo>
                  <a:pt x="14091" y="271463"/>
                </a:lnTo>
                <a:lnTo>
                  <a:pt x="14635" y="28575"/>
                </a:lnTo>
                <a:lnTo>
                  <a:pt x="18130" y="18574"/>
                </a:lnTo>
                <a:lnTo>
                  <a:pt x="7269" y="24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AEB9AB"/>
            </a:solidFill>
            <a:prstDash val="solid"/>
          </a:ln>
        </p:spPr>
      </p:sp>
      <p:sp>
        <p:nvSpPr>
          <p:cNvPr id="143" name="generator-meta-lane">
            <a:extLst xmlns:a="http://schemas.openxmlformats.org/drawingml/2006/main">
              <a:ext uri="{FF2B5EF4-FFF2-40B4-BE49-F238E27FC236}">
                <a16:creationId xmlns:a16="http://schemas.microsoft.com/office/drawing/2014/main" id="{623D836D-A4CA-4730-948A-FD291DFA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819650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16807"/>
                </a:moveTo>
                <a:lnTo>
                  <a:pt x="425450" y="22883"/>
                </a:lnTo>
                <a:lnTo>
                  <a:pt x="822325" y="21498"/>
                </a:lnTo>
                <a:lnTo>
                  <a:pt x="1219200" y="17843"/>
                </a:lnTo>
                <a:lnTo>
                  <a:pt x="1616075" y="15874"/>
                </a:lnTo>
                <a:lnTo>
                  <a:pt x="2012950" y="27782"/>
                </a:lnTo>
                <a:lnTo>
                  <a:pt x="2409825" y="11793"/>
                </a:lnTo>
                <a:lnTo>
                  <a:pt x="2430361" y="24194"/>
                </a:lnTo>
                <a:lnTo>
                  <a:pt x="2418310" y="18574"/>
                </a:lnTo>
                <a:lnTo>
                  <a:pt x="2423618" y="28575"/>
                </a:lnTo>
                <a:lnTo>
                  <a:pt x="2427776" y="271463"/>
                </a:lnTo>
                <a:lnTo>
                  <a:pt x="2418284" y="514350"/>
                </a:lnTo>
                <a:lnTo>
                  <a:pt x="2412428" y="757238"/>
                </a:lnTo>
                <a:lnTo>
                  <a:pt x="2410179" y="1000125"/>
                </a:lnTo>
                <a:lnTo>
                  <a:pt x="2421083" y="1010126"/>
                </a:lnTo>
                <a:lnTo>
                  <a:pt x="2429783" y="1004506"/>
                </a:lnTo>
                <a:lnTo>
                  <a:pt x="2409825" y="1013788"/>
                </a:lnTo>
                <a:lnTo>
                  <a:pt x="2012950" y="1005601"/>
                </a:lnTo>
                <a:lnTo>
                  <a:pt x="1616075" y="1005363"/>
                </a:lnTo>
                <a:lnTo>
                  <a:pt x="1219200" y="1015477"/>
                </a:lnTo>
                <a:lnTo>
                  <a:pt x="822325" y="1017771"/>
                </a:lnTo>
                <a:lnTo>
                  <a:pt x="425450" y="1008151"/>
                </a:lnTo>
                <a:lnTo>
                  <a:pt x="28575" y="1008477"/>
                </a:lnTo>
                <a:lnTo>
                  <a:pt x="9978" y="1004506"/>
                </a:lnTo>
                <a:lnTo>
                  <a:pt x="20770" y="1010126"/>
                </a:lnTo>
                <a:lnTo>
                  <a:pt x="23133" y="1000125"/>
                </a:lnTo>
                <a:lnTo>
                  <a:pt x="22815" y="757238"/>
                </a:lnTo>
                <a:lnTo>
                  <a:pt x="9920" y="514350"/>
                </a:lnTo>
                <a:lnTo>
                  <a:pt x="16947" y="271463"/>
                </a:lnTo>
                <a:lnTo>
                  <a:pt x="18287" y="28575"/>
                </a:lnTo>
                <a:lnTo>
                  <a:pt x="16999" y="18574"/>
                </a:lnTo>
                <a:lnTo>
                  <a:pt x="9501" y="24194"/>
                </a:lnTo>
                <a:close/>
              </a:path>
            </a:pathLst>
          </a:custGeom>
          <a:solidFill xmlns:a="http://schemas.openxmlformats.org/drawingml/2006/main">
            <a:srgbClr val="DFEFD7"/>
          </a:solidFill>
          <a:ln xmlns:a="http://schemas.openxmlformats.org/drawingml/2006/main" w="10478">
            <a:solidFill>
              <a:srgbClr val="C9D2C6"/>
            </a:solidFill>
            <a:prstDash val="solid"/>
          </a:ln>
        </p:spPr>
      </p:sp>
      <p:sp>
        <p:nvSpPr>
          <p:cNvPr id="144" name="implementor-meta-lane-pencil-echo">
            <a:extLst xmlns:a="http://schemas.openxmlformats.org/drawingml/2006/main">
              <a:ext uri="{FF2B5EF4-FFF2-40B4-BE49-F238E27FC236}">
                <a16:creationId xmlns:a16="http://schemas.microsoft.com/office/drawing/2014/main" id="{3CDD6569-74C1-41B6-BB26-A6CD1D49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85" y="6029325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15480"/>
                </a:moveTo>
                <a:lnTo>
                  <a:pt x="425450" y="24468"/>
                </a:lnTo>
                <a:lnTo>
                  <a:pt x="822325" y="12592"/>
                </a:lnTo>
                <a:lnTo>
                  <a:pt x="1219200" y="13845"/>
                </a:lnTo>
                <a:lnTo>
                  <a:pt x="1616075" y="19585"/>
                </a:lnTo>
                <a:lnTo>
                  <a:pt x="2012950" y="11245"/>
                </a:lnTo>
                <a:lnTo>
                  <a:pt x="2409825" y="23618"/>
                </a:lnTo>
                <a:lnTo>
                  <a:pt x="2426220" y="24194"/>
                </a:lnTo>
                <a:lnTo>
                  <a:pt x="2421653" y="18574"/>
                </a:lnTo>
                <a:lnTo>
                  <a:pt x="2421410" y="28575"/>
                </a:lnTo>
                <a:lnTo>
                  <a:pt x="2426267" y="271463"/>
                </a:lnTo>
                <a:lnTo>
                  <a:pt x="2414953" y="514350"/>
                </a:lnTo>
                <a:lnTo>
                  <a:pt x="2420904" y="757238"/>
                </a:lnTo>
                <a:lnTo>
                  <a:pt x="2417207" y="1000125"/>
                </a:lnTo>
                <a:lnTo>
                  <a:pt x="2421233" y="1010126"/>
                </a:lnTo>
                <a:lnTo>
                  <a:pt x="2427681" y="1004506"/>
                </a:lnTo>
                <a:lnTo>
                  <a:pt x="2409825" y="1004199"/>
                </a:lnTo>
                <a:lnTo>
                  <a:pt x="2012950" y="1009834"/>
                </a:lnTo>
                <a:lnTo>
                  <a:pt x="1616075" y="1012039"/>
                </a:lnTo>
                <a:lnTo>
                  <a:pt x="1219200" y="1013199"/>
                </a:lnTo>
                <a:lnTo>
                  <a:pt x="822325" y="1008599"/>
                </a:lnTo>
                <a:lnTo>
                  <a:pt x="425450" y="1004119"/>
                </a:lnTo>
                <a:lnTo>
                  <a:pt x="28575" y="1014995"/>
                </a:lnTo>
                <a:lnTo>
                  <a:pt x="7360" y="1004506"/>
                </a:lnTo>
                <a:lnTo>
                  <a:pt x="19427" y="1010126"/>
                </a:lnTo>
                <a:lnTo>
                  <a:pt x="12227" y="1000125"/>
                </a:lnTo>
                <a:lnTo>
                  <a:pt x="10816" y="757238"/>
                </a:lnTo>
                <a:lnTo>
                  <a:pt x="20776" y="514350"/>
                </a:lnTo>
                <a:lnTo>
                  <a:pt x="10968" y="271463"/>
                </a:lnTo>
                <a:lnTo>
                  <a:pt x="23107" y="28575"/>
                </a:lnTo>
                <a:lnTo>
                  <a:pt x="18362" y="18574"/>
                </a:lnTo>
                <a:lnTo>
                  <a:pt x="7819" y="24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AEB9AB"/>
            </a:solidFill>
            <a:prstDash val="solid"/>
          </a:ln>
        </p:spPr>
      </p:sp>
      <p:sp>
        <p:nvSpPr>
          <p:cNvPr id="145" name="implementor-meta-lane">
            <a:extLst xmlns:a="http://schemas.openxmlformats.org/drawingml/2006/main">
              <a:ext uri="{FF2B5EF4-FFF2-40B4-BE49-F238E27FC236}">
                <a16:creationId xmlns:a16="http://schemas.microsoft.com/office/drawing/2014/main" id="{985B5BCD-AACD-47D8-8542-7F5A965F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19800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26501"/>
                </a:moveTo>
                <a:lnTo>
                  <a:pt x="425450" y="13037"/>
                </a:lnTo>
                <a:lnTo>
                  <a:pt x="822325" y="20943"/>
                </a:lnTo>
                <a:lnTo>
                  <a:pt x="1219200" y="12135"/>
                </a:lnTo>
                <a:lnTo>
                  <a:pt x="1616075" y="27743"/>
                </a:lnTo>
                <a:lnTo>
                  <a:pt x="2012950" y="28419"/>
                </a:lnTo>
                <a:lnTo>
                  <a:pt x="2409825" y="14575"/>
                </a:lnTo>
                <a:lnTo>
                  <a:pt x="2429260" y="24194"/>
                </a:lnTo>
                <a:lnTo>
                  <a:pt x="2421303" y="18574"/>
                </a:lnTo>
                <a:lnTo>
                  <a:pt x="2420750" y="28575"/>
                </a:lnTo>
                <a:lnTo>
                  <a:pt x="2417254" y="271463"/>
                </a:lnTo>
                <a:lnTo>
                  <a:pt x="2414477" y="514350"/>
                </a:lnTo>
                <a:lnTo>
                  <a:pt x="2423705" y="757238"/>
                </a:lnTo>
                <a:lnTo>
                  <a:pt x="2413015" y="1000125"/>
                </a:lnTo>
                <a:lnTo>
                  <a:pt x="2418445" y="1010126"/>
                </a:lnTo>
                <a:lnTo>
                  <a:pt x="2430773" y="1004506"/>
                </a:lnTo>
                <a:lnTo>
                  <a:pt x="2409825" y="1007863"/>
                </a:lnTo>
                <a:lnTo>
                  <a:pt x="2012950" y="1004484"/>
                </a:lnTo>
                <a:lnTo>
                  <a:pt x="1616075" y="1011988"/>
                </a:lnTo>
                <a:lnTo>
                  <a:pt x="1219200" y="1004118"/>
                </a:lnTo>
                <a:lnTo>
                  <a:pt x="822325" y="1018208"/>
                </a:lnTo>
                <a:lnTo>
                  <a:pt x="425450" y="1002795"/>
                </a:lnTo>
                <a:lnTo>
                  <a:pt x="28575" y="1001266"/>
                </a:lnTo>
                <a:lnTo>
                  <a:pt x="7840" y="1004506"/>
                </a:lnTo>
                <a:lnTo>
                  <a:pt x="16791" y="1010126"/>
                </a:lnTo>
                <a:lnTo>
                  <a:pt x="20885" y="1000125"/>
                </a:lnTo>
                <a:lnTo>
                  <a:pt x="16554" y="757238"/>
                </a:lnTo>
                <a:lnTo>
                  <a:pt x="10174" y="514350"/>
                </a:lnTo>
                <a:lnTo>
                  <a:pt x="17244" y="271463"/>
                </a:lnTo>
                <a:lnTo>
                  <a:pt x="25679" y="28575"/>
                </a:lnTo>
                <a:lnTo>
                  <a:pt x="20094" y="18574"/>
                </a:lnTo>
                <a:lnTo>
                  <a:pt x="10001" y="24194"/>
                </a:lnTo>
                <a:close/>
              </a:path>
            </a:pathLst>
          </a:custGeom>
          <a:solidFill xmlns:a="http://schemas.openxmlformats.org/drawingml/2006/main">
            <a:srgbClr val="DFEFD7"/>
          </a:solidFill>
          <a:ln xmlns:a="http://schemas.openxmlformats.org/drawingml/2006/main" w="10478">
            <a:solidFill>
              <a:srgbClr val="C9D2C6"/>
            </a:solidFill>
            <a:prstDash val="solid"/>
          </a:ln>
        </p:spPr>
      </p:sp>
      <p:sp>
        <p:nvSpPr>
          <p:cNvPr id="146" name="rectifier-meta-lane-pencil-echo">
            <a:extLst xmlns:a="http://schemas.openxmlformats.org/drawingml/2006/main">
              <a:ext uri="{FF2B5EF4-FFF2-40B4-BE49-F238E27FC236}">
                <a16:creationId xmlns:a16="http://schemas.microsoft.com/office/drawing/2014/main" id="{29A1BB0F-1193-410B-A7BB-09F7547F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85" y="7229475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17818"/>
                </a:moveTo>
                <a:lnTo>
                  <a:pt x="425450" y="10157"/>
                </a:lnTo>
                <a:lnTo>
                  <a:pt x="822325" y="14470"/>
                </a:lnTo>
                <a:lnTo>
                  <a:pt x="1219200" y="13236"/>
                </a:lnTo>
                <a:lnTo>
                  <a:pt x="1616075" y="12505"/>
                </a:lnTo>
                <a:lnTo>
                  <a:pt x="2012950" y="27912"/>
                </a:lnTo>
                <a:lnTo>
                  <a:pt x="2409825" y="10136"/>
                </a:lnTo>
                <a:lnTo>
                  <a:pt x="2431053" y="24194"/>
                </a:lnTo>
                <a:lnTo>
                  <a:pt x="2419446" y="18574"/>
                </a:lnTo>
                <a:lnTo>
                  <a:pt x="2424894" y="28575"/>
                </a:lnTo>
                <a:lnTo>
                  <a:pt x="2420685" y="271463"/>
                </a:lnTo>
                <a:lnTo>
                  <a:pt x="2427489" y="514350"/>
                </a:lnTo>
                <a:lnTo>
                  <a:pt x="2410437" y="757238"/>
                </a:lnTo>
                <a:lnTo>
                  <a:pt x="2410598" y="1000125"/>
                </a:lnTo>
                <a:lnTo>
                  <a:pt x="2418519" y="1010126"/>
                </a:lnTo>
                <a:lnTo>
                  <a:pt x="2426305" y="1004506"/>
                </a:lnTo>
                <a:lnTo>
                  <a:pt x="2409825" y="1013649"/>
                </a:lnTo>
                <a:lnTo>
                  <a:pt x="2012950" y="1010526"/>
                </a:lnTo>
                <a:lnTo>
                  <a:pt x="1616075" y="1005209"/>
                </a:lnTo>
                <a:lnTo>
                  <a:pt x="1219200" y="1007715"/>
                </a:lnTo>
                <a:lnTo>
                  <a:pt x="822325" y="1012166"/>
                </a:lnTo>
                <a:lnTo>
                  <a:pt x="425450" y="1016665"/>
                </a:lnTo>
                <a:lnTo>
                  <a:pt x="28575" y="1015751"/>
                </a:lnTo>
                <a:lnTo>
                  <a:pt x="8427" y="1004506"/>
                </a:lnTo>
                <a:lnTo>
                  <a:pt x="17982" y="1010126"/>
                </a:lnTo>
                <a:lnTo>
                  <a:pt x="9786" y="1000125"/>
                </a:lnTo>
                <a:lnTo>
                  <a:pt x="19839" y="757238"/>
                </a:lnTo>
                <a:lnTo>
                  <a:pt x="14069" y="514350"/>
                </a:lnTo>
                <a:lnTo>
                  <a:pt x="18232" y="271463"/>
                </a:lnTo>
                <a:lnTo>
                  <a:pt x="18567" y="28575"/>
                </a:lnTo>
                <a:lnTo>
                  <a:pt x="17756" y="18574"/>
                </a:lnTo>
                <a:lnTo>
                  <a:pt x="11757" y="24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AEB9AB"/>
            </a:solidFill>
            <a:prstDash val="solid"/>
          </a:ln>
        </p:spPr>
      </p:sp>
      <p:sp>
        <p:nvSpPr>
          <p:cNvPr id="147" name="rectifier-meta-lane">
            <a:extLst xmlns:a="http://schemas.openxmlformats.org/drawingml/2006/main">
              <a:ext uri="{FF2B5EF4-FFF2-40B4-BE49-F238E27FC236}">
                <a16:creationId xmlns:a16="http://schemas.microsoft.com/office/drawing/2014/main" id="{36A238C5-DCE0-41F6-B5F4-C345167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219950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20492"/>
                </a:moveTo>
                <a:lnTo>
                  <a:pt x="425450" y="15467"/>
                </a:lnTo>
                <a:lnTo>
                  <a:pt x="822325" y="10714"/>
                </a:lnTo>
                <a:lnTo>
                  <a:pt x="1219200" y="26066"/>
                </a:lnTo>
                <a:lnTo>
                  <a:pt x="1616075" y="18704"/>
                </a:lnTo>
                <a:lnTo>
                  <a:pt x="2012950" y="22356"/>
                </a:lnTo>
                <a:lnTo>
                  <a:pt x="2409825" y="11460"/>
                </a:lnTo>
                <a:lnTo>
                  <a:pt x="2430000" y="24194"/>
                </a:lnTo>
                <a:lnTo>
                  <a:pt x="2417222" y="18574"/>
                </a:lnTo>
                <a:lnTo>
                  <a:pt x="2412492" y="28575"/>
                </a:lnTo>
                <a:lnTo>
                  <a:pt x="2411788" y="271463"/>
                </a:lnTo>
                <a:lnTo>
                  <a:pt x="2423350" y="514350"/>
                </a:lnTo>
                <a:lnTo>
                  <a:pt x="2420344" y="757238"/>
                </a:lnTo>
                <a:lnTo>
                  <a:pt x="2417417" y="1000125"/>
                </a:lnTo>
                <a:lnTo>
                  <a:pt x="2417784" y="1010126"/>
                </a:lnTo>
                <a:lnTo>
                  <a:pt x="2430094" y="1004506"/>
                </a:lnTo>
                <a:lnTo>
                  <a:pt x="2409825" y="1010092"/>
                </a:lnTo>
                <a:lnTo>
                  <a:pt x="2012950" y="1002256"/>
                </a:lnTo>
                <a:lnTo>
                  <a:pt x="1616075" y="1005662"/>
                </a:lnTo>
                <a:lnTo>
                  <a:pt x="1219200" y="1010338"/>
                </a:lnTo>
                <a:lnTo>
                  <a:pt x="822325" y="1004928"/>
                </a:lnTo>
                <a:lnTo>
                  <a:pt x="425450" y="1014440"/>
                </a:lnTo>
                <a:lnTo>
                  <a:pt x="28575" y="1011013"/>
                </a:lnTo>
                <a:lnTo>
                  <a:pt x="9563" y="1004506"/>
                </a:lnTo>
                <a:lnTo>
                  <a:pt x="20924" y="1010126"/>
                </a:lnTo>
                <a:lnTo>
                  <a:pt x="24906" y="1000125"/>
                </a:lnTo>
                <a:lnTo>
                  <a:pt x="18559" y="757238"/>
                </a:lnTo>
                <a:lnTo>
                  <a:pt x="26190" y="514350"/>
                </a:lnTo>
                <a:lnTo>
                  <a:pt x="18371" y="271463"/>
                </a:lnTo>
                <a:lnTo>
                  <a:pt x="18538" y="28575"/>
                </a:lnTo>
                <a:lnTo>
                  <a:pt x="21115" y="18574"/>
                </a:lnTo>
                <a:lnTo>
                  <a:pt x="7921" y="24194"/>
                </a:lnTo>
                <a:close/>
              </a:path>
            </a:pathLst>
          </a:custGeom>
          <a:solidFill xmlns:a="http://schemas.openxmlformats.org/drawingml/2006/main">
            <a:srgbClr val="DFEFD7"/>
          </a:solidFill>
          <a:ln xmlns:a="http://schemas.openxmlformats.org/drawingml/2006/main" w="10478">
            <a:solidFill>
              <a:srgbClr val="C9D2C6"/>
            </a:solidFill>
            <a:prstDash val="solid"/>
          </a:ln>
        </p:spPr>
      </p:sp>
      <p:sp>
        <p:nvSpPr>
          <p:cNvPr id="148" name="generator-meta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48CE5978-DDB8-49DC-9C29-2A2C2CDC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728" y="50739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7437" y="258010"/>
                </a:moveTo>
                <a:lnTo>
                  <a:pt x="489259" y="320926"/>
                </a:lnTo>
                <a:lnTo>
                  <a:pt x="457690" y="377385"/>
                </a:lnTo>
                <a:lnTo>
                  <a:pt x="424871" y="424767"/>
                </a:lnTo>
                <a:lnTo>
                  <a:pt x="379586" y="464692"/>
                </a:lnTo>
                <a:lnTo>
                  <a:pt x="318148" y="488389"/>
                </a:lnTo>
                <a:lnTo>
                  <a:pt x="253448" y="495307"/>
                </a:lnTo>
                <a:lnTo>
                  <a:pt x="197744" y="485097"/>
                </a:lnTo>
                <a:lnTo>
                  <a:pt x="139180" y="466886"/>
                </a:lnTo>
                <a:lnTo>
                  <a:pt x="83984" y="426675"/>
                </a:lnTo>
                <a:lnTo>
                  <a:pt x="48553" y="373333"/>
                </a:lnTo>
                <a:lnTo>
                  <a:pt x="23687" y="321465"/>
                </a:lnTo>
                <a:lnTo>
                  <a:pt x="17954" y="260575"/>
                </a:lnTo>
                <a:lnTo>
                  <a:pt x="22335" y="196602"/>
                </a:lnTo>
                <a:lnTo>
                  <a:pt x="50942" y="136671"/>
                </a:lnTo>
                <a:lnTo>
                  <a:pt x="87136" y="93328"/>
                </a:lnTo>
                <a:lnTo>
                  <a:pt x="135862" y="49052"/>
                </a:lnTo>
                <a:lnTo>
                  <a:pt x="194503" y="26378"/>
                </a:lnTo>
                <a:lnTo>
                  <a:pt x="257447" y="20347"/>
                </a:lnTo>
                <a:lnTo>
                  <a:pt x="322356" y="26892"/>
                </a:lnTo>
                <a:lnTo>
                  <a:pt x="381294" y="48104"/>
                </a:lnTo>
                <a:lnTo>
                  <a:pt x="421594" y="87859"/>
                </a:lnTo>
                <a:lnTo>
                  <a:pt x="461729" y="136042"/>
                </a:lnTo>
                <a:lnTo>
                  <a:pt x="483038" y="195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49" name="genera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A698C258-5867-4E75-A73C-62793E58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5349" y="256805"/>
                </a:moveTo>
                <a:lnTo>
                  <a:pt x="491343" y="319373"/>
                </a:lnTo>
                <a:lnTo>
                  <a:pt x="466080" y="379340"/>
                </a:lnTo>
                <a:lnTo>
                  <a:pt x="425723" y="422626"/>
                </a:lnTo>
                <a:lnTo>
                  <a:pt x="377550" y="461532"/>
                </a:lnTo>
                <a:lnTo>
                  <a:pt x="321457" y="489106"/>
                </a:lnTo>
                <a:lnTo>
                  <a:pt x="252440" y="496881"/>
                </a:lnTo>
                <a:lnTo>
                  <a:pt x="195407" y="489750"/>
                </a:lnTo>
                <a:lnTo>
                  <a:pt x="139264" y="463321"/>
                </a:lnTo>
                <a:lnTo>
                  <a:pt x="91652" y="424734"/>
                </a:lnTo>
                <a:lnTo>
                  <a:pt x="52078" y="374834"/>
                </a:lnTo>
                <a:lnTo>
                  <a:pt x="28062" y="321698"/>
                </a:lnTo>
                <a:lnTo>
                  <a:pt x="22060" y="259102"/>
                </a:lnTo>
                <a:lnTo>
                  <a:pt x="22605" y="195434"/>
                </a:lnTo>
                <a:lnTo>
                  <a:pt x="51663" y="142836"/>
                </a:lnTo>
                <a:lnTo>
                  <a:pt x="92298" y="90935"/>
                </a:lnTo>
                <a:lnTo>
                  <a:pt x="136750" y="56762"/>
                </a:lnTo>
                <a:lnTo>
                  <a:pt x="191343" y="23229"/>
                </a:lnTo>
                <a:lnTo>
                  <a:pt x="255308" y="23775"/>
                </a:lnTo>
                <a:lnTo>
                  <a:pt x="319129" y="30159"/>
                </a:lnTo>
                <a:lnTo>
                  <a:pt x="377797" y="53738"/>
                </a:lnTo>
                <a:lnTo>
                  <a:pt x="428264" y="86373"/>
                </a:lnTo>
                <a:lnTo>
                  <a:pt x="461360" y="136935"/>
                </a:lnTo>
                <a:lnTo>
                  <a:pt x="482407" y="1960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50" name="implementor-meta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971AF504-A260-45E1-B049-0C0D1CCB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728" y="627411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2661" y="258943"/>
                </a:moveTo>
                <a:lnTo>
                  <a:pt x="492703" y="318153"/>
                </a:lnTo>
                <a:lnTo>
                  <a:pt x="464374" y="374186"/>
                </a:lnTo>
                <a:lnTo>
                  <a:pt x="424462" y="423110"/>
                </a:lnTo>
                <a:lnTo>
                  <a:pt x="380174" y="461353"/>
                </a:lnTo>
                <a:lnTo>
                  <a:pt x="317573" y="484776"/>
                </a:lnTo>
                <a:lnTo>
                  <a:pt x="259939" y="493621"/>
                </a:lnTo>
                <a:lnTo>
                  <a:pt x="196230" y="492022"/>
                </a:lnTo>
                <a:lnTo>
                  <a:pt x="141324" y="460328"/>
                </a:lnTo>
                <a:lnTo>
                  <a:pt x="91100" y="421370"/>
                </a:lnTo>
                <a:lnTo>
                  <a:pt x="48309" y="373928"/>
                </a:lnTo>
                <a:lnTo>
                  <a:pt x="28457" y="314041"/>
                </a:lnTo>
                <a:lnTo>
                  <a:pt x="17026" y="253763"/>
                </a:lnTo>
                <a:lnTo>
                  <a:pt x="23599" y="190459"/>
                </a:lnTo>
                <a:lnTo>
                  <a:pt x="49786" y="133155"/>
                </a:lnTo>
                <a:lnTo>
                  <a:pt x="93787" y="88861"/>
                </a:lnTo>
                <a:lnTo>
                  <a:pt x="139810" y="44724"/>
                </a:lnTo>
                <a:lnTo>
                  <a:pt x="195570" y="26982"/>
                </a:lnTo>
                <a:lnTo>
                  <a:pt x="256993" y="20937"/>
                </a:lnTo>
                <a:lnTo>
                  <a:pt x="314826" y="25475"/>
                </a:lnTo>
                <a:lnTo>
                  <a:pt x="377845" y="52635"/>
                </a:lnTo>
                <a:lnTo>
                  <a:pt x="430510" y="89688"/>
                </a:lnTo>
                <a:lnTo>
                  <a:pt x="468877" y="139008"/>
                </a:lnTo>
                <a:lnTo>
                  <a:pt x="490070" y="1958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51" name="implemen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474BA82F-7D26-4BA8-B84E-0DCC2775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8003" y="261904"/>
                </a:moveTo>
                <a:lnTo>
                  <a:pt x="483738" y="316333"/>
                </a:lnTo>
                <a:lnTo>
                  <a:pt x="465133" y="378313"/>
                </a:lnTo>
                <a:lnTo>
                  <a:pt x="423955" y="424930"/>
                </a:lnTo>
                <a:lnTo>
                  <a:pt x="375424" y="463486"/>
                </a:lnTo>
                <a:lnTo>
                  <a:pt x="316451" y="492147"/>
                </a:lnTo>
                <a:lnTo>
                  <a:pt x="252733" y="492865"/>
                </a:lnTo>
                <a:lnTo>
                  <a:pt x="195399" y="486846"/>
                </a:lnTo>
                <a:lnTo>
                  <a:pt x="136651" y="462625"/>
                </a:lnTo>
                <a:lnTo>
                  <a:pt x="88188" y="419445"/>
                </a:lnTo>
                <a:lnTo>
                  <a:pt x="54684" y="375528"/>
                </a:lnTo>
                <a:lnTo>
                  <a:pt x="30163" y="318097"/>
                </a:lnTo>
                <a:lnTo>
                  <a:pt x="24111" y="260166"/>
                </a:lnTo>
                <a:lnTo>
                  <a:pt x="29491" y="200632"/>
                </a:lnTo>
                <a:lnTo>
                  <a:pt x="56856" y="138470"/>
                </a:lnTo>
                <a:lnTo>
                  <a:pt x="87704" y="91092"/>
                </a:lnTo>
                <a:lnTo>
                  <a:pt x="131954" y="49806"/>
                </a:lnTo>
                <a:lnTo>
                  <a:pt x="199262" y="24855"/>
                </a:lnTo>
                <a:lnTo>
                  <a:pt x="261434" y="17520"/>
                </a:lnTo>
                <a:lnTo>
                  <a:pt x="320590" y="22737"/>
                </a:lnTo>
                <a:lnTo>
                  <a:pt x="379444" y="49513"/>
                </a:lnTo>
                <a:lnTo>
                  <a:pt x="427723" y="86762"/>
                </a:lnTo>
                <a:lnTo>
                  <a:pt x="465879" y="137623"/>
                </a:lnTo>
                <a:lnTo>
                  <a:pt x="486641" y="1912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52" name="rectifier-meta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5F7686A1-90B4-47AF-8EAC-ACC7030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728" y="7474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0913" y="259409"/>
                </a:moveTo>
                <a:lnTo>
                  <a:pt x="488848" y="315651"/>
                </a:lnTo>
                <a:lnTo>
                  <a:pt x="466843" y="374763"/>
                </a:lnTo>
                <a:lnTo>
                  <a:pt x="431539" y="424814"/>
                </a:lnTo>
                <a:lnTo>
                  <a:pt x="375089" y="466991"/>
                </a:lnTo>
                <a:lnTo>
                  <a:pt x="317482" y="486479"/>
                </a:lnTo>
                <a:lnTo>
                  <a:pt x="259074" y="496155"/>
                </a:lnTo>
                <a:lnTo>
                  <a:pt x="194649" y="484546"/>
                </a:lnTo>
                <a:lnTo>
                  <a:pt x="142116" y="459568"/>
                </a:lnTo>
                <a:lnTo>
                  <a:pt x="83853" y="424466"/>
                </a:lnTo>
                <a:lnTo>
                  <a:pt x="54203" y="373798"/>
                </a:lnTo>
                <a:lnTo>
                  <a:pt x="27038" y="319252"/>
                </a:lnTo>
                <a:lnTo>
                  <a:pt x="20263" y="255668"/>
                </a:lnTo>
                <a:lnTo>
                  <a:pt x="28898" y="197690"/>
                </a:lnTo>
                <a:lnTo>
                  <a:pt x="53533" y="140384"/>
                </a:lnTo>
                <a:lnTo>
                  <a:pt x="86833" y="84599"/>
                </a:lnTo>
                <a:lnTo>
                  <a:pt x="131817" y="48615"/>
                </a:lnTo>
                <a:lnTo>
                  <a:pt x="191789" y="28470"/>
                </a:lnTo>
                <a:lnTo>
                  <a:pt x="252638" y="19324"/>
                </a:lnTo>
                <a:lnTo>
                  <a:pt x="314104" y="27912"/>
                </a:lnTo>
                <a:lnTo>
                  <a:pt x="377118" y="57244"/>
                </a:lnTo>
                <a:lnTo>
                  <a:pt x="423537" y="90931"/>
                </a:lnTo>
                <a:lnTo>
                  <a:pt x="465083" y="139486"/>
                </a:lnTo>
                <a:lnTo>
                  <a:pt x="490685" y="1947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53" name="rectifier-meta-avatar-slot">
            <a:extLst xmlns:a="http://schemas.openxmlformats.org/drawingml/2006/main">
              <a:ext uri="{FF2B5EF4-FFF2-40B4-BE49-F238E27FC236}">
                <a16:creationId xmlns:a16="http://schemas.microsoft.com/office/drawing/2014/main" id="{FBF8A031-C59D-4F95-8A53-08FF456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8020" y="255786"/>
                </a:moveTo>
                <a:lnTo>
                  <a:pt x="487488" y="321479"/>
                </a:lnTo>
                <a:lnTo>
                  <a:pt x="460780" y="370890"/>
                </a:lnTo>
                <a:lnTo>
                  <a:pt x="419655" y="425908"/>
                </a:lnTo>
                <a:lnTo>
                  <a:pt x="377402" y="456628"/>
                </a:lnTo>
                <a:lnTo>
                  <a:pt x="315107" y="490250"/>
                </a:lnTo>
                <a:lnTo>
                  <a:pt x="254619" y="499775"/>
                </a:lnTo>
                <a:lnTo>
                  <a:pt x="192354" y="489942"/>
                </a:lnTo>
                <a:lnTo>
                  <a:pt x="140015" y="460261"/>
                </a:lnTo>
                <a:lnTo>
                  <a:pt x="94220" y="425271"/>
                </a:lnTo>
                <a:lnTo>
                  <a:pt x="50312" y="381201"/>
                </a:lnTo>
                <a:lnTo>
                  <a:pt x="24535" y="323821"/>
                </a:lnTo>
                <a:lnTo>
                  <a:pt x="21360" y="258850"/>
                </a:lnTo>
                <a:lnTo>
                  <a:pt x="31364" y="197319"/>
                </a:lnTo>
                <a:lnTo>
                  <a:pt x="57558" y="137129"/>
                </a:lnTo>
                <a:lnTo>
                  <a:pt x="90944" y="92116"/>
                </a:lnTo>
                <a:lnTo>
                  <a:pt x="143977" y="53475"/>
                </a:lnTo>
                <a:lnTo>
                  <a:pt x="194591" y="28404"/>
                </a:lnTo>
                <a:lnTo>
                  <a:pt x="255553" y="16920"/>
                </a:lnTo>
                <a:lnTo>
                  <a:pt x="316207" y="23406"/>
                </a:lnTo>
                <a:lnTo>
                  <a:pt x="380104" y="47592"/>
                </a:lnTo>
                <a:lnTo>
                  <a:pt x="422244" y="91640"/>
                </a:lnTo>
                <a:lnTo>
                  <a:pt x="462045" y="135256"/>
                </a:lnTo>
                <a:lnTo>
                  <a:pt x="491767" y="1926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cxnSp>
        <p:nvCxnSpPr>
          <p:cNvPr id="464" name=""/>
          <p:cNvCxnSpPr>
            <a:stCxn xmlns:a="http://schemas.openxmlformats.org/drawingml/2006/main" id="10" idx="0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16200000" flipH="1">
            <a:off x="2038350" y="95250"/>
            <a:ext cx="13335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267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5" name=""/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16200000" flipH="1">
            <a:off x="1704975" y="1114425"/>
            <a:ext cx="148590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552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6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102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28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99160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609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90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" name="design-to-implemen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D196693A-7C1D-42F5-9849-BFCF626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485" y="22764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4272" y="109619"/>
                </a:moveTo>
                <a:lnTo>
                  <a:pt x="221790" y="117063"/>
                </a:lnTo>
                <a:lnTo>
                  <a:pt x="217784" y="23943"/>
                </a:lnTo>
                <a:lnTo>
                  <a:pt x="379677" y="198310"/>
                </a:lnTo>
                <a:lnTo>
                  <a:pt x="217894" y="379022"/>
                </a:lnTo>
                <a:lnTo>
                  <a:pt x="214971" y="282050"/>
                </a:lnTo>
                <a:lnTo>
                  <a:pt x="20984" y="2838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0" name="design-to-implement-marker">
            <a:extLst xmlns:a="http://schemas.openxmlformats.org/drawingml/2006/main">
              <a:ext uri="{FF2B5EF4-FFF2-40B4-BE49-F238E27FC236}">
                <a16:creationId xmlns:a16="http://schemas.microsoft.com/office/drawing/2014/main" id="{BBF74732-DA95-469F-AFD4-291EA0D4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2809" y="108786"/>
                </a:moveTo>
                <a:lnTo>
                  <a:pt x="213208" y="115727"/>
                </a:lnTo>
                <a:lnTo>
                  <a:pt x="214453" y="21024"/>
                </a:lnTo>
                <a:lnTo>
                  <a:pt x="379419" y="202302"/>
                </a:lnTo>
                <a:lnTo>
                  <a:pt x="224121" y="374978"/>
                </a:lnTo>
                <a:lnTo>
                  <a:pt x="224607" y="283979"/>
                </a:lnTo>
                <a:lnTo>
                  <a:pt x="21864" y="2910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61" name="implement-to-execution-marker-pencil-echo">
            <a:extLst xmlns:a="http://schemas.openxmlformats.org/drawingml/2006/main">
              <a:ext uri="{FF2B5EF4-FFF2-40B4-BE49-F238E27FC236}">
                <a16:creationId xmlns:a16="http://schemas.microsoft.com/office/drawing/2014/main" id="{18973ED6-CC50-4921-BBAF-BA2579CE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835" y="22764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3341" y="108454"/>
                </a:moveTo>
                <a:lnTo>
                  <a:pt x="223369" y="112416"/>
                </a:lnTo>
                <a:lnTo>
                  <a:pt x="226796" y="22733"/>
                </a:lnTo>
                <a:lnTo>
                  <a:pt x="384534" y="201458"/>
                </a:lnTo>
                <a:lnTo>
                  <a:pt x="217794" y="375977"/>
                </a:lnTo>
                <a:lnTo>
                  <a:pt x="214557" y="284740"/>
                </a:lnTo>
                <a:lnTo>
                  <a:pt x="20642" y="28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2" name="implement-to-execution-marker">
            <a:extLst xmlns:a="http://schemas.openxmlformats.org/drawingml/2006/main">
              <a:ext uri="{FF2B5EF4-FFF2-40B4-BE49-F238E27FC236}">
                <a16:creationId xmlns:a16="http://schemas.microsoft.com/office/drawing/2014/main" id="{10C97B54-8441-4F66-A5EF-D89E9FA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18671" y="106678"/>
                </a:moveTo>
                <a:lnTo>
                  <a:pt x="216412" y="105744"/>
                </a:lnTo>
                <a:lnTo>
                  <a:pt x="224466" y="15825"/>
                </a:lnTo>
                <a:lnTo>
                  <a:pt x="379174" y="206393"/>
                </a:lnTo>
                <a:lnTo>
                  <a:pt x="216024" y="374231"/>
                </a:lnTo>
                <a:lnTo>
                  <a:pt x="217446" y="285773"/>
                </a:lnTo>
                <a:lnTo>
                  <a:pt x="15000" y="2859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63" name="execution-to-rectify-marker-pencil-echo">
            <a:extLst xmlns:a="http://schemas.openxmlformats.org/drawingml/2006/main">
              <a:ext uri="{FF2B5EF4-FFF2-40B4-BE49-F238E27FC236}">
                <a16:creationId xmlns:a16="http://schemas.microsoft.com/office/drawing/2014/main" id="{EF441205-3CCB-485A-8994-55B3A30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85" y="22764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3260" y="112818"/>
                </a:moveTo>
                <a:lnTo>
                  <a:pt x="223184" y="109982"/>
                </a:lnTo>
                <a:lnTo>
                  <a:pt x="226898" y="16513"/>
                </a:lnTo>
                <a:lnTo>
                  <a:pt x="384362" y="196427"/>
                </a:lnTo>
                <a:lnTo>
                  <a:pt x="218743" y="376254"/>
                </a:lnTo>
                <a:lnTo>
                  <a:pt x="225137" y="295073"/>
                </a:lnTo>
                <a:lnTo>
                  <a:pt x="23008" y="295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4" name="execution-to-rectify-marker">
            <a:extLst xmlns:a="http://schemas.openxmlformats.org/drawingml/2006/main">
              <a:ext uri="{FF2B5EF4-FFF2-40B4-BE49-F238E27FC236}">
                <a16:creationId xmlns:a16="http://schemas.microsoft.com/office/drawing/2014/main" id="{970D3BDD-8AB0-4ADD-A45B-518D5814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15750" y="107656"/>
                </a:moveTo>
                <a:lnTo>
                  <a:pt x="226890" y="118253"/>
                </a:lnTo>
                <a:lnTo>
                  <a:pt x="214505" y="20154"/>
                </a:lnTo>
                <a:lnTo>
                  <a:pt x="381889" y="197263"/>
                </a:lnTo>
                <a:lnTo>
                  <a:pt x="220918" y="385708"/>
                </a:lnTo>
                <a:lnTo>
                  <a:pt x="220519" y="284800"/>
                </a:lnTo>
                <a:lnTo>
                  <a:pt x="13821" y="288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65" name="panel-a-to-tree-marker-pencil-echo">
            <a:extLst xmlns:a="http://schemas.openxmlformats.org/drawingml/2006/main">
              <a:ext uri="{FF2B5EF4-FFF2-40B4-BE49-F238E27FC236}">
                <a16:creationId xmlns:a16="http://schemas.microsoft.com/office/drawing/2014/main" id="{6F633BB3-79D4-4E9C-9067-722191C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" y="3686175"/>
            <a:ext cx="381000" cy="457200"/>
          </a:xfrm>
          <a:custGeom xmlns:a="http://schemas.openxmlformats.org/drawingml/2006/main">
            <a:pathLst>
              <a:path w="381000" h="457200">
                <a:moveTo>
                  <a:pt x="113156" y="27437"/>
                </a:moveTo>
                <a:lnTo>
                  <a:pt x="101821" y="253686"/>
                </a:lnTo>
                <a:lnTo>
                  <a:pt x="10541" y="252607"/>
                </a:lnTo>
                <a:lnTo>
                  <a:pt x="194136" y="438245"/>
                </a:lnTo>
                <a:lnTo>
                  <a:pt x="360992" y="248803"/>
                </a:lnTo>
                <a:lnTo>
                  <a:pt x="273654" y="256999"/>
                </a:lnTo>
                <a:lnTo>
                  <a:pt x="273441" y="215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6" name="panel-a-to-tree-marker">
            <a:extLst xmlns:a="http://schemas.openxmlformats.org/drawingml/2006/main">
              <a:ext uri="{FF2B5EF4-FFF2-40B4-BE49-F238E27FC236}">
                <a16:creationId xmlns:a16="http://schemas.microsoft.com/office/drawing/2014/main" id="{32531238-300E-4CCA-AA5E-DDA104D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81000" cy="457200"/>
          </a:xfrm>
          <a:custGeom xmlns:a="http://schemas.openxmlformats.org/drawingml/2006/main">
            <a:pathLst>
              <a:path w="381000" h="457200">
                <a:moveTo>
                  <a:pt x="108882" y="21843"/>
                </a:moveTo>
                <a:lnTo>
                  <a:pt x="104053" y="246269"/>
                </a:lnTo>
                <a:lnTo>
                  <a:pt x="15559" y="246371"/>
                </a:lnTo>
                <a:lnTo>
                  <a:pt x="184559" y="439175"/>
                </a:lnTo>
                <a:lnTo>
                  <a:pt x="366675" y="253508"/>
                </a:lnTo>
                <a:lnTo>
                  <a:pt x="272872" y="256185"/>
                </a:lnTo>
                <a:lnTo>
                  <a:pt x="270247" y="240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cxnSp>
        <p:nvCxnSpPr>
          <p:cNvPr id="477" name=""/>
          <p:cNvCxnSpPr>
            <a:stCxn xmlns:a="http://schemas.openxmlformats.org/drawingml/2006/main" id="15" idx="2"/>
            <a:endCxn xmlns:a="http://schemas.openxmlformats.org/drawingml/2006/main" id="166" idx="0"/>
          </p:cNvCxnSpPr>
          <p:nvPr/>
        </p:nvCxnSpPr>
        <p:spPr>
          <a:xfrm xmlns:a="http://schemas.openxmlformats.org/drawingml/2006/main">
            <a:off x="1428750" y="3390900"/>
            <a:ext cx="190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1336" cap="rnd">
            <a:solidFill>
              <a:srgbClr val="11111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8" name=""/>
          <p:cNvCxnSpPr>
            <a:stCxn xmlns:a="http://schemas.openxmlformats.org/drawingml/2006/main" id="87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 flipV="1">
            <a:off x="6686550" y="5400675"/>
            <a:ext cx="30099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71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9" name=""/>
          <p:cNvCxnSpPr>
            <a:stCxn xmlns:a="http://schemas.openxmlformats.org/drawingml/2006/main" id="99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7924800" y="6429375"/>
            <a:ext cx="177165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62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0" name=""/>
          <p:cNvCxnSpPr>
            <a:stCxn xmlns:a="http://schemas.openxmlformats.org/drawingml/2006/main" id="115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8458200" y="7753350"/>
            <a:ext cx="1238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38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tree-to-generator-datase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8DBEF705-867D-4EC5-AB00-DEBDC734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5191125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7808" y="112084"/>
                </a:moveTo>
                <a:lnTo>
                  <a:pt x="214950" y="110807"/>
                </a:lnTo>
                <a:lnTo>
                  <a:pt x="221982" y="23046"/>
                </a:lnTo>
                <a:lnTo>
                  <a:pt x="387254" y="187669"/>
                </a:lnTo>
                <a:lnTo>
                  <a:pt x="224566" y="368578"/>
                </a:lnTo>
                <a:lnTo>
                  <a:pt x="220676" y="275498"/>
                </a:lnTo>
                <a:lnTo>
                  <a:pt x="18769" y="2811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72" name="tree-to-generator-dataset-marker">
            <a:extLst xmlns:a="http://schemas.openxmlformats.org/drawingml/2006/main">
              <a:ext uri="{FF2B5EF4-FFF2-40B4-BE49-F238E27FC236}">
                <a16:creationId xmlns:a16="http://schemas.microsoft.com/office/drawing/2014/main" id="{DD4724FC-1006-49EF-9FC3-AF1AEBE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6915" y="110956"/>
                </a:moveTo>
                <a:lnTo>
                  <a:pt x="213859" y="103316"/>
                </a:lnTo>
                <a:lnTo>
                  <a:pt x="225218" y="23390"/>
                </a:lnTo>
                <a:lnTo>
                  <a:pt x="376664" y="196026"/>
                </a:lnTo>
                <a:lnTo>
                  <a:pt x="220983" y="361233"/>
                </a:lnTo>
                <a:lnTo>
                  <a:pt x="220254" y="275559"/>
                </a:lnTo>
                <a:lnTo>
                  <a:pt x="24177" y="280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73" name="tree-to-implementor-datase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6BCF6740-E27C-473F-9683-02E504CC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6372225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5123" y="103301"/>
                </a:moveTo>
                <a:lnTo>
                  <a:pt x="221787" y="110763"/>
                </a:lnTo>
                <a:lnTo>
                  <a:pt x="227156" y="19258"/>
                </a:lnTo>
                <a:lnTo>
                  <a:pt x="382112" y="189611"/>
                </a:lnTo>
                <a:lnTo>
                  <a:pt x="213628" y="367961"/>
                </a:lnTo>
                <a:lnTo>
                  <a:pt x="221452" y="270201"/>
                </a:lnTo>
                <a:lnTo>
                  <a:pt x="23959" y="2692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74" name="tree-to-implementor-dataset-marker">
            <a:extLst xmlns:a="http://schemas.openxmlformats.org/drawingml/2006/main">
              <a:ext uri="{FF2B5EF4-FFF2-40B4-BE49-F238E27FC236}">
                <a16:creationId xmlns:a16="http://schemas.microsoft.com/office/drawing/2014/main" id="{9326C1B3-A175-443F-8F67-6D5AEB4E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362700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6799" y="106852"/>
                </a:moveTo>
                <a:lnTo>
                  <a:pt x="224271" y="105075"/>
                </a:lnTo>
                <a:lnTo>
                  <a:pt x="220381" y="12173"/>
                </a:lnTo>
                <a:lnTo>
                  <a:pt x="384853" y="188830"/>
                </a:lnTo>
                <a:lnTo>
                  <a:pt x="214476" y="360208"/>
                </a:lnTo>
                <a:lnTo>
                  <a:pt x="214623" y="277155"/>
                </a:lnTo>
                <a:lnTo>
                  <a:pt x="17052" y="2810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75" name="tree-to-rectifier-datase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E0D380E8-253A-4023-B028-3CB1E79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7553325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5258" y="112326"/>
                </a:moveTo>
                <a:lnTo>
                  <a:pt x="219721" y="113006"/>
                </a:lnTo>
                <a:lnTo>
                  <a:pt x="222555" y="25540"/>
                </a:lnTo>
                <a:lnTo>
                  <a:pt x="385965" y="196336"/>
                </a:lnTo>
                <a:lnTo>
                  <a:pt x="224460" y="366153"/>
                </a:lnTo>
                <a:lnTo>
                  <a:pt x="213618" y="280267"/>
                </a:lnTo>
                <a:lnTo>
                  <a:pt x="13302" y="268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76" name="tree-to-rectifier-dataset-marker">
            <a:extLst xmlns:a="http://schemas.openxmlformats.org/drawingml/2006/main">
              <a:ext uri="{FF2B5EF4-FFF2-40B4-BE49-F238E27FC236}">
                <a16:creationId xmlns:a16="http://schemas.microsoft.com/office/drawing/2014/main" id="{545B0DEF-AE72-47C3-9993-DB12D5D5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543800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3484" y="104615"/>
                </a:moveTo>
                <a:lnTo>
                  <a:pt x="226896" y="109090"/>
                </a:lnTo>
                <a:lnTo>
                  <a:pt x="219413" y="13275"/>
                </a:lnTo>
                <a:lnTo>
                  <a:pt x="379527" y="188071"/>
                </a:lnTo>
                <a:lnTo>
                  <a:pt x="217460" y="356547"/>
                </a:lnTo>
                <a:lnTo>
                  <a:pt x="226817" y="279347"/>
                </a:lnTo>
                <a:lnTo>
                  <a:pt x="13858" y="2718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cxnSp>
        <p:nvCxnSpPr>
          <p:cNvPr id="487" name=""/>
          <p:cNvCxnSpPr>
            <a:stCxn xmlns:a="http://schemas.openxmlformats.org/drawingml/2006/main" id="119" idx="3"/>
            <a:endCxn xmlns:a="http://schemas.openxmlformats.org/drawingml/2006/main" id="136" idx="2"/>
          </p:cNvCxnSpPr>
          <p:nvPr/>
        </p:nvCxnSpPr>
        <p:spPr>
          <a:xfrm xmlns:a="http://schemas.openxmlformats.org/drawingml/2006/main">
            <a:off x="11582400" y="5400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228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"/>
          <p:cNvCxnSpPr>
            <a:stCxn xmlns:a="http://schemas.openxmlformats.org/drawingml/2006/main" id="139" idx="6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12363450" y="53340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"/>
          <p:cNvCxnSpPr>
            <a:stCxn xmlns:a="http://schemas.openxmlformats.org/drawingml/2006/main" id="125" idx="3"/>
            <a:endCxn xmlns:a="http://schemas.openxmlformats.org/drawingml/2006/main" id="137" idx="2"/>
          </p:cNvCxnSpPr>
          <p:nvPr/>
        </p:nvCxnSpPr>
        <p:spPr>
          <a:xfrm xmlns:a="http://schemas.openxmlformats.org/drawingml/2006/main">
            <a:off x="11582400" y="65817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1336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"/>
          <p:cNvCxnSpPr>
            <a:stCxn xmlns:a="http://schemas.openxmlformats.org/drawingml/2006/main" id="140" idx="6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12363450" y="6534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81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"/>
          <p:cNvCxnSpPr>
            <a:stCxn xmlns:a="http://schemas.openxmlformats.org/drawingml/2006/main" id="131" idx="3"/>
            <a:endCxn xmlns:a="http://schemas.openxmlformats.org/drawingml/2006/main" id="138" idx="2"/>
          </p:cNvCxnSpPr>
          <p:nvPr/>
        </p:nvCxnSpPr>
        <p:spPr>
          <a:xfrm xmlns:a="http://schemas.openxmlformats.org/drawingml/2006/main">
            <a:off x="11582400" y="7762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171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"/>
          <p:cNvCxnSpPr>
            <a:stCxn xmlns:a="http://schemas.openxmlformats.org/drawingml/2006/main" id="141" idx="6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12363450" y="77343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rot="5400000">
            <a:off x="638175" y="1514475"/>
            <a:ext cx="952500" cy="66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2289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94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rot="16200000" flipH="1">
            <a:off x="1276350" y="1543050"/>
            <a:ext cx="952500" cy="609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098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9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23950" y="2667000"/>
            <a:ext cx="590550" cy="0"/>
          </a:xfrm>
          <a:prstGeom xmlns:a="http://schemas.openxmlformats.org/drawingml/2006/main" prst="curvedConnector2">
            <a:avLst/>
          </a:prstGeom>
          <a:ln xmlns:a="http://schemas.openxmlformats.org/drawingml/2006/main" w="21336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96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rot="5400000">
            <a:off x="4057650" y="2371725"/>
            <a:ext cx="190500" cy="38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95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" name=""/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rot="16200000" flipH="1">
            <a:off x="4886325" y="2324100"/>
            <a:ext cx="57150" cy="742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8" name=""/>
          <p:cNvCxnSpPr>
            <a:stCxn xmlns:a="http://schemas.openxmlformats.org/drawingml/2006/main" id="37" idx="1"/>
            <a:endCxn xmlns:a="http://schemas.openxmlformats.org/drawingml/2006/main" id="39" idx="0"/>
          </p:cNvCxnSpPr>
          <p:nvPr/>
        </p:nvCxnSpPr>
        <p:spPr>
          <a:xfrm xmlns:a="http://schemas.openxmlformats.org/drawingml/2006/main" rot="5400000">
            <a:off x="4686300" y="2667000"/>
            <a:ext cx="142875" cy="6572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62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9" name=""/>
          <p:cNvCxnSpPr>
            <a:stCxn xmlns:a="http://schemas.openxmlformats.org/drawingml/2006/main" id="39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rot="16200000" flipH="1">
            <a:off x="3990975" y="2628900"/>
            <a:ext cx="209550" cy="66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"/>
          <p:cNvCxnSpPr>
            <a:stCxn xmlns:a="http://schemas.openxmlformats.org/drawingml/2006/main" id="33" idx="2"/>
            <a:endCxn xmlns:a="http://schemas.openxmlformats.org/drawingml/2006/main" id="37" idx="1"/>
          </p:cNvCxnSpPr>
          <p:nvPr/>
        </p:nvCxnSpPr>
        <p:spPr>
          <a:xfrm xmlns:a="http://schemas.openxmlformats.org/drawingml/2006/main" rot="16200000" flipH="1">
            <a:off x="4391025" y="2228850"/>
            <a:ext cx="66675" cy="13239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533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" name=""/>
          <p:cNvCxnSpPr>
            <a:stCxn xmlns:a="http://schemas.openxmlformats.org/drawingml/2006/main" id="47" idx="0"/>
            <a:endCxn xmlns:a="http://schemas.openxmlformats.org/drawingml/2006/main" id="49" idx="1"/>
          </p:cNvCxnSpPr>
          <p:nvPr/>
        </p:nvCxnSpPr>
        <p:spPr>
          <a:xfrm xmlns:a="http://schemas.openxmlformats.org/drawingml/2006/main" rot="5400000">
            <a:off x="6981825" y="2105025"/>
            <a:ext cx="142875" cy="523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526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" name="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rot="16200000" flipH="1">
            <a:off x="7839075" y="2133600"/>
            <a:ext cx="57150" cy="742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00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3" name=""/>
          <p:cNvCxnSpPr>
            <a:stCxn xmlns:a="http://schemas.openxmlformats.org/drawingml/2006/main" id="51" idx="1"/>
            <a:endCxn xmlns:a="http://schemas.openxmlformats.org/drawingml/2006/main" id="53" idx="0"/>
          </p:cNvCxnSpPr>
          <p:nvPr/>
        </p:nvCxnSpPr>
        <p:spPr>
          <a:xfrm xmlns:a="http://schemas.openxmlformats.org/drawingml/2006/main" rot="5400000">
            <a:off x="7610475" y="2581275"/>
            <a:ext cx="314325" cy="5810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4" name=""/>
          <p:cNvCxnSpPr>
            <a:stCxn xmlns:a="http://schemas.openxmlformats.org/drawingml/2006/main" id="53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rot="16200000" flipH="1">
            <a:off x="7019925" y="2571750"/>
            <a:ext cx="228600" cy="685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5" name=""/>
          <p:cNvCxnSpPr>
            <a:stCxn xmlns:a="http://schemas.openxmlformats.org/drawingml/2006/main" id="47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rot="16200000" flipH="1">
            <a:off x="7467600" y="2124075"/>
            <a:ext cx="95250" cy="1085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57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1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7" name=""/>
          <p:cNvCxnSpPr>
            <a:stCxn xmlns:a="http://schemas.openxmlformats.org/drawingml/2006/main" id="23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1563350" y="2514600"/>
            <a:ext cx="323850" cy="0"/>
          </a:xfrm>
          <a:prstGeom xmlns:a="http://schemas.openxmlformats.org/drawingml/2006/main" prst="curvedConnector2">
            <a:avLst/>
          </a:prstGeom>
          <a:ln xmlns:a="http://schemas.openxmlformats.org/drawingml/2006/main" w="2324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rectify-feedback-marker-pencil-echo">
            <a:extLst xmlns:a="http://schemas.openxmlformats.org/drawingml/2006/main">
              <a:ext uri="{FF2B5EF4-FFF2-40B4-BE49-F238E27FC236}">
                <a16:creationId xmlns:a16="http://schemas.microsoft.com/office/drawing/2014/main" id="{AD36D391-1F1A-43E0-9A28-795ACC7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85" y="27336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0318" y="110693"/>
                </a:moveTo>
                <a:lnTo>
                  <a:pt x="181750" y="111543"/>
                </a:lnTo>
                <a:lnTo>
                  <a:pt x="185363" y="14616"/>
                </a:lnTo>
                <a:lnTo>
                  <a:pt x="20781" y="198186"/>
                </a:lnTo>
                <a:lnTo>
                  <a:pt x="180690" y="382706"/>
                </a:lnTo>
                <a:lnTo>
                  <a:pt x="182392" y="286857"/>
                </a:lnTo>
                <a:lnTo>
                  <a:pt x="378356" y="288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99" name="rectify-feedback-marker">
            <a:extLst xmlns:a="http://schemas.openxmlformats.org/drawingml/2006/main">
              <a:ext uri="{FF2B5EF4-FFF2-40B4-BE49-F238E27FC236}">
                <a16:creationId xmlns:a16="http://schemas.microsoft.com/office/drawing/2014/main" id="{DF38B172-B70F-4C5E-922E-65AC715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241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7335" y="109657"/>
                </a:moveTo>
                <a:lnTo>
                  <a:pt x="183990" y="112059"/>
                </a:lnTo>
                <a:lnTo>
                  <a:pt x="173491" y="23220"/>
                </a:lnTo>
                <a:lnTo>
                  <a:pt x="24089" y="206966"/>
                </a:lnTo>
                <a:lnTo>
                  <a:pt x="180592" y="379014"/>
                </a:lnTo>
                <a:lnTo>
                  <a:pt x="176998" y="290531"/>
                </a:lnTo>
                <a:lnTo>
                  <a:pt x="379786" y="2815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cxnSp>
        <p:nvCxnSpPr>
          <p:cNvPr id="510" name=""/>
          <p:cNvCxnSpPr>
            <a:stCxn xmlns:a="http://schemas.openxmlformats.org/drawingml/2006/main" id="41" idx="0"/>
            <a:endCxn xmlns:a="http://schemas.openxmlformats.org/drawingml/2006/main" id="43" idx="1"/>
          </p:cNvCxnSpPr>
          <p:nvPr/>
        </p:nvCxnSpPr>
        <p:spPr>
          <a:xfrm xmlns:a="http://schemas.openxmlformats.org/drawingml/2006/main" rot="5400000">
            <a:off x="9896475" y="2181225"/>
            <a:ext cx="114300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00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1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 rot="16200000" flipH="1">
            <a:off x="10525125" y="2333625"/>
            <a:ext cx="209550" cy="571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" name=""/>
          <p:cNvCxnSpPr>
            <a:stCxn xmlns:a="http://schemas.openxmlformats.org/drawingml/2006/main" id="55" idx="2"/>
            <a:endCxn xmlns:a="http://schemas.openxmlformats.org/drawingml/2006/main" id="57" idx="1"/>
          </p:cNvCxnSpPr>
          <p:nvPr/>
        </p:nvCxnSpPr>
        <p:spPr>
          <a:xfrm xmlns:a="http://schemas.openxmlformats.org/drawingml/2006/main" rot="16200000" flipH="1">
            <a:off x="12811125" y="2876550"/>
            <a:ext cx="66675" cy="6000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62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"/>
          <p:cNvCxnSpPr>
            <a:stCxn xmlns:a="http://schemas.openxmlformats.org/drawingml/2006/main" id="57" idx="0"/>
            <a:endCxn xmlns:a="http://schemas.openxmlformats.org/drawingml/2006/main" id="59" idx="1"/>
          </p:cNvCxnSpPr>
          <p:nvPr/>
        </p:nvCxnSpPr>
        <p:spPr>
          <a:xfrm xmlns:a="http://schemas.openxmlformats.org/drawingml/2006/main" rot="5400000">
            <a:off x="13677900" y="2667000"/>
            <a:ext cx="9525" cy="638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"/>
          <p:cNvCxnSpPr>
            <a:stCxn xmlns:a="http://schemas.openxmlformats.org/drawingml/2006/main" id="81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rot="5400000">
            <a:off x="4029075" y="4381500"/>
            <a:ext cx="190500" cy="14097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19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rot="16200000" flipH="1">
            <a:off x="4781550" y="5038725"/>
            <a:ext cx="19050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"/>
          <p:cNvCxnSpPr>
            <a:stCxn xmlns:a="http://schemas.openxmlformats.org/drawingml/2006/main" id="81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 rot="16200000" flipH="1">
            <a:off x="5534025" y="4286250"/>
            <a:ext cx="190500" cy="1600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"/>
          <p:cNvCxnSpPr>
            <a:stCxn xmlns:a="http://schemas.openxmlformats.org/drawingml/2006/main" id="83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 rot="5400000">
            <a:off x="2638425" y="5410200"/>
            <a:ext cx="495300" cy="1066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" name=""/>
          <p:cNvCxnSpPr>
            <a:stCxn xmlns:a="http://schemas.openxmlformats.org/drawingml/2006/main" id="83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3419475" y="5695950"/>
            <a:ext cx="0" cy="495300"/>
          </a:xfrm>
          <a:prstGeom xmlns:a="http://schemas.openxmlformats.org/drawingml/2006/main" prst="curvedConnector2">
            <a:avLst/>
          </a:prstGeom>
          <a:ln xmlns:a="http://schemas.openxmlformats.org/drawingml/2006/main" w="1762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"/>
          <p:cNvCxnSpPr>
            <a:stCxn xmlns:a="http://schemas.openxmlformats.org/drawingml/2006/main" id="85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 rot="5400000">
            <a:off x="4457700" y="5724525"/>
            <a:ext cx="495300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" name=""/>
          <p:cNvCxnSpPr>
            <a:stCxn xmlns:a="http://schemas.openxmlformats.org/drawingml/2006/main" id="85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 rot="16200000" flipH="1">
            <a:off x="4991100" y="5629275"/>
            <a:ext cx="495300" cy="628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24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"/>
          <p:cNvCxnSpPr>
            <a:stCxn xmlns:a="http://schemas.openxmlformats.org/drawingml/2006/main" id="87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 rot="16200000" flipH="1">
            <a:off x="6276975" y="5848350"/>
            <a:ext cx="495300" cy="190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"/>
          <p:cNvCxnSpPr>
            <a:stCxn xmlns:a="http://schemas.openxmlformats.org/drawingml/2006/main" id="87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 rot="16200000" flipH="1">
            <a:off x="6810375" y="5314950"/>
            <a:ext cx="495300" cy="12573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95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" name=""/>
          <p:cNvCxnSpPr>
            <a:stCxn xmlns:a="http://schemas.openxmlformats.org/drawingml/2006/main" id="89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 rot="5400000">
            <a:off x="1462088" y="6634163"/>
            <a:ext cx="857250" cy="923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"/>
          <p:cNvCxnSpPr>
            <a:stCxn xmlns:a="http://schemas.openxmlformats.org/drawingml/2006/main" id="91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rot="5400000">
            <a:off x="2481263" y="6586538"/>
            <a:ext cx="857250" cy="1019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" name=""/>
          <p:cNvCxnSpPr>
            <a:stCxn xmlns:a="http://schemas.openxmlformats.org/drawingml/2006/main" id="91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 rot="5400000">
            <a:off x="2967038" y="7072313"/>
            <a:ext cx="857250" cy="476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"/>
          <p:cNvCxnSpPr>
            <a:stCxn xmlns:a="http://schemas.openxmlformats.org/drawingml/2006/main" id="93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 rot="5400000">
            <a:off x="3986213" y="7024688"/>
            <a:ext cx="857250" cy="142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28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"/>
          <p:cNvCxnSpPr>
            <a:stCxn xmlns:a="http://schemas.openxmlformats.org/drawingml/2006/main" id="95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 rot="5400000">
            <a:off x="5005388" y="6977063"/>
            <a:ext cx="857250" cy="2381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526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"/>
          <p:cNvCxnSpPr>
            <a:stCxn xmlns:a="http://schemas.openxmlformats.org/drawingml/2006/main" id="97" idx="2"/>
            <a:endCxn xmlns:a="http://schemas.openxmlformats.org/drawingml/2006/main" id="111" idx="0"/>
          </p:cNvCxnSpPr>
          <p:nvPr/>
        </p:nvCxnSpPr>
        <p:spPr>
          <a:xfrm xmlns:a="http://schemas.openxmlformats.org/drawingml/2006/main" rot="5400000">
            <a:off x="6024563" y="6929438"/>
            <a:ext cx="857250" cy="333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00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"/>
          <p:cNvCxnSpPr>
            <a:stCxn xmlns:a="http://schemas.openxmlformats.org/drawingml/2006/main" id="97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 rot="16200000" flipH="1">
            <a:off x="6510338" y="6777038"/>
            <a:ext cx="857250" cy="638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" name=""/>
          <p:cNvCxnSpPr>
            <a:stCxn xmlns:a="http://schemas.openxmlformats.org/drawingml/2006/main" id="99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 rot="16200000" flipH="1">
            <a:off x="7529513" y="6824663"/>
            <a:ext cx="857250" cy="542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" name=""/>
          <p:cNvCxnSpPr>
            <a:stCxn xmlns:a="http://schemas.openxmlformats.org/drawingml/2006/main" id="103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26289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8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"/>
          <p:cNvCxnSpPr>
            <a:stCxn xmlns:a="http://schemas.openxmlformats.org/drawingml/2006/main" id="111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65151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628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"/>
          <p:cNvCxnSpPr>
            <a:stCxn xmlns:a="http://schemas.openxmlformats.org/drawingml/2006/main" id="115" idx="3"/>
            <a:endCxn xmlns:a="http://schemas.openxmlformats.org/drawingml/2006/main" id="99" idx="3"/>
          </p:cNvCxnSpPr>
          <p:nvPr/>
        </p:nvCxnSpPr>
        <p:spPr>
          <a:xfrm xmlns:a="http://schemas.openxmlformats.org/drawingml/2006/main" rot="16200000" flipH="1">
            <a:off x="7529513" y="6824663"/>
            <a:ext cx="1323975" cy="5334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194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534" name=""/>
          <p:cNvCxnSpPr>
            <a:stCxn xmlns:a="http://schemas.openxmlformats.org/drawingml/2006/main" id="99" idx="3"/>
            <a:endCxn xmlns:a="http://schemas.openxmlformats.org/drawingml/2006/main" id="87" idx="3"/>
          </p:cNvCxnSpPr>
          <p:nvPr/>
        </p:nvCxnSpPr>
        <p:spPr>
          <a:xfrm xmlns:a="http://schemas.openxmlformats.org/drawingml/2006/main" rot="16200000" flipH="1">
            <a:off x="6810375" y="5314950"/>
            <a:ext cx="990600" cy="1238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2670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2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2E013FEE-2876-469F-B514-B5259981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MAS² for Automatically Constructing Multi-Agent Systems</a:t>
            </a:r>
          </a:p>
        </p:txBody>
      </p:sp>
      <p:sp>
        <p:nvSpPr>
          <p:cNvPr id="226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6F60A90A-9216-4D72-86E2-7A6526AA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52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Collaborative Tree</a:t>
            </a:r>
          </a:p>
        </p:txBody>
      </p:sp>
      <p:sp>
        <p:nvSpPr>
          <p:cNvPr id="227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D484028D-2C8E-4D48-BA6B-497AFB65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Specializing Meta Agents</a:t>
            </a:r>
          </a:p>
        </p:txBody>
      </p:sp>
      <p:sp>
        <p:nvSpPr>
          <p:cNvPr id="228" name="generator-role">
            <a:extLst xmlns:a="http://schemas.openxmlformats.org/drawingml/2006/main">
              <a:ext uri="{FF2B5EF4-FFF2-40B4-BE49-F238E27FC236}">
                <a16:creationId xmlns:a16="http://schemas.microsoft.com/office/drawing/2014/main" id="{75DD98F7-6315-4863-8B18-63BBCA97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229" name="generator-symbol">
            <a:extLst xmlns:a="http://schemas.openxmlformats.org/drawingml/2006/main">
              <a:ext uri="{FF2B5EF4-FFF2-40B4-BE49-F238E27FC236}">
                <a16:creationId xmlns:a16="http://schemas.microsoft.com/office/drawing/2014/main" id="{18D15B4E-6C7E-4448-AAF2-F93B90BB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A_gen</a:t>
            </a:r>
          </a:p>
        </p:txBody>
      </p:sp>
      <p:sp>
        <p:nvSpPr>
          <p:cNvPr id="230" name="mas2-label">
            <a:extLst xmlns:a="http://schemas.openxmlformats.org/drawingml/2006/main">
              <a:ext uri="{FF2B5EF4-FFF2-40B4-BE49-F238E27FC236}">
                <a16:creationId xmlns:a16="http://schemas.microsoft.com/office/drawing/2014/main" id="{10FD71E2-E497-4599-8385-1AEE4C26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66875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MAS²</a:t>
            </a:r>
          </a:p>
        </p:txBody>
      </p:sp>
      <p:sp>
        <p:nvSpPr>
          <p:cNvPr id="231" name="implementor-role">
            <a:extLst xmlns:a="http://schemas.openxmlformats.org/drawingml/2006/main">
              <a:ext uri="{FF2B5EF4-FFF2-40B4-BE49-F238E27FC236}">
                <a16:creationId xmlns:a16="http://schemas.microsoft.com/office/drawing/2014/main" id="{707BEE78-FB59-47BD-A0FC-64865D6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0099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A_imp</a:t>
            </a:r>
          </a:p>
        </p:txBody>
      </p:sp>
      <p:sp>
        <p:nvSpPr>
          <p:cNvPr id="232" name="rectifier-role">
            <a:extLst xmlns:a="http://schemas.openxmlformats.org/drawingml/2006/main">
              <a:ext uri="{FF2B5EF4-FFF2-40B4-BE49-F238E27FC236}">
                <a16:creationId xmlns:a16="http://schemas.microsoft.com/office/drawing/2014/main" id="{4314273E-9A33-43BD-812F-3DAF35B8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A_rec</a:t>
            </a:r>
          </a:p>
        </p:txBody>
      </p:sp>
      <p:sp>
        <p:nvSpPr>
          <p:cNvPr id="233" name="generator-slot-letter">
            <a:extLst xmlns:a="http://schemas.openxmlformats.org/drawingml/2006/main">
              <a:ext uri="{FF2B5EF4-FFF2-40B4-BE49-F238E27FC236}">
                <a16:creationId xmlns:a16="http://schemas.microsoft.com/office/drawing/2014/main" id="{750DAE70-4117-492A-8C24-B099A92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34" name="implementor-slot-letter">
            <a:extLst xmlns:a="http://schemas.openxmlformats.org/drawingml/2006/main">
              <a:ext uri="{FF2B5EF4-FFF2-40B4-BE49-F238E27FC236}">
                <a16:creationId xmlns:a16="http://schemas.microsoft.com/office/drawing/2014/main" id="{1A6A67CF-8A34-4D90-A656-9C7DD9BD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35" name="rectifier-slot-letter">
            <a:extLst xmlns:a="http://schemas.openxmlformats.org/drawingml/2006/main">
              <a:ext uri="{FF2B5EF4-FFF2-40B4-BE49-F238E27FC236}">
                <a16:creationId xmlns:a16="http://schemas.microsoft.com/office/drawing/2014/main" id="{18A0A48B-5EEE-40F9-8153-EB79622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36" name="query-prefix">
            <a:extLst xmlns:a="http://schemas.openxmlformats.org/drawingml/2006/main">
              <a:ext uri="{FF2B5EF4-FFF2-40B4-BE49-F238E27FC236}">
                <a16:creationId xmlns:a16="http://schemas.microsoft.com/office/drawing/2014/main" id="{F29B93D7-A766-41AC-9D65-8FC245B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Task Query:</a:t>
            </a:r>
          </a:p>
        </p:txBody>
      </p:sp>
      <p:sp>
        <p:nvSpPr>
          <p:cNvPr id="237" name="query-content">
            <a:extLst xmlns:a="http://schemas.openxmlformats.org/drawingml/2006/main">
              <a:ext uri="{FF2B5EF4-FFF2-40B4-BE49-F238E27FC236}">
                <a16:creationId xmlns:a16="http://schemas.microsoft.com/office/drawing/2014/main" id="{2B327F93-C050-4FE8-80C6-393BB3C5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0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According to Google Finance, when was the first year Apple stock went above $5 (without adjusting for stock split)?</a:t>
            </a:r>
          </a:p>
        </p:txBody>
      </p:sp>
      <p:sp>
        <p:nvSpPr>
          <p:cNvPr id="238" name="design-title">
            <a:extLst xmlns:a="http://schemas.openxmlformats.org/drawingml/2006/main">
              <a:ext uri="{FF2B5EF4-FFF2-40B4-BE49-F238E27FC236}">
                <a16:creationId xmlns:a16="http://schemas.microsoft.com/office/drawing/2014/main" id="{FCC4D291-557E-476A-9D90-635C19E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04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Design MAS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template</a:t>
            </a:r>
          </a:p>
        </p:txBody>
      </p:sp>
      <p:sp>
        <p:nvSpPr>
          <p:cNvPr id="239" name="implement-title">
            <a:extLst xmlns:a="http://schemas.openxmlformats.org/drawingml/2006/main">
              <a:ext uri="{FF2B5EF4-FFF2-40B4-BE49-F238E27FC236}">
                <a16:creationId xmlns:a16="http://schemas.microsoft.com/office/drawing/2014/main" id="{D4D0673D-F3F1-46F2-808F-53ECBC28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049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workflow</a:t>
            </a:r>
          </a:p>
        </p:txBody>
      </p:sp>
      <p:sp>
        <p:nvSpPr>
          <p:cNvPr id="240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7E06585A-AB84-487B-83AA-2C27DA85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049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Execution</a:t>
            </a:r>
          </a:p>
        </p:txBody>
      </p:sp>
      <p:sp>
        <p:nvSpPr>
          <p:cNvPr id="241" name="rectify-title">
            <a:extLst xmlns:a="http://schemas.openxmlformats.org/drawingml/2006/main">
              <a:ext uri="{FF2B5EF4-FFF2-40B4-BE49-F238E27FC236}">
                <a16:creationId xmlns:a16="http://schemas.microsoft.com/office/drawing/2014/main" id="{98BF540C-B479-4EBC-9A8B-AC9DFC59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5049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Rectify MAS configs</a:t>
            </a:r>
          </a:p>
        </p:txBody>
      </p:sp>
      <p:sp>
        <p:nvSpPr>
          <p:cNvPr id="242" name="design-avatar-letter">
            <a:extLst xmlns:a="http://schemas.openxmlformats.org/drawingml/2006/main">
              <a:ext uri="{FF2B5EF4-FFF2-40B4-BE49-F238E27FC236}">
                <a16:creationId xmlns:a16="http://schemas.microsoft.com/office/drawing/2014/main" id="{38355959-6CCA-414D-BD8B-7AEC318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43" name="implement-avatar-letter">
            <a:extLst xmlns:a="http://schemas.openxmlformats.org/drawingml/2006/main">
              <a:ext uri="{FF2B5EF4-FFF2-40B4-BE49-F238E27FC236}">
                <a16:creationId xmlns:a16="http://schemas.microsoft.com/office/drawing/2014/main" id="{15A1AE56-CA79-44BB-B84E-B0DFE032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244" name="rectify-avatar-letter">
            <a:extLst xmlns:a="http://schemas.openxmlformats.org/drawingml/2006/main">
              <a:ext uri="{FF2B5EF4-FFF2-40B4-BE49-F238E27FC236}">
                <a16:creationId xmlns:a16="http://schemas.microsoft.com/office/drawing/2014/main" id="{741CA037-D151-424C-914D-34F74E87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45" name="execution-avatar-letter">
            <a:extLst xmlns:a="http://schemas.openxmlformats.org/drawingml/2006/main">
              <a:ext uri="{FF2B5EF4-FFF2-40B4-BE49-F238E27FC236}">
                <a16:creationId xmlns:a16="http://schemas.microsoft.com/office/drawing/2014/main" id="{F0F91D4B-3DC9-43A6-9781-48E401AC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46" name="design-role-1">
            <a:extLst xmlns:a="http://schemas.openxmlformats.org/drawingml/2006/main">
              <a:ext uri="{FF2B5EF4-FFF2-40B4-BE49-F238E27FC236}">
                <a16:creationId xmlns:a16="http://schemas.microsoft.com/office/drawing/2014/main" id="{65079FB6-C369-4814-A35D-53D5CE26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247" name="design-role-2">
            <a:extLst xmlns:a="http://schemas.openxmlformats.org/drawingml/2006/main">
              <a:ext uri="{FF2B5EF4-FFF2-40B4-BE49-F238E27FC236}">
                <a16:creationId xmlns:a16="http://schemas.microsoft.com/office/drawing/2014/main" id="{62630C1C-A9C7-4189-8A2B-633E0A4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248" name="design-role-3">
            <a:extLst xmlns:a="http://schemas.openxmlformats.org/drawingml/2006/main">
              <a:ext uri="{FF2B5EF4-FFF2-40B4-BE49-F238E27FC236}">
                <a16:creationId xmlns:a16="http://schemas.microsoft.com/office/drawing/2014/main" id="{855DA1F7-C59F-44B7-9D51-0272691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Summarizer</a:t>
            </a:r>
          </a:p>
        </p:txBody>
      </p:sp>
      <p:sp>
        <p:nvSpPr>
          <p:cNvPr id="249" name="design-role-4">
            <a:extLst xmlns:a="http://schemas.openxmlformats.org/drawingml/2006/main">
              <a:ext uri="{FF2B5EF4-FFF2-40B4-BE49-F238E27FC236}">
                <a16:creationId xmlns:a16="http://schemas.microsoft.com/office/drawing/2014/main" id="{FEF53D5A-F621-4ADB-8B61-DC93DDF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 Surfer</a:t>
            </a:r>
          </a:p>
        </p:txBody>
      </p:sp>
      <p:sp>
        <p:nvSpPr>
          <p:cNvPr id="250" name="implement-role-1">
            <a:extLst xmlns:a="http://schemas.openxmlformats.org/drawingml/2006/main">
              <a:ext uri="{FF2B5EF4-FFF2-40B4-BE49-F238E27FC236}">
                <a16:creationId xmlns:a16="http://schemas.microsoft.com/office/drawing/2014/main" id="{BCF69720-8C39-43B5-A5EF-FEE3A61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251" name="implement-role-2">
            <a:extLst xmlns:a="http://schemas.openxmlformats.org/drawingml/2006/main">
              <a:ext uri="{FF2B5EF4-FFF2-40B4-BE49-F238E27FC236}">
                <a16:creationId xmlns:a16="http://schemas.microsoft.com/office/drawing/2014/main" id="{FD7A84C1-4D8A-4462-9549-D7B9990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252" name="implement-role-3">
            <a:extLst xmlns:a="http://schemas.openxmlformats.org/drawingml/2006/main">
              <a:ext uri="{FF2B5EF4-FFF2-40B4-BE49-F238E27FC236}">
                <a16:creationId xmlns:a16="http://schemas.microsoft.com/office/drawing/2014/main" id="{E785AB7D-C2AD-4254-A2EB-86A4205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Summarizer</a:t>
            </a:r>
          </a:p>
        </p:txBody>
      </p:sp>
      <p:sp>
        <p:nvSpPr>
          <p:cNvPr id="253" name="implement-role-4">
            <a:extLst xmlns:a="http://schemas.openxmlformats.org/drawingml/2006/main">
              <a:ext uri="{FF2B5EF4-FFF2-40B4-BE49-F238E27FC236}">
                <a16:creationId xmlns:a16="http://schemas.microsoft.com/office/drawing/2014/main" id="{8EA52B5C-4544-450D-9FCA-9A93348E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 Surfer</a:t>
            </a:r>
          </a:p>
        </p:txBody>
      </p:sp>
      <p:sp>
        <p:nvSpPr>
          <p:cNvPr id="254" name="execution-assign">
            <a:extLst xmlns:a="http://schemas.openxmlformats.org/drawingml/2006/main">
              <a:ext uri="{FF2B5EF4-FFF2-40B4-BE49-F238E27FC236}">
                <a16:creationId xmlns:a16="http://schemas.microsoft.com/office/drawing/2014/main" id="{38F2C8BB-8BF3-4F52-A509-D0CDA0D4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Assign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tasks</a:t>
            </a:r>
          </a:p>
        </p:txBody>
      </p:sp>
      <p:sp>
        <p:nvSpPr>
          <p:cNvPr id="255" name="execution-wait">
            <a:extLst xmlns:a="http://schemas.openxmlformats.org/drawingml/2006/main">
              <a:ext uri="{FF2B5EF4-FFF2-40B4-BE49-F238E27FC236}">
                <a16:creationId xmlns:a16="http://schemas.microsoft.com/office/drawing/2014/main" id="{3DDE59D1-001E-494F-948E-C48B0955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Waiting for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HTML</a:t>
            </a:r>
          </a:p>
        </p:txBody>
      </p:sp>
      <p:sp>
        <p:nvSpPr>
          <p:cNvPr id="256" name="execution-fail">
            <a:extLst xmlns:a="http://schemas.openxmlformats.org/drawingml/2006/main">
              <a:ext uri="{FF2B5EF4-FFF2-40B4-BE49-F238E27FC236}">
                <a16:creationId xmlns:a16="http://schemas.microsoft.com/office/drawing/2014/main" id="{D3AC323E-6BAE-4F49-87A2-E4E13C4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05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rPr>
              <a:t>Failed website</a:t>
            </a:r>
          </a:p>
          <a:p xmlns:a="http://schemas.openxmlformats.org/drawingml/2006/main">
            <a:pPr algn="ctr">
              <a:def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rPr>
              <a:t>access</a:t>
            </a:r>
          </a:p>
        </p:txBody>
      </p:sp>
      <p:sp>
        <p:nvSpPr>
          <p:cNvPr id="257" name="rectify-note">
            <a:extLst xmlns:a="http://schemas.openxmlformats.org/drawingml/2006/main">
              <a:ext uri="{FF2B5EF4-FFF2-40B4-BE49-F238E27FC236}">
                <a16:creationId xmlns:a16="http://schemas.microsoft.com/office/drawing/2014/main" id="{C1C6B322-C548-474B-AA88-10B7A66B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0193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rPr>
              <a:t>Change web tools</a:t>
            </a:r>
          </a:p>
          <a:p xmlns:a="http://schemas.openxmlformats.org/drawingml/2006/main">
            <a:pPr algn="ctr">
              <a:def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rPr>
              <a:t>for the surfer agent</a:t>
            </a:r>
          </a:p>
        </p:txBody>
      </p:sp>
      <p:sp>
        <p:nvSpPr>
          <p:cNvPr id="258" name="rectify-surfer-label">
            <a:extLst xmlns:a="http://schemas.openxmlformats.org/drawingml/2006/main">
              <a:ext uri="{FF2B5EF4-FFF2-40B4-BE49-F238E27FC236}">
                <a16:creationId xmlns:a16="http://schemas.microsoft.com/office/drawing/2014/main" id="{50827AF4-E987-49D0-8142-CBA58763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19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Surfer</a:t>
            </a:r>
          </a:p>
        </p:txBody>
      </p:sp>
      <p:sp>
        <p:nvSpPr>
          <p:cNvPr id="259" name="rectify-browser-label">
            <a:extLst xmlns:a="http://schemas.openxmlformats.org/drawingml/2006/main">
              <a:ext uri="{FF2B5EF4-FFF2-40B4-BE49-F238E27FC236}">
                <a16:creationId xmlns:a16="http://schemas.microsoft.com/office/drawing/2014/main" id="{F68C723C-BF9A-4C86-BB83-19939C7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429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Browser</a:t>
            </a:r>
          </a:p>
        </p:txBody>
      </p:sp>
      <p:sp>
        <p:nvSpPr>
          <p:cNvPr id="260" name="rectify-crawler-label">
            <a:extLst xmlns:a="http://schemas.openxmlformats.org/drawingml/2006/main">
              <a:ext uri="{FF2B5EF4-FFF2-40B4-BE49-F238E27FC236}">
                <a16:creationId xmlns:a16="http://schemas.microsoft.com/office/drawing/2014/main" id="{5BDF7AA2-331D-45E8-9A85-C39B651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194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Crawler</a:t>
            </a:r>
          </a:p>
        </p:txBody>
      </p:sp>
      <p:sp>
        <p:nvSpPr>
          <p:cNvPr id="261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1DF54ED2-CDEF-43DB-BCF2-DB2722D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62" name="tree-template-label-1">
            <a:extLst xmlns:a="http://schemas.openxmlformats.org/drawingml/2006/main">
              <a:ext uri="{FF2B5EF4-FFF2-40B4-BE49-F238E27FC236}">
                <a16:creationId xmlns:a16="http://schemas.microsoft.com/office/drawing/2014/main" id="{4750AA8A-B4A8-405B-A062-482C885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263" name="tree-template-label-2">
            <a:extLst xmlns:a="http://schemas.openxmlformats.org/drawingml/2006/main">
              <a:ext uri="{FF2B5EF4-FFF2-40B4-BE49-F238E27FC236}">
                <a16:creationId xmlns:a16="http://schemas.microsoft.com/office/drawing/2014/main" id="{3A561D1A-3824-4B39-88E0-1FA65A8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264" name="tree-template-label-3">
            <a:extLst xmlns:a="http://schemas.openxmlformats.org/drawingml/2006/main">
              <a:ext uri="{FF2B5EF4-FFF2-40B4-BE49-F238E27FC236}">
                <a16:creationId xmlns:a16="http://schemas.microsoft.com/office/drawing/2014/main" id="{C27A4EA3-5EB5-4D8A-813F-391E8222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265" name="tree-implementation-label-1">
            <a:extLst xmlns:a="http://schemas.openxmlformats.org/drawingml/2006/main">
              <a:ext uri="{FF2B5EF4-FFF2-40B4-BE49-F238E27FC236}">
                <a16:creationId xmlns:a16="http://schemas.microsoft.com/office/drawing/2014/main" id="{7C6AB68A-FF1F-42C6-A889-5EFE3DD0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6" name="tree-implementation-label-2">
            <a:extLst xmlns:a="http://schemas.openxmlformats.org/drawingml/2006/main">
              <a:ext uri="{FF2B5EF4-FFF2-40B4-BE49-F238E27FC236}">
                <a16:creationId xmlns:a16="http://schemas.microsoft.com/office/drawing/2014/main" id="{BF8BD73D-95B9-4885-ACE5-4914C478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7" name="tree-implementation-label-3">
            <a:extLst xmlns:a="http://schemas.openxmlformats.org/drawingml/2006/main">
              <a:ext uri="{FF2B5EF4-FFF2-40B4-BE49-F238E27FC236}">
                <a16:creationId xmlns:a16="http://schemas.microsoft.com/office/drawing/2014/main" id="{215D5DA5-498A-48F5-A941-39DFCAA6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8" name="tree-implementation-label-4">
            <a:extLst xmlns:a="http://schemas.openxmlformats.org/drawingml/2006/main">
              <a:ext uri="{FF2B5EF4-FFF2-40B4-BE49-F238E27FC236}">
                <a16:creationId xmlns:a16="http://schemas.microsoft.com/office/drawing/2014/main" id="{0FC7D407-D6F8-4877-80F6-FD9A93BA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9" name="tree-implementation-label-5">
            <a:extLst xmlns:a="http://schemas.openxmlformats.org/drawingml/2006/main">
              <a:ext uri="{FF2B5EF4-FFF2-40B4-BE49-F238E27FC236}">
                <a16:creationId xmlns:a16="http://schemas.microsoft.com/office/drawing/2014/main" id="{95D149B9-89F2-4DC2-AB88-46C593A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70" name="tree-implementation-label-6">
            <a:extLst xmlns:a="http://schemas.openxmlformats.org/drawingml/2006/main">
              <a:ext uri="{FF2B5EF4-FFF2-40B4-BE49-F238E27FC236}">
                <a16:creationId xmlns:a16="http://schemas.microsoft.com/office/drawing/2014/main" id="{6C291E0E-F5A6-472A-B28B-E98D309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71" name="tree-rectification-label-1">
            <a:extLst xmlns:a="http://schemas.openxmlformats.org/drawingml/2006/main">
              <a:ext uri="{FF2B5EF4-FFF2-40B4-BE49-F238E27FC236}">
                <a16:creationId xmlns:a16="http://schemas.microsoft.com/office/drawing/2014/main" id="{0BA48601-9B63-4E7B-B286-2B560C0B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2" name="tree-rectification-label-2">
            <a:extLst xmlns:a="http://schemas.openxmlformats.org/drawingml/2006/main">
              <a:ext uri="{FF2B5EF4-FFF2-40B4-BE49-F238E27FC236}">
                <a16:creationId xmlns:a16="http://schemas.microsoft.com/office/drawing/2014/main" id="{678DA377-16DB-45CB-877E-F969A40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3" name="tree-rectification-label-3">
            <a:extLst xmlns:a="http://schemas.openxmlformats.org/drawingml/2006/main">
              <a:ext uri="{FF2B5EF4-FFF2-40B4-BE49-F238E27FC236}">
                <a16:creationId xmlns:a16="http://schemas.microsoft.com/office/drawing/2014/main" id="{751E2E9D-F71D-41D0-8198-FDCF052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4" name="tree-rectification-label-4">
            <a:extLst xmlns:a="http://schemas.openxmlformats.org/drawingml/2006/main">
              <a:ext uri="{FF2B5EF4-FFF2-40B4-BE49-F238E27FC236}">
                <a16:creationId xmlns:a16="http://schemas.microsoft.com/office/drawing/2014/main" id="{F2F97FBA-3832-421E-AC6E-478A3FAC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5" name="tree-rectification-label-5">
            <a:extLst xmlns:a="http://schemas.openxmlformats.org/drawingml/2006/main">
              <a:ext uri="{FF2B5EF4-FFF2-40B4-BE49-F238E27FC236}">
                <a16:creationId xmlns:a16="http://schemas.microsoft.com/office/drawing/2014/main" id="{C5D85B9A-95EA-43EB-AEBC-2517E360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6" name="tree-rectification-label-6">
            <a:extLst xmlns:a="http://schemas.openxmlformats.org/drawingml/2006/main">
              <a:ext uri="{FF2B5EF4-FFF2-40B4-BE49-F238E27FC236}">
                <a16:creationId xmlns:a16="http://schemas.microsoft.com/office/drawing/2014/main" id="{F1463C20-9BA8-4660-B047-EB84F27C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7" name="tree-rectification-label-7">
            <a:extLst xmlns:a="http://schemas.openxmlformats.org/drawingml/2006/main">
              <a:ext uri="{FF2B5EF4-FFF2-40B4-BE49-F238E27FC236}">
                <a16:creationId xmlns:a16="http://schemas.microsoft.com/office/drawing/2014/main" id="{9ECEF849-DF07-445A-860B-8E8B435E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8" name="tree-rectification-label-8">
            <a:extLst xmlns:a="http://schemas.openxmlformats.org/drawingml/2006/main">
              <a:ext uri="{FF2B5EF4-FFF2-40B4-BE49-F238E27FC236}">
                <a16:creationId xmlns:a16="http://schemas.microsoft.com/office/drawing/2014/main" id="{6D56920C-7928-4FF9-AE0A-72AC9E29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9" name="initial-query-label">
            <a:extLst xmlns:a="http://schemas.openxmlformats.org/drawingml/2006/main">
              <a:ext uri="{FF2B5EF4-FFF2-40B4-BE49-F238E27FC236}">
                <a16:creationId xmlns:a16="http://schemas.microsoft.com/office/drawing/2014/main" id="{DF972AC8-A773-496D-92F7-26CEDCF7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Initial Task Query Q</a:t>
            </a:r>
          </a:p>
        </p:txBody>
      </p:sp>
      <p:sp>
        <p:nvSpPr>
          <p:cNvPr id="280" name="credit-title">
            <a:extLst xmlns:a="http://schemas.openxmlformats.org/drawingml/2006/main">
              <a:ext uri="{FF2B5EF4-FFF2-40B4-BE49-F238E27FC236}">
                <a16:creationId xmlns:a16="http://schemas.microsoft.com/office/drawing/2014/main" id="{B4FBBDDD-71DE-4FFB-8EF9-0D378FD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Path Credit Propagation</a:t>
            </a:r>
          </a:p>
        </p:txBody>
      </p:sp>
      <p:sp>
        <p:nvSpPr>
          <p:cNvPr id="281" name="template-family-label">
            <a:extLst xmlns:a="http://schemas.openxmlformats.org/drawingml/2006/main">
              <a:ext uri="{FF2B5EF4-FFF2-40B4-BE49-F238E27FC236}">
                <a16:creationId xmlns:a16="http://schemas.microsoft.com/office/drawing/2014/main" id="{6DA50547-58AD-48B6-A962-7FC59F1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0482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Templates</a:t>
            </a:r>
          </a:p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M_temp,1 … M_temp,N</a:t>
            </a:r>
          </a:p>
        </p:txBody>
      </p:sp>
      <p:sp>
        <p:nvSpPr>
          <p:cNvPr id="282" name="workflow-family-label">
            <a:extLst xmlns:a="http://schemas.openxmlformats.org/drawingml/2006/main">
              <a:ext uri="{FF2B5EF4-FFF2-40B4-BE49-F238E27FC236}">
                <a16:creationId xmlns:a16="http://schemas.microsoft.com/office/drawing/2014/main" id="{61545CF2-A727-42BA-834D-EE24CCC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1531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Workflows</a:t>
            </a:r>
          </a:p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M_1 … M_N</a:t>
            </a:r>
          </a:p>
        </p:txBody>
      </p:sp>
      <p:sp>
        <p:nvSpPr>
          <p:cNvPr id="283" name="rectification-family-label">
            <a:extLst xmlns:a="http://schemas.openxmlformats.org/drawingml/2006/main">
              <a:ext uri="{FF2B5EF4-FFF2-40B4-BE49-F238E27FC236}">
                <a16:creationId xmlns:a16="http://schemas.microsoft.com/office/drawing/2014/main" id="{5552A04C-20DF-43EE-A0EA-DEACE242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7353300"/>
            <a:ext cx="102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In-time</a:t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Rectification</a:t>
            </a:r>
          </a:p>
        </p:txBody>
      </p:sp>
      <p:sp>
        <p:nvSpPr>
          <p:cNvPr id="284" name="template-credit-1">
            <a:extLst xmlns:a="http://schemas.openxmlformats.org/drawingml/2006/main">
              <a:ext uri="{FF2B5EF4-FFF2-40B4-BE49-F238E27FC236}">
                <a16:creationId xmlns:a16="http://schemas.microsoft.com/office/drawing/2014/main" id="{2002964E-B829-4059-AA1C-E38BE488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0.90</a:t>
            </a:r>
          </a:p>
        </p:txBody>
      </p:sp>
      <p:sp>
        <p:nvSpPr>
          <p:cNvPr id="285" name="template-credit-2">
            <a:extLst xmlns:a="http://schemas.openxmlformats.org/drawingml/2006/main">
              <a:ext uri="{FF2B5EF4-FFF2-40B4-BE49-F238E27FC236}">
                <a16:creationId xmlns:a16="http://schemas.microsoft.com/office/drawing/2014/main" id="{3EDAAFE8-CFCE-4335-8D35-2C6472EE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0.13</a:t>
            </a:r>
          </a:p>
        </p:txBody>
      </p:sp>
      <p:sp>
        <p:nvSpPr>
          <p:cNvPr id="286" name="template-credit-3">
            <a:extLst xmlns:a="http://schemas.openxmlformats.org/drawingml/2006/main">
              <a:ext uri="{FF2B5EF4-FFF2-40B4-BE49-F238E27FC236}">
                <a16:creationId xmlns:a16="http://schemas.microsoft.com/office/drawing/2014/main" id="{975F1A37-E1D4-4200-9D00-4834086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0.63</a:t>
            </a:r>
          </a:p>
        </p:txBody>
      </p:sp>
      <p:sp>
        <p:nvSpPr>
          <p:cNvPr id="287" name="workflow-credit-1">
            <a:extLst xmlns:a="http://schemas.openxmlformats.org/drawingml/2006/main">
              <a:ext uri="{FF2B5EF4-FFF2-40B4-BE49-F238E27FC236}">
                <a16:creationId xmlns:a16="http://schemas.microsoft.com/office/drawing/2014/main" id="{CDDA2364-8DE0-4A1C-B0CE-1A39AD24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8" name="workflow-credit-2">
            <a:extLst xmlns:a="http://schemas.openxmlformats.org/drawingml/2006/main">
              <a:ext uri="{FF2B5EF4-FFF2-40B4-BE49-F238E27FC236}">
                <a16:creationId xmlns:a16="http://schemas.microsoft.com/office/drawing/2014/main" id="{3BCB47F0-3934-4C50-87FA-A845BB0B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9" name="workflow-credit-3">
            <a:extLst xmlns:a="http://schemas.openxmlformats.org/drawingml/2006/main">
              <a:ext uri="{FF2B5EF4-FFF2-40B4-BE49-F238E27FC236}">
                <a16:creationId xmlns:a16="http://schemas.microsoft.com/office/drawing/2014/main" id="{183173C6-AF9B-44C9-86B8-EDA04FAC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90" name="workflow-credit-4">
            <a:extLst xmlns:a="http://schemas.openxmlformats.org/drawingml/2006/main">
              <a:ext uri="{FF2B5EF4-FFF2-40B4-BE49-F238E27FC236}">
                <a16:creationId xmlns:a16="http://schemas.microsoft.com/office/drawing/2014/main" id="{B6D7CB58-D158-4749-96F6-373F28BF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91" name="workflow-credit-5">
            <a:extLst xmlns:a="http://schemas.openxmlformats.org/drawingml/2006/main">
              <a:ext uri="{FF2B5EF4-FFF2-40B4-BE49-F238E27FC236}">
                <a16:creationId xmlns:a16="http://schemas.microsoft.com/office/drawing/2014/main" id="{4F4FCF11-0B2D-4A5B-99A2-5C1D492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92" name="workflow-credit-6">
            <a:extLst xmlns:a="http://schemas.openxmlformats.org/drawingml/2006/main">
              <a:ext uri="{FF2B5EF4-FFF2-40B4-BE49-F238E27FC236}">
                <a16:creationId xmlns:a16="http://schemas.microsoft.com/office/drawing/2014/main" id="{1F9946B7-B4E8-4CEF-AFAA-F9BD95F6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0.44</a:t>
            </a:r>
          </a:p>
        </p:txBody>
      </p:sp>
      <p:sp>
        <p:nvSpPr>
          <p:cNvPr id="293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4D1E1D09-61B6-408A-9A97-F333826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34400"/>
            <a:ext cx="815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Reward Function R(τ):   Performance   ·   Cost   ·   Diversity</a:t>
            </a:r>
          </a:p>
        </p:txBody>
      </p:sp>
      <p:sp>
        <p:nvSpPr>
          <p:cNvPr id="294" name="dataset-label-1">
            <a:extLst xmlns:a="http://schemas.openxmlformats.org/drawingml/2006/main">
              <a:ext uri="{FF2B5EF4-FFF2-40B4-BE49-F238E27FC236}">
                <a16:creationId xmlns:a16="http://schemas.microsoft.com/office/drawing/2014/main" id="{4146BB01-C610-43F1-938F-84E0402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625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D_gen = {v′_G, v″_G}</a:t>
            </a:r>
          </a:p>
        </p:txBody>
      </p:sp>
      <p:sp>
        <p:nvSpPr>
          <p:cNvPr id="295" name="dataset-label-2">
            <a:extLst xmlns:a="http://schemas.openxmlformats.org/drawingml/2006/main">
              <a:ext uri="{FF2B5EF4-FFF2-40B4-BE49-F238E27FC236}">
                <a16:creationId xmlns:a16="http://schemas.microsoft.com/office/drawing/2014/main" id="{0A948917-90AD-490C-A57E-4DEBE8B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436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D_imp = {v′_I, v″_I}</a:t>
            </a:r>
          </a:p>
        </p:txBody>
      </p:sp>
      <p:sp>
        <p:nvSpPr>
          <p:cNvPr id="296" name="dataset-label-3">
            <a:extLst xmlns:a="http://schemas.openxmlformats.org/drawingml/2006/main">
              <a:ext uri="{FF2B5EF4-FFF2-40B4-BE49-F238E27FC236}">
                <a16:creationId xmlns:a16="http://schemas.microsoft.com/office/drawing/2014/main" id="{5F13365D-13C1-413E-BF0F-A15284D3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7524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D_rec = {v′_R, v″_R}</a:t>
            </a:r>
          </a:p>
        </p:txBody>
      </p:sp>
      <p:sp>
        <p:nvSpPr>
          <p:cNvPr id="297" name="curated-dataset-label">
            <a:extLst xmlns:a="http://schemas.openxmlformats.org/drawingml/2006/main">
              <a:ext uri="{FF2B5EF4-FFF2-40B4-BE49-F238E27FC236}">
                <a16:creationId xmlns:a16="http://schemas.microsoft.com/office/drawing/2014/main" id="{864E6F16-377D-4660-9A10-ED6DC1A4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382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Curated Dataset</a:t>
            </a:r>
          </a:p>
        </p:txBody>
      </p:sp>
      <p:sp>
        <p:nvSpPr>
          <p:cNvPr id="298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4D84E979-F2E3-4A2E-86B1-48C0B88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77500" y="6381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Specialized Training</a:t>
            </a:r>
          </a:p>
        </p:txBody>
      </p:sp>
      <p:sp>
        <p:nvSpPr>
          <p:cNvPr id="299" name="generator-meta-letter">
            <a:extLst xmlns:a="http://schemas.openxmlformats.org/drawingml/2006/main">
              <a:ext uri="{FF2B5EF4-FFF2-40B4-BE49-F238E27FC236}">
                <a16:creationId xmlns:a16="http://schemas.microsoft.com/office/drawing/2014/main" id="{95B7FA9C-1581-41D9-B9DC-BF0A454A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300" name="implementor-meta-letter">
            <a:extLst xmlns:a="http://schemas.openxmlformats.org/drawingml/2006/main">
              <a:ext uri="{FF2B5EF4-FFF2-40B4-BE49-F238E27FC236}">
                <a16:creationId xmlns:a16="http://schemas.microsoft.com/office/drawing/2014/main" id="{B375F6DC-BDF1-4E5D-A6BE-227AD158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01" name="rectifier-meta-letter">
            <a:extLst xmlns:a="http://schemas.openxmlformats.org/drawingml/2006/main">
              <a:ext uri="{FF2B5EF4-FFF2-40B4-BE49-F238E27FC236}">
                <a16:creationId xmlns:a16="http://schemas.microsoft.com/office/drawing/2014/main" id="{B45B547C-9BA9-4AB6-812D-0625BB04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302" name="generator-meta-title">
            <a:extLst xmlns:a="http://schemas.openxmlformats.org/drawingml/2006/main">
              <a:ext uri="{FF2B5EF4-FFF2-40B4-BE49-F238E27FC236}">
                <a16:creationId xmlns:a16="http://schemas.microsoft.com/office/drawing/2014/main" id="{62E6D921-BA97-48E7-A89D-6C2A527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857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303" name="generator-meta-fail">
            <a:extLst xmlns:a="http://schemas.openxmlformats.org/drawingml/2006/main">
              <a:ext uri="{FF2B5EF4-FFF2-40B4-BE49-F238E27FC236}">
                <a16:creationId xmlns:a16="http://schemas.microsoft.com/office/drawing/2014/main" id="{9FC989D4-79AA-407D-A15B-E6BB419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143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rPr>
              <a:t>×  M_temp: fails often</a:t>
            </a:r>
          </a:p>
        </p:txBody>
      </p:sp>
      <p:sp>
        <p:nvSpPr>
          <p:cNvPr id="304" name="generator-meta-pass">
            <a:extLst xmlns:a="http://schemas.openxmlformats.org/drawingml/2006/main">
              <a:ext uri="{FF2B5EF4-FFF2-40B4-BE49-F238E27FC236}">
                <a16:creationId xmlns:a16="http://schemas.microsoft.com/office/drawing/2014/main" id="{6C17FC28-3915-4725-898B-FC4B6385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429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rPr>
              <a:t>✓  M_temp: executes smoothly</a:t>
            </a:r>
          </a:p>
        </p:txBody>
      </p:sp>
      <p:sp>
        <p:nvSpPr>
          <p:cNvPr id="305" name="implementor-meta-title">
            <a:extLst xmlns:a="http://schemas.openxmlformats.org/drawingml/2006/main">
              <a:ext uri="{FF2B5EF4-FFF2-40B4-BE49-F238E27FC236}">
                <a16:creationId xmlns:a16="http://schemas.microsoft.com/office/drawing/2014/main" id="{12735A91-6024-4AC2-9E32-50A6CBE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0579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</p:txBody>
      </p:sp>
      <p:sp>
        <p:nvSpPr>
          <p:cNvPr id="306" name="implementor-meta-large">
            <a:extLst xmlns:a="http://schemas.openxmlformats.org/drawingml/2006/main">
              <a:ext uri="{FF2B5EF4-FFF2-40B4-BE49-F238E27FC236}">
                <a16:creationId xmlns:a16="http://schemas.microsoft.com/office/drawing/2014/main" id="{3AEE34C6-A663-49EE-8208-F2F827D0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362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Large model → high cost</a:t>
            </a:r>
          </a:p>
        </p:txBody>
      </p:sp>
      <p:sp>
        <p:nvSpPr>
          <p:cNvPr id="307" name="implementor-meta-small">
            <a:extLst xmlns:a="http://schemas.openxmlformats.org/drawingml/2006/main">
              <a:ext uri="{FF2B5EF4-FFF2-40B4-BE49-F238E27FC236}">
                <a16:creationId xmlns:a16="http://schemas.microsoft.com/office/drawing/2014/main" id="{16C006C7-B7A3-4A24-B4EB-4425FBF8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667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Small model → efficient</a:t>
            </a:r>
          </a:p>
        </p:txBody>
      </p:sp>
      <p:sp>
        <p:nvSpPr>
          <p:cNvPr id="308" name="rectifier-meta-title">
            <a:extLst xmlns:a="http://schemas.openxmlformats.org/drawingml/2006/main">
              <a:ext uri="{FF2B5EF4-FFF2-40B4-BE49-F238E27FC236}">
                <a16:creationId xmlns:a16="http://schemas.microsoft.com/office/drawing/2014/main" id="{D2A2E22E-5914-4FB3-8ACD-621BA09C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2580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</p:txBody>
      </p:sp>
      <p:sp>
        <p:nvSpPr>
          <p:cNvPr id="309" name="rectifier-meta-fail">
            <a:extLst xmlns:a="http://schemas.openxmlformats.org/drawingml/2006/main">
              <a:ext uri="{FF2B5EF4-FFF2-40B4-BE49-F238E27FC236}">
                <a16:creationId xmlns:a16="http://schemas.microsoft.com/office/drawing/2014/main" id="{5A676167-6BA8-40C7-84CF-1D742F30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6009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rPr>
              <a:t>M′  →  FAIL</a:t>
            </a:r>
          </a:p>
        </p:txBody>
      </p:sp>
      <p:sp>
        <p:nvSpPr>
          <p:cNvPr id="310" name="rectifier-meta-pass">
            <a:extLst xmlns:a="http://schemas.openxmlformats.org/drawingml/2006/main">
              <a:ext uri="{FF2B5EF4-FFF2-40B4-BE49-F238E27FC236}">
                <a16:creationId xmlns:a16="http://schemas.microsoft.com/office/drawing/2014/main" id="{8977DC91-20E0-4A0D-8E44-2CD56F9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905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rPr>
              <a:t>M″  →  PASS</a:t>
            </a:r>
          </a:p>
        </p:txBody>
      </p:sp>
    </p:spTree>
    <p:extLst>
      <p:ext uri="{BB962C8B-B14F-4D97-AF65-F5344CB8AC3E}">
        <p14:creationId xmlns:p14="http://schemas.microsoft.com/office/powerpoint/2010/main" val="622694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panel-a-background">
            <a:extLst xmlns:a="http://schemas.openxmlformats.org/drawingml/2006/main">
              <a:ext uri="{FF2B5EF4-FFF2-40B4-BE49-F238E27FC236}">
                <a16:creationId xmlns:a16="http://schemas.microsoft.com/office/drawing/2014/main" id="{83B898B4-4697-458C-B31B-4FAC8CFB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-b-background">
            <a:extLst xmlns:a="http://schemas.openxmlformats.org/drawingml/2006/main">
              <a:ext uri="{FF2B5EF4-FFF2-40B4-BE49-F238E27FC236}">
                <a16:creationId xmlns:a16="http://schemas.microsoft.com/office/drawing/2014/main" id="{43E0ED75-A224-4D94-820C-81F178B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93154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c-background">
            <a:extLst xmlns:a="http://schemas.openxmlformats.org/drawingml/2006/main">
              <a:ext uri="{FF2B5EF4-FFF2-40B4-BE49-F238E27FC236}">
                <a16:creationId xmlns:a16="http://schemas.microsoft.com/office/drawing/2014/main" id="{DD44D982-05D2-49C0-95EF-FBF9DC3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5848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nel-marker-a">
            <a:extLst xmlns:a="http://schemas.openxmlformats.org/drawingml/2006/main">
              <a:ext uri="{FF2B5EF4-FFF2-40B4-BE49-F238E27FC236}">
                <a16:creationId xmlns:a16="http://schemas.microsoft.com/office/drawing/2014/main" id="{A6CA0A7D-B3EB-4244-96DE-10BB5CE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7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(a)</a:t>
            </a:r>
          </a:p>
        </p:txBody>
      </p:sp>
      <p:sp>
        <p:nvSpPr>
          <p:cNvPr id="5" name="panel-marker-b">
            <a:extLst xmlns:a="http://schemas.openxmlformats.org/drawingml/2006/main">
              <a:ext uri="{FF2B5EF4-FFF2-40B4-BE49-F238E27FC236}">
                <a16:creationId xmlns:a16="http://schemas.microsoft.com/office/drawing/2014/main" id="{24103F90-1874-4991-9CE7-01A6F88E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(b)</a:t>
            </a:r>
          </a:p>
        </p:txBody>
      </p:sp>
      <p:sp>
        <p:nvSpPr>
          <p:cNvPr id="6" name="panel-marker-c">
            <a:extLst xmlns:a="http://schemas.openxmlformats.org/drawingml/2006/main">
              <a:ext uri="{FF2B5EF4-FFF2-40B4-BE49-F238E27FC236}">
                <a16:creationId xmlns:a16="http://schemas.microsoft.com/office/drawing/2014/main" id="{456E9941-B718-4605-B226-85FAFBE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(c)</a:t>
            </a:r>
          </a:p>
        </p:txBody>
      </p:sp>
      <p:sp>
        <p:nvSpPr>
          <p:cNvPr id="7" name="task-query-bar-pencil-echo">
            <a:extLst xmlns:a="http://schemas.openxmlformats.org/drawingml/2006/main">
              <a:ext uri="{FF2B5EF4-FFF2-40B4-BE49-F238E27FC236}">
                <a16:creationId xmlns:a16="http://schemas.microsoft.com/office/drawing/2014/main" id="{0078530F-77D0-4292-8152-3D46580D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85" y="523875"/>
            <a:ext cx="12001500" cy="609600"/>
          </a:xfrm>
          <a:custGeom xmlns:a="http://schemas.openxmlformats.org/drawingml/2006/main">
            <a:pathLst>
              <a:path w="12001500" h="609600">
                <a:moveTo>
                  <a:pt x="95250" y="11949"/>
                </a:moveTo>
                <a:lnTo>
                  <a:pt x="2063750" y="10620"/>
                </a:lnTo>
                <a:lnTo>
                  <a:pt x="4032250" y="10159"/>
                </a:lnTo>
                <a:lnTo>
                  <a:pt x="6000750" y="7074"/>
                </a:lnTo>
                <a:lnTo>
                  <a:pt x="7969250" y="29422"/>
                </a:lnTo>
                <a:lnTo>
                  <a:pt x="9937750" y="13659"/>
                </a:lnTo>
                <a:lnTo>
                  <a:pt x="11906250" y="19122"/>
                </a:lnTo>
                <a:lnTo>
                  <a:pt x="11968180" y="36195"/>
                </a:lnTo>
                <a:lnTo>
                  <a:pt x="11984484" y="61913"/>
                </a:lnTo>
                <a:lnTo>
                  <a:pt x="11995679" y="95250"/>
                </a:lnTo>
                <a:lnTo>
                  <a:pt x="11988230" y="200025"/>
                </a:lnTo>
                <a:lnTo>
                  <a:pt x="11991146" y="304800"/>
                </a:lnTo>
                <a:lnTo>
                  <a:pt x="11987475" y="409575"/>
                </a:lnTo>
                <a:lnTo>
                  <a:pt x="11992041" y="514350"/>
                </a:lnTo>
                <a:lnTo>
                  <a:pt x="11980987" y="547688"/>
                </a:lnTo>
                <a:lnTo>
                  <a:pt x="11964697" y="573405"/>
                </a:lnTo>
                <a:lnTo>
                  <a:pt x="11906250" y="588331"/>
                </a:lnTo>
                <a:lnTo>
                  <a:pt x="9937750" y="597291"/>
                </a:lnTo>
                <a:lnTo>
                  <a:pt x="7969250" y="601410"/>
                </a:lnTo>
                <a:lnTo>
                  <a:pt x="6000750" y="603529"/>
                </a:lnTo>
                <a:lnTo>
                  <a:pt x="4032250" y="592630"/>
                </a:lnTo>
                <a:lnTo>
                  <a:pt x="2063750" y="602930"/>
                </a:lnTo>
                <a:lnTo>
                  <a:pt x="95250" y="593739"/>
                </a:lnTo>
                <a:lnTo>
                  <a:pt x="29343" y="573405"/>
                </a:lnTo>
                <a:lnTo>
                  <a:pt x="22237" y="547688"/>
                </a:lnTo>
                <a:lnTo>
                  <a:pt x="22921" y="514350"/>
                </a:lnTo>
                <a:lnTo>
                  <a:pt x="23523" y="409575"/>
                </a:lnTo>
                <a:lnTo>
                  <a:pt x="26520" y="304800"/>
                </a:lnTo>
                <a:lnTo>
                  <a:pt x="27804" y="200025"/>
                </a:lnTo>
                <a:lnTo>
                  <a:pt x="30845" y="95250"/>
                </a:lnTo>
                <a:lnTo>
                  <a:pt x="17404" y="61913"/>
                </a:lnTo>
                <a:lnTo>
                  <a:pt x="33041" y="361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8" name="task-query-bar">
            <a:extLst xmlns:a="http://schemas.openxmlformats.org/drawingml/2006/main">
              <a:ext uri="{FF2B5EF4-FFF2-40B4-BE49-F238E27FC236}">
                <a16:creationId xmlns:a16="http://schemas.microsoft.com/office/drawing/2014/main" id="{06D49FCF-554E-42BB-BA55-CB9CE495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"/>
            <a:ext cx="12001500" cy="609600"/>
          </a:xfrm>
          <a:custGeom xmlns:a="http://schemas.openxmlformats.org/drawingml/2006/main">
            <a:pathLst>
              <a:path w="12001500" h="609600">
                <a:moveTo>
                  <a:pt x="95250" y="20505"/>
                </a:moveTo>
                <a:lnTo>
                  <a:pt x="2063750" y="14163"/>
                </a:lnTo>
                <a:lnTo>
                  <a:pt x="4032250" y="25594"/>
                </a:lnTo>
                <a:lnTo>
                  <a:pt x="6000750" y="6323"/>
                </a:lnTo>
                <a:lnTo>
                  <a:pt x="7969250" y="17716"/>
                </a:lnTo>
                <a:lnTo>
                  <a:pt x="9937750" y="26314"/>
                </a:lnTo>
                <a:lnTo>
                  <a:pt x="11906250" y="6316"/>
                </a:lnTo>
                <a:lnTo>
                  <a:pt x="11968044" y="36195"/>
                </a:lnTo>
                <a:lnTo>
                  <a:pt x="11985457" y="61913"/>
                </a:lnTo>
                <a:lnTo>
                  <a:pt x="11976698" y="95250"/>
                </a:lnTo>
                <a:lnTo>
                  <a:pt x="11977937" y="200025"/>
                </a:lnTo>
                <a:lnTo>
                  <a:pt x="11970887" y="304800"/>
                </a:lnTo>
                <a:lnTo>
                  <a:pt x="11995537" y="409575"/>
                </a:lnTo>
                <a:lnTo>
                  <a:pt x="11978594" y="514350"/>
                </a:lnTo>
                <a:lnTo>
                  <a:pt x="11979991" y="547688"/>
                </a:lnTo>
                <a:lnTo>
                  <a:pt x="11971458" y="573405"/>
                </a:lnTo>
                <a:lnTo>
                  <a:pt x="11906250" y="579556"/>
                </a:lnTo>
                <a:lnTo>
                  <a:pt x="9937750" y="588704"/>
                </a:lnTo>
                <a:lnTo>
                  <a:pt x="7969250" y="596478"/>
                </a:lnTo>
                <a:lnTo>
                  <a:pt x="6000750" y="600065"/>
                </a:lnTo>
                <a:lnTo>
                  <a:pt x="4032250" y="578679"/>
                </a:lnTo>
                <a:lnTo>
                  <a:pt x="2063750" y="602988"/>
                </a:lnTo>
                <a:lnTo>
                  <a:pt x="95250" y="594241"/>
                </a:lnTo>
                <a:lnTo>
                  <a:pt x="30219" y="573405"/>
                </a:lnTo>
                <a:lnTo>
                  <a:pt x="17940" y="547688"/>
                </a:lnTo>
                <a:lnTo>
                  <a:pt x="21344" y="514350"/>
                </a:lnTo>
                <a:lnTo>
                  <a:pt x="31189" y="409575"/>
                </a:lnTo>
                <a:lnTo>
                  <a:pt x="18864" y="304800"/>
                </a:lnTo>
                <a:lnTo>
                  <a:pt x="9351" y="200025"/>
                </a:lnTo>
                <a:lnTo>
                  <a:pt x="22030" y="95250"/>
                </a:lnTo>
                <a:lnTo>
                  <a:pt x="21800" y="61913"/>
                </a:lnTo>
                <a:lnTo>
                  <a:pt x="37332" y="36195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generator-agent-slot-pencil-echo">
            <a:extLst xmlns:a="http://schemas.openxmlformats.org/drawingml/2006/main">
              <a:ext uri="{FF2B5EF4-FFF2-40B4-BE49-F238E27FC236}">
                <a16:creationId xmlns:a16="http://schemas.microsoft.com/office/drawing/2014/main" id="{35FEC515-8C19-46CF-8862-799767D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8" y="69246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73052" y="343286"/>
                </a:moveTo>
                <a:lnTo>
                  <a:pt x="655397" y="430625"/>
                </a:lnTo>
                <a:lnTo>
                  <a:pt x="629305" y="506427"/>
                </a:lnTo>
                <a:lnTo>
                  <a:pt x="568543" y="571774"/>
                </a:lnTo>
                <a:lnTo>
                  <a:pt x="503151" y="618137"/>
                </a:lnTo>
                <a:lnTo>
                  <a:pt x="427074" y="649247"/>
                </a:lnTo>
                <a:lnTo>
                  <a:pt x="341573" y="662914"/>
                </a:lnTo>
                <a:lnTo>
                  <a:pt x="261373" y="656773"/>
                </a:lnTo>
                <a:lnTo>
                  <a:pt x="179869" y="626316"/>
                </a:lnTo>
                <a:lnTo>
                  <a:pt x="116438" y="565775"/>
                </a:lnTo>
                <a:lnTo>
                  <a:pt x="62787" y="501012"/>
                </a:lnTo>
                <a:lnTo>
                  <a:pt x="25281" y="427983"/>
                </a:lnTo>
                <a:lnTo>
                  <a:pt x="15611" y="344666"/>
                </a:lnTo>
                <a:lnTo>
                  <a:pt x="24956" y="255305"/>
                </a:lnTo>
                <a:lnTo>
                  <a:pt x="62891" y="178928"/>
                </a:lnTo>
                <a:lnTo>
                  <a:pt x="112082" y="116385"/>
                </a:lnTo>
                <a:lnTo>
                  <a:pt x="181800" y="64518"/>
                </a:lnTo>
                <a:lnTo>
                  <a:pt x="258047" y="33434"/>
                </a:lnTo>
                <a:lnTo>
                  <a:pt x="338906" y="25976"/>
                </a:lnTo>
                <a:lnTo>
                  <a:pt x="426932" y="23002"/>
                </a:lnTo>
                <a:lnTo>
                  <a:pt x="504732" y="56946"/>
                </a:lnTo>
                <a:lnTo>
                  <a:pt x="574547" y="107281"/>
                </a:lnTo>
                <a:lnTo>
                  <a:pt x="618627" y="180051"/>
                </a:lnTo>
                <a:lnTo>
                  <a:pt x="657313" y="2539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" name="generator-agent-slot">
            <a:extLst xmlns:a="http://schemas.openxmlformats.org/drawingml/2006/main">
              <a:ext uri="{FF2B5EF4-FFF2-40B4-BE49-F238E27FC236}">
                <a16:creationId xmlns:a16="http://schemas.microsoft.com/office/drawing/2014/main" id="{AE69B159-A30C-4A08-A90A-67D8374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73185" y="346005"/>
                </a:moveTo>
                <a:lnTo>
                  <a:pt x="651787" y="422031"/>
                </a:lnTo>
                <a:lnTo>
                  <a:pt x="626003" y="503761"/>
                </a:lnTo>
                <a:lnTo>
                  <a:pt x="571031" y="569037"/>
                </a:lnTo>
                <a:lnTo>
                  <a:pt x="501955" y="622302"/>
                </a:lnTo>
                <a:lnTo>
                  <a:pt x="426802" y="657762"/>
                </a:lnTo>
                <a:lnTo>
                  <a:pt x="343462" y="663865"/>
                </a:lnTo>
                <a:lnTo>
                  <a:pt x="255489" y="652068"/>
                </a:lnTo>
                <a:lnTo>
                  <a:pt x="178287" y="624225"/>
                </a:lnTo>
                <a:lnTo>
                  <a:pt x="117647" y="570134"/>
                </a:lnTo>
                <a:lnTo>
                  <a:pt x="67685" y="499774"/>
                </a:lnTo>
                <a:lnTo>
                  <a:pt x="29727" y="430947"/>
                </a:lnTo>
                <a:lnTo>
                  <a:pt x="20791" y="338798"/>
                </a:lnTo>
                <a:lnTo>
                  <a:pt x="34505" y="256235"/>
                </a:lnTo>
                <a:lnTo>
                  <a:pt x="59589" y="178183"/>
                </a:lnTo>
                <a:lnTo>
                  <a:pt x="119540" y="116560"/>
                </a:lnTo>
                <a:lnTo>
                  <a:pt x="180838" y="56241"/>
                </a:lnTo>
                <a:lnTo>
                  <a:pt x="257069" y="38119"/>
                </a:lnTo>
                <a:lnTo>
                  <a:pt x="340184" y="15593"/>
                </a:lnTo>
                <a:lnTo>
                  <a:pt x="423794" y="34185"/>
                </a:lnTo>
                <a:lnTo>
                  <a:pt x="503563" y="61345"/>
                </a:lnTo>
                <a:lnTo>
                  <a:pt x="572080" y="118968"/>
                </a:lnTo>
                <a:lnTo>
                  <a:pt x="619601" y="181201"/>
                </a:lnTo>
                <a:lnTo>
                  <a:pt x="657739" y="2549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11" name="implementor-agent-slot-pencil-echo">
            <a:extLst xmlns:a="http://schemas.openxmlformats.org/drawingml/2006/main">
              <a:ext uri="{FF2B5EF4-FFF2-40B4-BE49-F238E27FC236}">
                <a16:creationId xmlns:a16="http://schemas.microsoft.com/office/drawing/2014/main" id="{2C258883-733B-4FB9-AF97-C1E6B1B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8" y="233076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64379" y="342041"/>
                </a:moveTo>
                <a:lnTo>
                  <a:pt x="660235" y="431690"/>
                </a:lnTo>
                <a:lnTo>
                  <a:pt x="623983" y="502129"/>
                </a:lnTo>
                <a:lnTo>
                  <a:pt x="572027" y="567109"/>
                </a:lnTo>
                <a:lnTo>
                  <a:pt x="500690" y="625032"/>
                </a:lnTo>
                <a:lnTo>
                  <a:pt x="421381" y="651423"/>
                </a:lnTo>
                <a:lnTo>
                  <a:pt x="342937" y="663714"/>
                </a:lnTo>
                <a:lnTo>
                  <a:pt x="262217" y="661731"/>
                </a:lnTo>
                <a:lnTo>
                  <a:pt x="178488" y="621807"/>
                </a:lnTo>
                <a:lnTo>
                  <a:pt x="118268" y="570101"/>
                </a:lnTo>
                <a:lnTo>
                  <a:pt x="60539" y="507843"/>
                </a:lnTo>
                <a:lnTo>
                  <a:pt x="32950" y="422959"/>
                </a:lnTo>
                <a:lnTo>
                  <a:pt x="14979" y="341622"/>
                </a:lnTo>
                <a:lnTo>
                  <a:pt x="34643" y="256930"/>
                </a:lnTo>
                <a:lnTo>
                  <a:pt x="58781" y="177232"/>
                </a:lnTo>
                <a:lnTo>
                  <a:pt x="109652" y="114340"/>
                </a:lnTo>
                <a:lnTo>
                  <a:pt x="177144" y="59096"/>
                </a:lnTo>
                <a:lnTo>
                  <a:pt x="258159" y="30881"/>
                </a:lnTo>
                <a:lnTo>
                  <a:pt x="344525" y="21854"/>
                </a:lnTo>
                <a:lnTo>
                  <a:pt x="425124" y="35258"/>
                </a:lnTo>
                <a:lnTo>
                  <a:pt x="510227" y="57167"/>
                </a:lnTo>
                <a:lnTo>
                  <a:pt x="570124" y="112214"/>
                </a:lnTo>
                <a:lnTo>
                  <a:pt x="627463" y="179392"/>
                </a:lnTo>
                <a:lnTo>
                  <a:pt x="657470" y="2596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2" name="implementor-agent-slot">
            <a:extLst xmlns:a="http://schemas.openxmlformats.org/drawingml/2006/main">
              <a:ext uri="{FF2B5EF4-FFF2-40B4-BE49-F238E27FC236}">
                <a16:creationId xmlns:a16="http://schemas.microsoft.com/office/drawing/2014/main" id="{F8C827E9-456A-43F1-BB77-14816D8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70985" y="346459"/>
                </a:moveTo>
                <a:lnTo>
                  <a:pt x="653442" y="428529"/>
                </a:lnTo>
                <a:lnTo>
                  <a:pt x="621088" y="502466"/>
                </a:lnTo>
                <a:lnTo>
                  <a:pt x="577720" y="573566"/>
                </a:lnTo>
                <a:lnTo>
                  <a:pt x="504153" y="622284"/>
                </a:lnTo>
                <a:lnTo>
                  <a:pt x="425752" y="652589"/>
                </a:lnTo>
                <a:lnTo>
                  <a:pt x="347320" y="665808"/>
                </a:lnTo>
                <a:lnTo>
                  <a:pt x="255604" y="660195"/>
                </a:lnTo>
                <a:lnTo>
                  <a:pt x="181411" y="624342"/>
                </a:lnTo>
                <a:lnTo>
                  <a:pt x="116020" y="574629"/>
                </a:lnTo>
                <a:lnTo>
                  <a:pt x="58843" y="512381"/>
                </a:lnTo>
                <a:lnTo>
                  <a:pt x="35704" y="425069"/>
                </a:lnTo>
                <a:lnTo>
                  <a:pt x="26224" y="339344"/>
                </a:lnTo>
                <a:lnTo>
                  <a:pt x="27909" y="260678"/>
                </a:lnTo>
                <a:lnTo>
                  <a:pt x="66263" y="186295"/>
                </a:lnTo>
                <a:lnTo>
                  <a:pt x="111453" y="116315"/>
                </a:lnTo>
                <a:lnTo>
                  <a:pt x="181061" y="67333"/>
                </a:lnTo>
                <a:lnTo>
                  <a:pt x="257364" y="25374"/>
                </a:lnTo>
                <a:lnTo>
                  <a:pt x="345797" y="25848"/>
                </a:lnTo>
                <a:lnTo>
                  <a:pt x="423298" y="31961"/>
                </a:lnTo>
                <a:lnTo>
                  <a:pt x="508654" y="60291"/>
                </a:lnTo>
                <a:lnTo>
                  <a:pt x="574339" y="113359"/>
                </a:lnTo>
                <a:lnTo>
                  <a:pt x="627842" y="182683"/>
                </a:lnTo>
                <a:lnTo>
                  <a:pt x="657164" y="2609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13" name="rectifier-agent-slot-pencil-echo">
            <a:extLst xmlns:a="http://schemas.openxmlformats.org/drawingml/2006/main">
              <a:ext uri="{FF2B5EF4-FFF2-40B4-BE49-F238E27FC236}">
                <a16:creationId xmlns:a16="http://schemas.microsoft.com/office/drawing/2014/main" id="{2D8B184D-9BF5-49C2-BFA4-2F199FE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978" y="233076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61211" y="339797"/>
                </a:moveTo>
                <a:lnTo>
                  <a:pt x="662767" y="425193"/>
                </a:lnTo>
                <a:lnTo>
                  <a:pt x="628745" y="503517"/>
                </a:lnTo>
                <a:lnTo>
                  <a:pt x="573805" y="573268"/>
                </a:lnTo>
                <a:lnTo>
                  <a:pt x="509418" y="627866"/>
                </a:lnTo>
                <a:lnTo>
                  <a:pt x="420910" y="651902"/>
                </a:lnTo>
                <a:lnTo>
                  <a:pt x="343459" y="665130"/>
                </a:lnTo>
                <a:lnTo>
                  <a:pt x="258706" y="658428"/>
                </a:lnTo>
                <a:lnTo>
                  <a:pt x="184677" y="626407"/>
                </a:lnTo>
                <a:lnTo>
                  <a:pt x="116768" y="575702"/>
                </a:lnTo>
                <a:lnTo>
                  <a:pt x="61439" y="510049"/>
                </a:lnTo>
                <a:lnTo>
                  <a:pt x="37031" y="424864"/>
                </a:lnTo>
                <a:lnTo>
                  <a:pt x="16432" y="343695"/>
                </a:lnTo>
                <a:lnTo>
                  <a:pt x="36250" y="260401"/>
                </a:lnTo>
                <a:lnTo>
                  <a:pt x="64949" y="184971"/>
                </a:lnTo>
                <a:lnTo>
                  <a:pt x="118691" y="117320"/>
                </a:lnTo>
                <a:lnTo>
                  <a:pt x="186949" y="63958"/>
                </a:lnTo>
                <a:lnTo>
                  <a:pt x="255058" y="26880"/>
                </a:lnTo>
                <a:lnTo>
                  <a:pt x="347249" y="13628"/>
                </a:lnTo>
                <a:lnTo>
                  <a:pt x="425176" y="28232"/>
                </a:lnTo>
                <a:lnTo>
                  <a:pt x="504114" y="61257"/>
                </a:lnTo>
                <a:lnTo>
                  <a:pt x="572641" y="110921"/>
                </a:lnTo>
                <a:lnTo>
                  <a:pt x="623281" y="182257"/>
                </a:lnTo>
                <a:lnTo>
                  <a:pt x="656051" y="2566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4" name="rectifier-agent-slot">
            <a:extLst xmlns:a="http://schemas.openxmlformats.org/drawingml/2006/main">
              <a:ext uri="{FF2B5EF4-FFF2-40B4-BE49-F238E27FC236}">
                <a16:creationId xmlns:a16="http://schemas.microsoft.com/office/drawing/2014/main" id="{6C7A0053-5D12-48FA-945C-3C4B28BC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685800" cy="685800"/>
          </a:xfrm>
          <a:custGeom xmlns:a="http://schemas.openxmlformats.org/drawingml/2006/main">
            <a:pathLst>
              <a:path w="685800" h="685800">
                <a:moveTo>
                  <a:pt x="666233" y="344512"/>
                </a:moveTo>
                <a:lnTo>
                  <a:pt x="654734" y="427942"/>
                </a:lnTo>
                <a:lnTo>
                  <a:pt x="627084" y="509718"/>
                </a:lnTo>
                <a:lnTo>
                  <a:pt x="576750" y="575106"/>
                </a:lnTo>
                <a:lnTo>
                  <a:pt x="503695" y="616639"/>
                </a:lnTo>
                <a:lnTo>
                  <a:pt x="424103" y="662275"/>
                </a:lnTo>
                <a:lnTo>
                  <a:pt x="342239" y="668579"/>
                </a:lnTo>
                <a:lnTo>
                  <a:pt x="255984" y="656813"/>
                </a:lnTo>
                <a:lnTo>
                  <a:pt x="178991" y="628311"/>
                </a:lnTo>
                <a:lnTo>
                  <a:pt x="113975" y="572184"/>
                </a:lnTo>
                <a:lnTo>
                  <a:pt x="63352" y="507617"/>
                </a:lnTo>
                <a:lnTo>
                  <a:pt x="31144" y="428972"/>
                </a:lnTo>
                <a:lnTo>
                  <a:pt x="23906" y="345037"/>
                </a:lnTo>
                <a:lnTo>
                  <a:pt x="30884" y="255854"/>
                </a:lnTo>
                <a:lnTo>
                  <a:pt x="67688" y="178993"/>
                </a:lnTo>
                <a:lnTo>
                  <a:pt x="119058" y="116419"/>
                </a:lnTo>
                <a:lnTo>
                  <a:pt x="181386" y="59843"/>
                </a:lnTo>
                <a:lnTo>
                  <a:pt x="259222" y="35990"/>
                </a:lnTo>
                <a:lnTo>
                  <a:pt x="341698" y="13781"/>
                </a:lnTo>
                <a:lnTo>
                  <a:pt x="423629" y="31381"/>
                </a:lnTo>
                <a:lnTo>
                  <a:pt x="505875" y="66699"/>
                </a:lnTo>
                <a:lnTo>
                  <a:pt x="572360" y="111944"/>
                </a:lnTo>
                <a:lnTo>
                  <a:pt x="624169" y="181981"/>
                </a:lnTo>
                <a:lnTo>
                  <a:pt x="650499" y="2562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111111"/>
            </a:solidFill>
            <a:prstDash val="solid"/>
          </a:ln>
        </p:spPr>
      </p:sp>
      <p:sp>
        <p:nvSpPr>
          <p:cNvPr id="15" name="agent-cluster-hub">
            <a:extLst xmlns:a="http://schemas.openxmlformats.org/drawingml/2006/main">
              <a:ext uri="{FF2B5EF4-FFF2-40B4-BE49-F238E27FC236}">
                <a16:creationId xmlns:a16="http://schemas.microsoft.com/office/drawing/2014/main" id="{4A8FBA4A-371F-496B-8925-541408FF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" name="design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9244F81A-68CD-4226-9482-1BC28373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383983"/>
            <a:ext cx="2705100" cy="2286000"/>
          </a:xfrm>
          <a:custGeom xmlns:a="http://schemas.openxmlformats.org/drawingml/2006/main">
            <a:pathLst>
              <a:path w="2705100" h="2286000">
                <a:moveTo>
                  <a:pt x="66675" y="17307"/>
                </a:moveTo>
                <a:lnTo>
                  <a:pt x="495300" y="14258"/>
                </a:lnTo>
                <a:lnTo>
                  <a:pt x="923925" y="22187"/>
                </a:lnTo>
                <a:lnTo>
                  <a:pt x="1352550" y="14378"/>
                </a:lnTo>
                <a:lnTo>
                  <a:pt x="1781175" y="28819"/>
                </a:lnTo>
                <a:lnTo>
                  <a:pt x="2209800" y="32876"/>
                </a:lnTo>
                <a:lnTo>
                  <a:pt x="2638425" y="1915"/>
                </a:lnTo>
                <a:lnTo>
                  <a:pt x="2678558" y="31051"/>
                </a:lnTo>
                <a:lnTo>
                  <a:pt x="2682230" y="43339"/>
                </a:lnTo>
                <a:lnTo>
                  <a:pt x="2685632" y="66675"/>
                </a:lnTo>
                <a:lnTo>
                  <a:pt x="2673509" y="604838"/>
                </a:lnTo>
                <a:lnTo>
                  <a:pt x="2684619" y="1143000"/>
                </a:lnTo>
                <a:lnTo>
                  <a:pt x="2670464" y="1681163"/>
                </a:lnTo>
                <a:lnTo>
                  <a:pt x="2695966" y="2219325"/>
                </a:lnTo>
                <a:lnTo>
                  <a:pt x="2684360" y="2242661"/>
                </a:lnTo>
                <a:lnTo>
                  <a:pt x="2683182" y="2254949"/>
                </a:lnTo>
                <a:lnTo>
                  <a:pt x="2638425" y="2270901"/>
                </a:lnTo>
                <a:lnTo>
                  <a:pt x="2209800" y="2260319"/>
                </a:lnTo>
                <a:lnTo>
                  <a:pt x="1781175" y="2281092"/>
                </a:lnTo>
                <a:lnTo>
                  <a:pt x="1352550" y="2264263"/>
                </a:lnTo>
                <a:lnTo>
                  <a:pt x="923925" y="2263552"/>
                </a:lnTo>
                <a:lnTo>
                  <a:pt x="495300" y="2259536"/>
                </a:lnTo>
                <a:lnTo>
                  <a:pt x="66675" y="2254928"/>
                </a:lnTo>
                <a:lnTo>
                  <a:pt x="19480" y="2254949"/>
                </a:lnTo>
                <a:lnTo>
                  <a:pt x="16523" y="2242661"/>
                </a:lnTo>
                <a:lnTo>
                  <a:pt x="11426" y="2219325"/>
                </a:lnTo>
                <a:lnTo>
                  <a:pt x="10753" y="1681163"/>
                </a:lnTo>
                <a:lnTo>
                  <a:pt x="2400" y="1143000"/>
                </a:lnTo>
                <a:lnTo>
                  <a:pt x="12647" y="604838"/>
                </a:lnTo>
                <a:lnTo>
                  <a:pt x="17121" y="66675"/>
                </a:lnTo>
                <a:lnTo>
                  <a:pt x="23190" y="43339"/>
                </a:lnTo>
                <a:lnTo>
                  <a:pt x="22430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7" name="design-stage-frame">
            <a:extLst xmlns:a="http://schemas.openxmlformats.org/drawingml/2006/main">
              <a:ext uri="{FF2B5EF4-FFF2-40B4-BE49-F238E27FC236}">
                <a16:creationId xmlns:a16="http://schemas.microsoft.com/office/drawing/2014/main" id="{58DE4526-7128-4C54-90CA-7BDDA07A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71600"/>
            <a:ext cx="2705100" cy="2286000"/>
          </a:xfrm>
          <a:custGeom xmlns:a="http://schemas.openxmlformats.org/drawingml/2006/main">
            <a:pathLst>
              <a:path w="2705100" h="2286000">
                <a:moveTo>
                  <a:pt x="66675" y="23675"/>
                </a:moveTo>
                <a:lnTo>
                  <a:pt x="495300" y="21450"/>
                </a:lnTo>
                <a:lnTo>
                  <a:pt x="923925" y="7679"/>
                </a:lnTo>
                <a:lnTo>
                  <a:pt x="1352550" y="35223"/>
                </a:lnTo>
                <a:lnTo>
                  <a:pt x="1781175" y="33156"/>
                </a:lnTo>
                <a:lnTo>
                  <a:pt x="2209800" y="28605"/>
                </a:lnTo>
                <a:lnTo>
                  <a:pt x="2638425" y="26244"/>
                </a:lnTo>
                <a:lnTo>
                  <a:pt x="2683567" y="31051"/>
                </a:lnTo>
                <a:lnTo>
                  <a:pt x="2682211" y="43339"/>
                </a:lnTo>
                <a:lnTo>
                  <a:pt x="2670092" y="66675"/>
                </a:lnTo>
                <a:lnTo>
                  <a:pt x="2671234" y="604838"/>
                </a:lnTo>
                <a:lnTo>
                  <a:pt x="2686368" y="1143000"/>
                </a:lnTo>
                <a:lnTo>
                  <a:pt x="2682723" y="1681163"/>
                </a:lnTo>
                <a:lnTo>
                  <a:pt x="2694768" y="2219325"/>
                </a:lnTo>
                <a:lnTo>
                  <a:pt x="2684065" y="2242661"/>
                </a:lnTo>
                <a:lnTo>
                  <a:pt x="2686611" y="2254949"/>
                </a:lnTo>
                <a:lnTo>
                  <a:pt x="2638425" y="2267819"/>
                </a:lnTo>
                <a:lnTo>
                  <a:pt x="2209800" y="2260405"/>
                </a:lnTo>
                <a:lnTo>
                  <a:pt x="1781175" y="2265030"/>
                </a:lnTo>
                <a:lnTo>
                  <a:pt x="1352550" y="2266668"/>
                </a:lnTo>
                <a:lnTo>
                  <a:pt x="923925" y="2280621"/>
                </a:lnTo>
                <a:lnTo>
                  <a:pt x="495300" y="2257084"/>
                </a:lnTo>
                <a:lnTo>
                  <a:pt x="66675" y="2274526"/>
                </a:lnTo>
                <a:lnTo>
                  <a:pt x="25849" y="2254949"/>
                </a:lnTo>
                <a:lnTo>
                  <a:pt x="23220" y="2242661"/>
                </a:lnTo>
                <a:lnTo>
                  <a:pt x="5004" y="2219325"/>
                </a:lnTo>
                <a:lnTo>
                  <a:pt x="4974" y="1681163"/>
                </a:lnTo>
                <a:lnTo>
                  <a:pt x="2618" y="1143000"/>
                </a:lnTo>
                <a:lnTo>
                  <a:pt x="32732" y="604838"/>
                </a:lnTo>
                <a:lnTo>
                  <a:pt x="2807" y="66675"/>
                </a:lnTo>
                <a:lnTo>
                  <a:pt x="21651" y="43339"/>
                </a:lnTo>
                <a:lnTo>
                  <a:pt x="21216" y="31051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18" name="implement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CC79BFDF-C469-45AB-875C-64CAA58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3983"/>
            <a:ext cx="2857500" cy="2286000"/>
          </a:xfrm>
          <a:custGeom xmlns:a="http://schemas.openxmlformats.org/drawingml/2006/main">
            <a:pathLst>
              <a:path w="2857500" h="2286000">
                <a:moveTo>
                  <a:pt x="66675" y="33562"/>
                </a:moveTo>
                <a:lnTo>
                  <a:pt x="520700" y="2564"/>
                </a:lnTo>
                <a:lnTo>
                  <a:pt x="974725" y="3003"/>
                </a:lnTo>
                <a:lnTo>
                  <a:pt x="1428750" y="16178"/>
                </a:lnTo>
                <a:lnTo>
                  <a:pt x="1882775" y="12351"/>
                </a:lnTo>
                <a:lnTo>
                  <a:pt x="2336800" y="20271"/>
                </a:lnTo>
                <a:lnTo>
                  <a:pt x="2790825" y="24737"/>
                </a:lnTo>
                <a:lnTo>
                  <a:pt x="2831960" y="31051"/>
                </a:lnTo>
                <a:lnTo>
                  <a:pt x="2840368" y="43339"/>
                </a:lnTo>
                <a:lnTo>
                  <a:pt x="2846203" y="66675"/>
                </a:lnTo>
                <a:lnTo>
                  <a:pt x="2845502" y="604838"/>
                </a:lnTo>
                <a:lnTo>
                  <a:pt x="2854451" y="1143000"/>
                </a:lnTo>
                <a:lnTo>
                  <a:pt x="2849087" y="1681163"/>
                </a:lnTo>
                <a:lnTo>
                  <a:pt x="2827072" y="2219325"/>
                </a:lnTo>
                <a:lnTo>
                  <a:pt x="2838867" y="2242661"/>
                </a:lnTo>
                <a:lnTo>
                  <a:pt x="2836944" y="2254949"/>
                </a:lnTo>
                <a:lnTo>
                  <a:pt x="2790825" y="2263582"/>
                </a:lnTo>
                <a:lnTo>
                  <a:pt x="2336800" y="2282769"/>
                </a:lnTo>
                <a:lnTo>
                  <a:pt x="1882775" y="2279656"/>
                </a:lnTo>
                <a:lnTo>
                  <a:pt x="1428750" y="2261146"/>
                </a:lnTo>
                <a:lnTo>
                  <a:pt x="974725" y="2252786"/>
                </a:lnTo>
                <a:lnTo>
                  <a:pt x="520700" y="2273169"/>
                </a:lnTo>
                <a:lnTo>
                  <a:pt x="66675" y="2261151"/>
                </a:lnTo>
                <a:lnTo>
                  <a:pt x="21167" y="2254949"/>
                </a:lnTo>
                <a:lnTo>
                  <a:pt x="21942" y="2242661"/>
                </a:lnTo>
                <a:lnTo>
                  <a:pt x="3681" y="2219325"/>
                </a:lnTo>
                <a:lnTo>
                  <a:pt x="22479" y="1681163"/>
                </a:lnTo>
                <a:lnTo>
                  <a:pt x="27016" y="1143000"/>
                </a:lnTo>
                <a:lnTo>
                  <a:pt x="6826" y="604838"/>
                </a:lnTo>
                <a:lnTo>
                  <a:pt x="8878" y="66675"/>
                </a:lnTo>
                <a:lnTo>
                  <a:pt x="17041" y="43339"/>
                </a:lnTo>
                <a:lnTo>
                  <a:pt x="21378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9" name="implement-stage-frame">
            <a:extLst xmlns:a="http://schemas.openxmlformats.org/drawingml/2006/main">
              <a:ext uri="{FF2B5EF4-FFF2-40B4-BE49-F238E27FC236}">
                <a16:creationId xmlns:a16="http://schemas.microsoft.com/office/drawing/2014/main" id="{A759B43F-2FAD-4BA6-B6D6-6E05477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2857500" cy="2286000"/>
          </a:xfrm>
          <a:custGeom xmlns:a="http://schemas.openxmlformats.org/drawingml/2006/main">
            <a:pathLst>
              <a:path w="2857500" h="2286000">
                <a:moveTo>
                  <a:pt x="66675" y="31346"/>
                </a:moveTo>
                <a:lnTo>
                  <a:pt x="520700" y="6826"/>
                </a:lnTo>
                <a:lnTo>
                  <a:pt x="974725" y="25351"/>
                </a:lnTo>
                <a:lnTo>
                  <a:pt x="1428750" y="12444"/>
                </a:lnTo>
                <a:lnTo>
                  <a:pt x="1882775" y="26910"/>
                </a:lnTo>
                <a:lnTo>
                  <a:pt x="2336800" y="31305"/>
                </a:lnTo>
                <a:lnTo>
                  <a:pt x="2790825" y="3716"/>
                </a:lnTo>
                <a:lnTo>
                  <a:pt x="2830618" y="31051"/>
                </a:lnTo>
                <a:lnTo>
                  <a:pt x="2841181" y="43339"/>
                </a:lnTo>
                <a:lnTo>
                  <a:pt x="2821473" y="66675"/>
                </a:lnTo>
                <a:lnTo>
                  <a:pt x="2827199" y="604838"/>
                </a:lnTo>
                <a:lnTo>
                  <a:pt x="2844390" y="1143000"/>
                </a:lnTo>
                <a:lnTo>
                  <a:pt x="2840246" y="1681163"/>
                </a:lnTo>
                <a:lnTo>
                  <a:pt x="2826241" y="2219325"/>
                </a:lnTo>
                <a:lnTo>
                  <a:pt x="2837671" y="2242661"/>
                </a:lnTo>
                <a:lnTo>
                  <a:pt x="2830614" y="2254949"/>
                </a:lnTo>
                <a:lnTo>
                  <a:pt x="2790825" y="2260308"/>
                </a:lnTo>
                <a:lnTo>
                  <a:pt x="2336800" y="2275137"/>
                </a:lnTo>
                <a:lnTo>
                  <a:pt x="1882775" y="2277644"/>
                </a:lnTo>
                <a:lnTo>
                  <a:pt x="1428750" y="2262561"/>
                </a:lnTo>
                <a:lnTo>
                  <a:pt x="974725" y="2281298"/>
                </a:lnTo>
                <a:lnTo>
                  <a:pt x="520700" y="2277855"/>
                </a:lnTo>
                <a:lnTo>
                  <a:pt x="66675" y="2256818"/>
                </a:lnTo>
                <a:lnTo>
                  <a:pt x="22264" y="2254949"/>
                </a:lnTo>
                <a:lnTo>
                  <a:pt x="17829" y="2242661"/>
                </a:lnTo>
                <a:lnTo>
                  <a:pt x="7543" y="2219325"/>
                </a:lnTo>
                <a:lnTo>
                  <a:pt x="32249" y="1681163"/>
                </a:lnTo>
                <a:lnTo>
                  <a:pt x="15155" y="1143000"/>
                </a:lnTo>
                <a:lnTo>
                  <a:pt x="13383" y="604838"/>
                </a:lnTo>
                <a:lnTo>
                  <a:pt x="18215" y="66675"/>
                </a:lnTo>
                <a:lnTo>
                  <a:pt x="16992" y="43339"/>
                </a:lnTo>
                <a:lnTo>
                  <a:pt x="26329" y="31051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20" name="execution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6DFC3270-3441-417C-9A0A-BBF24AC5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3983"/>
            <a:ext cx="2247900" cy="2286000"/>
          </a:xfrm>
          <a:custGeom xmlns:a="http://schemas.openxmlformats.org/drawingml/2006/main">
            <a:pathLst>
              <a:path w="2247900" h="2286000">
                <a:moveTo>
                  <a:pt x="66675" y="12253"/>
                </a:moveTo>
                <a:lnTo>
                  <a:pt x="419100" y="17246"/>
                </a:lnTo>
                <a:lnTo>
                  <a:pt x="771525" y="19007"/>
                </a:lnTo>
                <a:lnTo>
                  <a:pt x="1123950" y="18620"/>
                </a:lnTo>
                <a:lnTo>
                  <a:pt x="1476375" y="25605"/>
                </a:lnTo>
                <a:lnTo>
                  <a:pt x="1828800" y="6750"/>
                </a:lnTo>
                <a:lnTo>
                  <a:pt x="2181225" y="5485"/>
                </a:lnTo>
                <a:lnTo>
                  <a:pt x="2229170" y="31051"/>
                </a:lnTo>
                <a:lnTo>
                  <a:pt x="2229156" y="43339"/>
                </a:lnTo>
                <a:lnTo>
                  <a:pt x="2223561" y="66675"/>
                </a:lnTo>
                <a:lnTo>
                  <a:pt x="2214747" y="604838"/>
                </a:lnTo>
                <a:lnTo>
                  <a:pt x="2228307" y="1143000"/>
                </a:lnTo>
                <a:lnTo>
                  <a:pt x="2222277" y="1681163"/>
                </a:lnTo>
                <a:lnTo>
                  <a:pt x="2235720" y="2219325"/>
                </a:lnTo>
                <a:lnTo>
                  <a:pt x="2227041" y="2242661"/>
                </a:lnTo>
                <a:lnTo>
                  <a:pt x="2222300" y="2254949"/>
                </a:lnTo>
                <a:lnTo>
                  <a:pt x="2181225" y="2279547"/>
                </a:lnTo>
                <a:lnTo>
                  <a:pt x="1828800" y="2276563"/>
                </a:lnTo>
                <a:lnTo>
                  <a:pt x="1476375" y="2251266"/>
                </a:lnTo>
                <a:lnTo>
                  <a:pt x="1123950" y="2264987"/>
                </a:lnTo>
                <a:lnTo>
                  <a:pt x="771525" y="2258621"/>
                </a:lnTo>
                <a:lnTo>
                  <a:pt x="419100" y="2257000"/>
                </a:lnTo>
                <a:lnTo>
                  <a:pt x="66675" y="2262493"/>
                </a:lnTo>
                <a:lnTo>
                  <a:pt x="26661" y="2254949"/>
                </a:lnTo>
                <a:lnTo>
                  <a:pt x="15403" y="2242661"/>
                </a:lnTo>
                <a:lnTo>
                  <a:pt x="12187" y="2219325"/>
                </a:lnTo>
                <a:lnTo>
                  <a:pt x="20096" y="1681163"/>
                </a:lnTo>
                <a:lnTo>
                  <a:pt x="5803" y="1143000"/>
                </a:lnTo>
                <a:lnTo>
                  <a:pt x="27366" y="604838"/>
                </a:lnTo>
                <a:lnTo>
                  <a:pt x="16069" y="66675"/>
                </a:lnTo>
                <a:lnTo>
                  <a:pt x="15553" y="43339"/>
                </a:lnTo>
                <a:lnTo>
                  <a:pt x="21650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21" name="execution-stage-frame">
            <a:extLst xmlns:a="http://schemas.openxmlformats.org/drawingml/2006/main">
              <a:ext uri="{FF2B5EF4-FFF2-40B4-BE49-F238E27FC236}">
                <a16:creationId xmlns:a16="http://schemas.microsoft.com/office/drawing/2014/main" id="{A11753B4-7228-47FE-8B5E-5C01F39C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71600"/>
            <a:ext cx="2247900" cy="2286000"/>
          </a:xfrm>
          <a:custGeom xmlns:a="http://schemas.openxmlformats.org/drawingml/2006/main">
            <a:pathLst>
              <a:path w="2247900" h="2286000">
                <a:moveTo>
                  <a:pt x="66675" y="24845"/>
                </a:moveTo>
                <a:lnTo>
                  <a:pt x="419100" y="22827"/>
                </a:lnTo>
                <a:lnTo>
                  <a:pt x="771525" y="13476"/>
                </a:lnTo>
                <a:lnTo>
                  <a:pt x="1123950" y="21677"/>
                </a:lnTo>
                <a:lnTo>
                  <a:pt x="1476375" y="35304"/>
                </a:lnTo>
                <a:lnTo>
                  <a:pt x="1828800" y="10858"/>
                </a:lnTo>
                <a:lnTo>
                  <a:pt x="2181225" y="12965"/>
                </a:lnTo>
                <a:lnTo>
                  <a:pt x="2220024" y="31051"/>
                </a:lnTo>
                <a:lnTo>
                  <a:pt x="2226564" y="43339"/>
                </a:lnTo>
                <a:lnTo>
                  <a:pt x="2217986" y="66675"/>
                </a:lnTo>
                <a:lnTo>
                  <a:pt x="2229910" y="604838"/>
                </a:lnTo>
                <a:lnTo>
                  <a:pt x="2244151" y="1143000"/>
                </a:lnTo>
                <a:lnTo>
                  <a:pt x="2223881" y="1681163"/>
                </a:lnTo>
                <a:lnTo>
                  <a:pt x="2225883" y="2219325"/>
                </a:lnTo>
                <a:lnTo>
                  <a:pt x="2230946" y="2242661"/>
                </a:lnTo>
                <a:lnTo>
                  <a:pt x="2219536" y="2254949"/>
                </a:lnTo>
                <a:lnTo>
                  <a:pt x="2181225" y="2258583"/>
                </a:lnTo>
                <a:lnTo>
                  <a:pt x="1828800" y="2253929"/>
                </a:lnTo>
                <a:lnTo>
                  <a:pt x="1476375" y="2280575"/>
                </a:lnTo>
                <a:lnTo>
                  <a:pt x="1123950" y="2250288"/>
                </a:lnTo>
                <a:lnTo>
                  <a:pt x="771525" y="2275807"/>
                </a:lnTo>
                <a:lnTo>
                  <a:pt x="419100" y="2272773"/>
                </a:lnTo>
                <a:lnTo>
                  <a:pt x="66675" y="2268006"/>
                </a:lnTo>
                <a:lnTo>
                  <a:pt x="25148" y="2254949"/>
                </a:lnTo>
                <a:lnTo>
                  <a:pt x="20747" y="2242661"/>
                </a:lnTo>
                <a:lnTo>
                  <a:pt x="25475" y="2219325"/>
                </a:lnTo>
                <a:lnTo>
                  <a:pt x="29841" y="1681163"/>
                </a:lnTo>
                <a:lnTo>
                  <a:pt x="18270" y="1143000"/>
                </a:lnTo>
                <a:lnTo>
                  <a:pt x="24037" y="604838"/>
                </a:lnTo>
                <a:lnTo>
                  <a:pt x="5939" y="66675"/>
                </a:lnTo>
                <a:lnTo>
                  <a:pt x="16633" y="43339"/>
                </a:lnTo>
                <a:lnTo>
                  <a:pt x="21701" y="31051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22" name="rectify-stage-frame-pencil-echo">
            <a:extLst xmlns:a="http://schemas.openxmlformats.org/drawingml/2006/main">
              <a:ext uri="{FF2B5EF4-FFF2-40B4-BE49-F238E27FC236}">
                <a16:creationId xmlns:a16="http://schemas.microsoft.com/office/drawing/2014/main" id="{A1B0AB03-B637-4E6A-B7D4-4396DB9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83983"/>
            <a:ext cx="3105150" cy="2286000"/>
          </a:xfrm>
          <a:custGeom xmlns:a="http://schemas.openxmlformats.org/drawingml/2006/main">
            <a:pathLst>
              <a:path w="3105150" h="2286000">
                <a:moveTo>
                  <a:pt x="66675" y="31944"/>
                </a:moveTo>
                <a:lnTo>
                  <a:pt x="561975" y="6669"/>
                </a:lnTo>
                <a:lnTo>
                  <a:pt x="1057275" y="6096"/>
                </a:lnTo>
                <a:lnTo>
                  <a:pt x="1552575" y="32860"/>
                </a:lnTo>
                <a:lnTo>
                  <a:pt x="2047875" y="32284"/>
                </a:lnTo>
                <a:lnTo>
                  <a:pt x="2543175" y="24225"/>
                </a:lnTo>
                <a:lnTo>
                  <a:pt x="3038475" y="24478"/>
                </a:lnTo>
                <a:lnTo>
                  <a:pt x="3086525" y="31051"/>
                </a:lnTo>
                <a:lnTo>
                  <a:pt x="3081934" y="43339"/>
                </a:lnTo>
                <a:lnTo>
                  <a:pt x="3097440" y="66675"/>
                </a:lnTo>
                <a:lnTo>
                  <a:pt x="3080925" y="604838"/>
                </a:lnTo>
                <a:lnTo>
                  <a:pt x="3097034" y="1143000"/>
                </a:lnTo>
                <a:lnTo>
                  <a:pt x="3075366" y="1681163"/>
                </a:lnTo>
                <a:lnTo>
                  <a:pt x="3080202" y="2219325"/>
                </a:lnTo>
                <a:lnTo>
                  <a:pt x="3088605" y="2242661"/>
                </a:lnTo>
                <a:lnTo>
                  <a:pt x="3081326" y="2254949"/>
                </a:lnTo>
                <a:lnTo>
                  <a:pt x="3038475" y="2256170"/>
                </a:lnTo>
                <a:lnTo>
                  <a:pt x="2543175" y="2262387"/>
                </a:lnTo>
                <a:lnTo>
                  <a:pt x="2047875" y="2257173"/>
                </a:lnTo>
                <a:lnTo>
                  <a:pt x="1552575" y="2250629"/>
                </a:lnTo>
                <a:lnTo>
                  <a:pt x="1057275" y="2250257"/>
                </a:lnTo>
                <a:lnTo>
                  <a:pt x="561975" y="2258300"/>
                </a:lnTo>
                <a:lnTo>
                  <a:pt x="66675" y="2251306"/>
                </a:lnTo>
                <a:lnTo>
                  <a:pt x="19826" y="2254949"/>
                </a:lnTo>
                <a:lnTo>
                  <a:pt x="15874" y="2242661"/>
                </a:lnTo>
                <a:lnTo>
                  <a:pt x="24518" y="2219325"/>
                </a:lnTo>
                <a:lnTo>
                  <a:pt x="16181" y="1681163"/>
                </a:lnTo>
                <a:lnTo>
                  <a:pt x="32673" y="1143000"/>
                </a:lnTo>
                <a:lnTo>
                  <a:pt x="6677" y="604838"/>
                </a:lnTo>
                <a:lnTo>
                  <a:pt x="27851" y="66675"/>
                </a:lnTo>
                <a:lnTo>
                  <a:pt x="21868" y="43339"/>
                </a:lnTo>
                <a:lnTo>
                  <a:pt x="27401" y="31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23" name="rectify-stage-frame">
            <a:extLst xmlns:a="http://schemas.openxmlformats.org/drawingml/2006/main">
              <a:ext uri="{FF2B5EF4-FFF2-40B4-BE49-F238E27FC236}">
                <a16:creationId xmlns:a16="http://schemas.microsoft.com/office/drawing/2014/main" id="{AE9F2CB7-5215-4DA7-AD37-B1F956AE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3105150" cy="2286000"/>
          </a:xfrm>
          <a:custGeom xmlns:a="http://schemas.openxmlformats.org/drawingml/2006/main">
            <a:pathLst>
              <a:path w="3105150" h="2286000">
                <a:moveTo>
                  <a:pt x="66675" y="28045"/>
                </a:moveTo>
                <a:lnTo>
                  <a:pt x="561975" y="9839"/>
                </a:lnTo>
                <a:lnTo>
                  <a:pt x="1057275" y="34679"/>
                </a:lnTo>
                <a:lnTo>
                  <a:pt x="1552575" y="13449"/>
                </a:lnTo>
                <a:lnTo>
                  <a:pt x="2047875" y="26097"/>
                </a:lnTo>
                <a:lnTo>
                  <a:pt x="2543175" y="25726"/>
                </a:lnTo>
                <a:lnTo>
                  <a:pt x="3038475" y="18087"/>
                </a:lnTo>
                <a:lnTo>
                  <a:pt x="3085363" y="31051"/>
                </a:lnTo>
                <a:lnTo>
                  <a:pt x="3088597" y="43339"/>
                </a:lnTo>
                <a:lnTo>
                  <a:pt x="3097697" y="66675"/>
                </a:lnTo>
                <a:lnTo>
                  <a:pt x="3100347" y="604838"/>
                </a:lnTo>
                <a:lnTo>
                  <a:pt x="3090402" y="1143000"/>
                </a:lnTo>
                <a:lnTo>
                  <a:pt x="3075511" y="1681163"/>
                </a:lnTo>
                <a:lnTo>
                  <a:pt x="3077233" y="2219325"/>
                </a:lnTo>
                <a:lnTo>
                  <a:pt x="3089678" y="2242661"/>
                </a:lnTo>
                <a:lnTo>
                  <a:pt x="3077784" y="2254949"/>
                </a:lnTo>
                <a:lnTo>
                  <a:pt x="3038475" y="2271832"/>
                </a:lnTo>
                <a:lnTo>
                  <a:pt x="2543175" y="2280913"/>
                </a:lnTo>
                <a:lnTo>
                  <a:pt x="2047875" y="2265009"/>
                </a:lnTo>
                <a:lnTo>
                  <a:pt x="1552575" y="2270068"/>
                </a:lnTo>
                <a:lnTo>
                  <a:pt x="1057275" y="2255311"/>
                </a:lnTo>
                <a:lnTo>
                  <a:pt x="561975" y="2282041"/>
                </a:lnTo>
                <a:lnTo>
                  <a:pt x="66675" y="2259989"/>
                </a:lnTo>
                <a:lnTo>
                  <a:pt x="26173" y="2254949"/>
                </a:lnTo>
                <a:lnTo>
                  <a:pt x="20122" y="2242661"/>
                </a:lnTo>
                <a:lnTo>
                  <a:pt x="26678" y="2219325"/>
                </a:lnTo>
                <a:lnTo>
                  <a:pt x="27104" y="1681163"/>
                </a:lnTo>
                <a:lnTo>
                  <a:pt x="3473" y="1143000"/>
                </a:lnTo>
                <a:lnTo>
                  <a:pt x="26702" y="604838"/>
                </a:lnTo>
                <a:lnTo>
                  <a:pt x="18568" y="66675"/>
                </a:lnTo>
                <a:lnTo>
                  <a:pt x="19341" y="43339"/>
                </a:lnTo>
                <a:lnTo>
                  <a:pt x="22146" y="31051"/>
                </a:lnTo>
                <a:close/>
              </a:path>
            </a:pathLst>
          </a:custGeom>
          <a:solidFill xmlns:a="http://schemas.openxmlformats.org/drawingml/2006/main">
            <a:srgbClr val="369B9D"/>
          </a:solidFill>
          <a:ln xmlns:a="http://schemas.openxmlformats.org/drawingml/2006/main" w="22860">
            <a:solidFill>
              <a:srgbClr val="111111"/>
            </a:solidFill>
            <a:prstDash val="dash"/>
          </a:ln>
        </p:spPr>
      </p:sp>
      <p:sp>
        <p:nvSpPr>
          <p:cNvPr id="24" name="design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1957E71E-8B50-4362-9700-B56BF9F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12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956" y="232110"/>
                </a:moveTo>
                <a:lnTo>
                  <a:pt x="431086" y="285703"/>
                </a:lnTo>
                <a:lnTo>
                  <a:pt x="407327" y="334727"/>
                </a:lnTo>
                <a:lnTo>
                  <a:pt x="377068" y="376286"/>
                </a:lnTo>
                <a:lnTo>
                  <a:pt x="333350" y="413694"/>
                </a:lnTo>
                <a:lnTo>
                  <a:pt x="282778" y="427417"/>
                </a:lnTo>
                <a:lnTo>
                  <a:pt x="229090" y="441697"/>
                </a:lnTo>
                <a:lnTo>
                  <a:pt x="170772" y="431413"/>
                </a:lnTo>
                <a:lnTo>
                  <a:pt x="123513" y="406363"/>
                </a:lnTo>
                <a:lnTo>
                  <a:pt x="84198" y="378009"/>
                </a:lnTo>
                <a:lnTo>
                  <a:pt x="48728" y="327732"/>
                </a:lnTo>
                <a:lnTo>
                  <a:pt x="23581" y="285011"/>
                </a:lnTo>
                <a:lnTo>
                  <a:pt x="14708" y="229999"/>
                </a:lnTo>
                <a:lnTo>
                  <a:pt x="27419" y="178304"/>
                </a:lnTo>
                <a:lnTo>
                  <a:pt x="45400" y="124960"/>
                </a:lnTo>
                <a:lnTo>
                  <a:pt x="84114" y="78486"/>
                </a:lnTo>
                <a:lnTo>
                  <a:pt x="125272" y="42647"/>
                </a:lnTo>
                <a:lnTo>
                  <a:pt x="177262" y="26316"/>
                </a:lnTo>
                <a:lnTo>
                  <a:pt x="224917" y="23230"/>
                </a:lnTo>
                <a:lnTo>
                  <a:pt x="279343" y="21776"/>
                </a:lnTo>
                <a:lnTo>
                  <a:pt x="335241" y="46756"/>
                </a:lnTo>
                <a:lnTo>
                  <a:pt x="377033" y="79423"/>
                </a:lnTo>
                <a:lnTo>
                  <a:pt x="406832" y="126984"/>
                </a:lnTo>
                <a:lnTo>
                  <a:pt x="431000" y="175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25" name="design-avatar-slot">
            <a:extLst xmlns:a="http://schemas.openxmlformats.org/drawingml/2006/main">
              <a:ext uri="{FF2B5EF4-FFF2-40B4-BE49-F238E27FC236}">
                <a16:creationId xmlns:a16="http://schemas.microsoft.com/office/drawing/2014/main" id="{F17FAA07-48AD-4E10-BFA7-E66502A5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6148" y="228264"/>
                </a:moveTo>
                <a:lnTo>
                  <a:pt x="430792" y="281262"/>
                </a:lnTo>
                <a:lnTo>
                  <a:pt x="412906" y="331354"/>
                </a:lnTo>
                <a:lnTo>
                  <a:pt x="370568" y="376675"/>
                </a:lnTo>
                <a:lnTo>
                  <a:pt x="329673" y="411892"/>
                </a:lnTo>
                <a:lnTo>
                  <a:pt x="285588" y="433094"/>
                </a:lnTo>
                <a:lnTo>
                  <a:pt x="229335" y="441364"/>
                </a:lnTo>
                <a:lnTo>
                  <a:pt x="178412" y="427376"/>
                </a:lnTo>
                <a:lnTo>
                  <a:pt x="125329" y="416380"/>
                </a:lnTo>
                <a:lnTo>
                  <a:pt x="83727" y="379505"/>
                </a:lnTo>
                <a:lnTo>
                  <a:pt x="48353" y="332714"/>
                </a:lnTo>
                <a:lnTo>
                  <a:pt x="27411" y="282582"/>
                </a:lnTo>
                <a:lnTo>
                  <a:pt x="21982" y="226704"/>
                </a:lnTo>
                <a:lnTo>
                  <a:pt x="29626" y="174979"/>
                </a:lnTo>
                <a:lnTo>
                  <a:pt x="50074" y="123716"/>
                </a:lnTo>
                <a:lnTo>
                  <a:pt x="78051" y="82429"/>
                </a:lnTo>
                <a:lnTo>
                  <a:pt x="120133" y="49415"/>
                </a:lnTo>
                <a:lnTo>
                  <a:pt x="178147" y="29993"/>
                </a:lnTo>
                <a:lnTo>
                  <a:pt x="228723" y="17075"/>
                </a:lnTo>
                <a:lnTo>
                  <a:pt x="278732" y="24471"/>
                </a:lnTo>
                <a:lnTo>
                  <a:pt x="337746" y="47682"/>
                </a:lnTo>
                <a:lnTo>
                  <a:pt x="372924" y="77761"/>
                </a:lnTo>
                <a:lnTo>
                  <a:pt x="412790" y="123033"/>
                </a:lnTo>
                <a:lnTo>
                  <a:pt x="434136" y="1777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6" name="implement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3B08B361-76B8-47CA-923C-64B2589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07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384" y="229603"/>
                </a:moveTo>
                <a:lnTo>
                  <a:pt x="426608" y="283909"/>
                </a:lnTo>
                <a:lnTo>
                  <a:pt x="410341" y="332528"/>
                </a:lnTo>
                <a:lnTo>
                  <a:pt x="377355" y="380821"/>
                </a:lnTo>
                <a:lnTo>
                  <a:pt x="335936" y="410346"/>
                </a:lnTo>
                <a:lnTo>
                  <a:pt x="287459" y="430952"/>
                </a:lnTo>
                <a:lnTo>
                  <a:pt x="232138" y="438337"/>
                </a:lnTo>
                <a:lnTo>
                  <a:pt x="173009" y="426691"/>
                </a:lnTo>
                <a:lnTo>
                  <a:pt x="122261" y="407216"/>
                </a:lnTo>
                <a:lnTo>
                  <a:pt x="81308" y="380389"/>
                </a:lnTo>
                <a:lnTo>
                  <a:pt x="52494" y="334725"/>
                </a:lnTo>
                <a:lnTo>
                  <a:pt x="30395" y="285065"/>
                </a:lnTo>
                <a:lnTo>
                  <a:pt x="20203" y="231590"/>
                </a:lnTo>
                <a:lnTo>
                  <a:pt x="23628" y="178329"/>
                </a:lnTo>
                <a:lnTo>
                  <a:pt x="50168" y="120220"/>
                </a:lnTo>
                <a:lnTo>
                  <a:pt x="85801" y="80458"/>
                </a:lnTo>
                <a:lnTo>
                  <a:pt x="125849" y="42790"/>
                </a:lnTo>
                <a:lnTo>
                  <a:pt x="176233" y="29137"/>
                </a:lnTo>
                <a:lnTo>
                  <a:pt x="225718" y="21411"/>
                </a:lnTo>
                <a:lnTo>
                  <a:pt x="280954" y="25228"/>
                </a:lnTo>
                <a:lnTo>
                  <a:pt x="332218" y="43364"/>
                </a:lnTo>
                <a:lnTo>
                  <a:pt x="379963" y="80570"/>
                </a:lnTo>
                <a:lnTo>
                  <a:pt x="409362" y="121420"/>
                </a:lnTo>
                <a:lnTo>
                  <a:pt x="436559" y="1776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27" name="implement-avatar-slot">
            <a:extLst xmlns:a="http://schemas.openxmlformats.org/drawingml/2006/main">
              <a:ext uri="{FF2B5EF4-FFF2-40B4-BE49-F238E27FC236}">
                <a16:creationId xmlns:a16="http://schemas.microsoft.com/office/drawing/2014/main" id="{6FCEBCD4-B4C8-4182-972D-97B86D3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711" y="228393"/>
                </a:moveTo>
                <a:lnTo>
                  <a:pt x="430839" y="282492"/>
                </a:lnTo>
                <a:lnTo>
                  <a:pt x="408049" y="328207"/>
                </a:lnTo>
                <a:lnTo>
                  <a:pt x="377500" y="376181"/>
                </a:lnTo>
                <a:lnTo>
                  <a:pt x="335749" y="404965"/>
                </a:lnTo>
                <a:lnTo>
                  <a:pt x="286137" y="426231"/>
                </a:lnTo>
                <a:lnTo>
                  <a:pt x="228001" y="438588"/>
                </a:lnTo>
                <a:lnTo>
                  <a:pt x="175173" y="434473"/>
                </a:lnTo>
                <a:lnTo>
                  <a:pt x="125486" y="412097"/>
                </a:lnTo>
                <a:lnTo>
                  <a:pt x="85425" y="377731"/>
                </a:lnTo>
                <a:lnTo>
                  <a:pt x="47554" y="328721"/>
                </a:lnTo>
                <a:lnTo>
                  <a:pt x="26116" y="286062"/>
                </a:lnTo>
                <a:lnTo>
                  <a:pt x="16747" y="231460"/>
                </a:lnTo>
                <a:lnTo>
                  <a:pt x="26072" y="169404"/>
                </a:lnTo>
                <a:lnTo>
                  <a:pt x="46584" y="126726"/>
                </a:lnTo>
                <a:lnTo>
                  <a:pt x="84016" y="83178"/>
                </a:lnTo>
                <a:lnTo>
                  <a:pt x="120531" y="44860"/>
                </a:lnTo>
                <a:lnTo>
                  <a:pt x="178932" y="28111"/>
                </a:lnTo>
                <a:lnTo>
                  <a:pt x="229237" y="16374"/>
                </a:lnTo>
                <a:lnTo>
                  <a:pt x="278805" y="24015"/>
                </a:lnTo>
                <a:lnTo>
                  <a:pt x="334458" y="43771"/>
                </a:lnTo>
                <a:lnTo>
                  <a:pt x="378307" y="76635"/>
                </a:lnTo>
                <a:lnTo>
                  <a:pt x="410851" y="119282"/>
                </a:lnTo>
                <a:lnTo>
                  <a:pt x="427489" y="1780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8" name="execution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F02610E5-4F29-473B-8FE2-9EB3DE79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42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529" y="227868"/>
                </a:moveTo>
                <a:lnTo>
                  <a:pt x="435588" y="282531"/>
                </a:lnTo>
                <a:lnTo>
                  <a:pt x="407479" y="333263"/>
                </a:lnTo>
                <a:lnTo>
                  <a:pt x="372655" y="375678"/>
                </a:lnTo>
                <a:lnTo>
                  <a:pt x="334301" y="409613"/>
                </a:lnTo>
                <a:lnTo>
                  <a:pt x="285744" y="433584"/>
                </a:lnTo>
                <a:lnTo>
                  <a:pt x="232427" y="439483"/>
                </a:lnTo>
                <a:lnTo>
                  <a:pt x="171613" y="434855"/>
                </a:lnTo>
                <a:lnTo>
                  <a:pt x="122198" y="411182"/>
                </a:lnTo>
                <a:lnTo>
                  <a:pt x="79106" y="379599"/>
                </a:lnTo>
                <a:lnTo>
                  <a:pt x="47858" y="335357"/>
                </a:lnTo>
                <a:lnTo>
                  <a:pt x="27758" y="279311"/>
                </a:lnTo>
                <a:lnTo>
                  <a:pt x="15445" y="229827"/>
                </a:lnTo>
                <a:lnTo>
                  <a:pt x="26448" y="170765"/>
                </a:lnTo>
                <a:lnTo>
                  <a:pt x="44199" y="124696"/>
                </a:lnTo>
                <a:lnTo>
                  <a:pt x="77574" y="81674"/>
                </a:lnTo>
                <a:lnTo>
                  <a:pt x="122257" y="46955"/>
                </a:lnTo>
                <a:lnTo>
                  <a:pt x="171940" y="23006"/>
                </a:lnTo>
                <a:lnTo>
                  <a:pt x="226717" y="15454"/>
                </a:lnTo>
                <a:lnTo>
                  <a:pt x="285490" y="28318"/>
                </a:lnTo>
                <a:lnTo>
                  <a:pt x="333185" y="52252"/>
                </a:lnTo>
                <a:lnTo>
                  <a:pt x="373848" y="78305"/>
                </a:lnTo>
                <a:lnTo>
                  <a:pt x="406669" y="125727"/>
                </a:lnTo>
                <a:lnTo>
                  <a:pt x="430887" y="1777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29" name="execution-avatar-slot">
            <a:extLst xmlns:a="http://schemas.openxmlformats.org/drawingml/2006/main">
              <a:ext uri="{FF2B5EF4-FFF2-40B4-BE49-F238E27FC236}">
                <a16:creationId xmlns:a16="http://schemas.microsoft.com/office/drawing/2014/main" id="{83FF89C5-B008-4521-871D-7A738C7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970" y="231979"/>
                </a:moveTo>
                <a:lnTo>
                  <a:pt x="427667" y="278883"/>
                </a:lnTo>
                <a:lnTo>
                  <a:pt x="415574" y="332307"/>
                </a:lnTo>
                <a:lnTo>
                  <a:pt x="374504" y="373650"/>
                </a:lnTo>
                <a:lnTo>
                  <a:pt x="332056" y="415547"/>
                </a:lnTo>
                <a:lnTo>
                  <a:pt x="280274" y="428006"/>
                </a:lnTo>
                <a:lnTo>
                  <a:pt x="229627" y="439129"/>
                </a:lnTo>
                <a:lnTo>
                  <a:pt x="178336" y="431405"/>
                </a:lnTo>
                <a:lnTo>
                  <a:pt x="118873" y="411648"/>
                </a:lnTo>
                <a:lnTo>
                  <a:pt x="79653" y="373280"/>
                </a:lnTo>
                <a:lnTo>
                  <a:pt x="50552" y="331501"/>
                </a:lnTo>
                <a:lnTo>
                  <a:pt x="27620" y="284265"/>
                </a:lnTo>
                <a:lnTo>
                  <a:pt x="20705" y="231280"/>
                </a:lnTo>
                <a:lnTo>
                  <a:pt x="28380" y="173025"/>
                </a:lnTo>
                <a:lnTo>
                  <a:pt x="43382" y="125746"/>
                </a:lnTo>
                <a:lnTo>
                  <a:pt x="80607" y="82530"/>
                </a:lnTo>
                <a:lnTo>
                  <a:pt x="129636" y="48163"/>
                </a:lnTo>
                <a:lnTo>
                  <a:pt x="172285" y="27375"/>
                </a:lnTo>
                <a:lnTo>
                  <a:pt x="231511" y="17777"/>
                </a:lnTo>
                <a:lnTo>
                  <a:pt x="279163" y="27959"/>
                </a:lnTo>
                <a:lnTo>
                  <a:pt x="336389" y="44521"/>
                </a:lnTo>
                <a:lnTo>
                  <a:pt x="379526" y="83653"/>
                </a:lnTo>
                <a:lnTo>
                  <a:pt x="407368" y="127602"/>
                </a:lnTo>
                <a:lnTo>
                  <a:pt x="428270" y="1744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0" name="rectify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E1929AFD-0D08-49E5-BD9B-780A46D3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8178" y="15497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7076" y="224964"/>
                </a:moveTo>
                <a:lnTo>
                  <a:pt x="432774" y="278957"/>
                </a:lnTo>
                <a:lnTo>
                  <a:pt x="411420" y="337698"/>
                </a:lnTo>
                <a:lnTo>
                  <a:pt x="375886" y="375157"/>
                </a:lnTo>
                <a:lnTo>
                  <a:pt x="334555" y="409390"/>
                </a:lnTo>
                <a:lnTo>
                  <a:pt x="284995" y="432271"/>
                </a:lnTo>
                <a:lnTo>
                  <a:pt x="224479" y="440959"/>
                </a:lnTo>
                <a:lnTo>
                  <a:pt x="177042" y="434873"/>
                </a:lnTo>
                <a:lnTo>
                  <a:pt x="124728" y="407415"/>
                </a:lnTo>
                <a:lnTo>
                  <a:pt x="80617" y="383064"/>
                </a:lnTo>
                <a:lnTo>
                  <a:pt x="46955" y="332235"/>
                </a:lnTo>
                <a:lnTo>
                  <a:pt x="28930" y="278524"/>
                </a:lnTo>
                <a:lnTo>
                  <a:pt x="20165" y="227838"/>
                </a:lnTo>
                <a:lnTo>
                  <a:pt x="26301" y="171154"/>
                </a:lnTo>
                <a:lnTo>
                  <a:pt x="49095" y="126538"/>
                </a:lnTo>
                <a:lnTo>
                  <a:pt x="79016" y="79662"/>
                </a:lnTo>
                <a:lnTo>
                  <a:pt x="123817" y="46756"/>
                </a:lnTo>
                <a:lnTo>
                  <a:pt x="176348" y="24022"/>
                </a:lnTo>
                <a:lnTo>
                  <a:pt x="226769" y="22650"/>
                </a:lnTo>
                <a:lnTo>
                  <a:pt x="287074" y="25829"/>
                </a:lnTo>
                <a:lnTo>
                  <a:pt x="331363" y="46008"/>
                </a:lnTo>
                <a:lnTo>
                  <a:pt x="377158" y="75251"/>
                </a:lnTo>
                <a:lnTo>
                  <a:pt x="408911" y="123418"/>
                </a:lnTo>
                <a:lnTo>
                  <a:pt x="432791" y="172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31" name="rectify-avatar-slot">
            <a:extLst xmlns:a="http://schemas.openxmlformats.org/drawingml/2006/main">
              <a:ext uri="{FF2B5EF4-FFF2-40B4-BE49-F238E27FC236}">
                <a16:creationId xmlns:a16="http://schemas.microsoft.com/office/drawing/2014/main" id="{A546848C-AC97-4B93-944D-73A0A924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5430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108" y="231024"/>
                </a:moveTo>
                <a:lnTo>
                  <a:pt x="432202" y="286918"/>
                </a:lnTo>
                <a:lnTo>
                  <a:pt x="412425" y="337898"/>
                </a:lnTo>
                <a:lnTo>
                  <a:pt x="380185" y="379780"/>
                </a:lnTo>
                <a:lnTo>
                  <a:pt x="332556" y="414900"/>
                </a:lnTo>
                <a:lnTo>
                  <a:pt x="282286" y="427309"/>
                </a:lnTo>
                <a:lnTo>
                  <a:pt x="225862" y="436812"/>
                </a:lnTo>
                <a:lnTo>
                  <a:pt x="172546" y="426383"/>
                </a:lnTo>
                <a:lnTo>
                  <a:pt x="123103" y="405493"/>
                </a:lnTo>
                <a:lnTo>
                  <a:pt x="82287" y="378862"/>
                </a:lnTo>
                <a:lnTo>
                  <a:pt x="45506" y="339183"/>
                </a:lnTo>
                <a:lnTo>
                  <a:pt x="26528" y="282161"/>
                </a:lnTo>
                <a:lnTo>
                  <a:pt x="14524" y="226121"/>
                </a:lnTo>
                <a:lnTo>
                  <a:pt x="31075" y="172359"/>
                </a:lnTo>
                <a:lnTo>
                  <a:pt x="45921" y="117691"/>
                </a:lnTo>
                <a:lnTo>
                  <a:pt x="81134" y="82719"/>
                </a:lnTo>
                <a:lnTo>
                  <a:pt x="125470" y="50116"/>
                </a:lnTo>
                <a:lnTo>
                  <a:pt x="172503" y="23242"/>
                </a:lnTo>
                <a:lnTo>
                  <a:pt x="231157" y="21144"/>
                </a:lnTo>
                <a:lnTo>
                  <a:pt x="285254" y="28679"/>
                </a:lnTo>
                <a:lnTo>
                  <a:pt x="333268" y="52183"/>
                </a:lnTo>
                <a:lnTo>
                  <a:pt x="371710" y="80390"/>
                </a:lnTo>
                <a:lnTo>
                  <a:pt x="409409" y="120833"/>
                </a:lnTo>
                <a:lnTo>
                  <a:pt x="434007" y="1752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2" name="design-net-1-pencil-echo">
            <a:extLst xmlns:a="http://schemas.openxmlformats.org/drawingml/2006/main">
              <a:ext uri="{FF2B5EF4-FFF2-40B4-BE49-F238E27FC236}">
                <a16:creationId xmlns:a16="http://schemas.microsoft.com/office/drawing/2014/main" id="{3E378E7D-36CC-4775-A9FB-0E68C04F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828" y="24641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0013" y="200547"/>
                </a:moveTo>
                <a:lnTo>
                  <a:pt x="374486" y="246098"/>
                </a:lnTo>
                <a:lnTo>
                  <a:pt x="359878" y="291143"/>
                </a:lnTo>
                <a:lnTo>
                  <a:pt x="330843" y="329687"/>
                </a:lnTo>
                <a:lnTo>
                  <a:pt x="293301" y="357955"/>
                </a:lnTo>
                <a:lnTo>
                  <a:pt x="247640" y="371425"/>
                </a:lnTo>
                <a:lnTo>
                  <a:pt x="199330" y="384681"/>
                </a:lnTo>
                <a:lnTo>
                  <a:pt x="154108" y="371749"/>
                </a:lnTo>
                <a:lnTo>
                  <a:pt x="109593" y="354411"/>
                </a:lnTo>
                <a:lnTo>
                  <a:pt x="71791" y="329143"/>
                </a:lnTo>
                <a:lnTo>
                  <a:pt x="46729" y="288526"/>
                </a:lnTo>
                <a:lnTo>
                  <a:pt x="20921" y="246331"/>
                </a:lnTo>
                <a:lnTo>
                  <a:pt x="15922" y="197627"/>
                </a:lnTo>
                <a:lnTo>
                  <a:pt x="22307" y="152172"/>
                </a:lnTo>
                <a:lnTo>
                  <a:pt x="45941" y="109731"/>
                </a:lnTo>
                <a:lnTo>
                  <a:pt x="69985" y="72437"/>
                </a:lnTo>
                <a:lnTo>
                  <a:pt x="109489" y="41499"/>
                </a:lnTo>
                <a:lnTo>
                  <a:pt x="155506" y="26473"/>
                </a:lnTo>
                <a:lnTo>
                  <a:pt x="198061" y="20897"/>
                </a:lnTo>
                <a:lnTo>
                  <a:pt x="247461" y="21479"/>
                </a:lnTo>
                <a:lnTo>
                  <a:pt x="290484" y="39650"/>
                </a:lnTo>
                <a:lnTo>
                  <a:pt x="325514" y="73980"/>
                </a:lnTo>
                <a:lnTo>
                  <a:pt x="353785" y="111448"/>
                </a:lnTo>
                <a:lnTo>
                  <a:pt x="371011" y="1536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3" name="design-net-1">
            <a:extLst xmlns:a="http://schemas.openxmlformats.org/drawingml/2006/main">
              <a:ext uri="{FF2B5EF4-FFF2-40B4-BE49-F238E27FC236}">
                <a16:creationId xmlns:a16="http://schemas.microsoft.com/office/drawing/2014/main" id="{71E1CDE9-5BA2-4B31-BE05-7D5B8527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79236" y="200130"/>
                </a:moveTo>
                <a:lnTo>
                  <a:pt x="373999" y="245773"/>
                </a:lnTo>
                <a:lnTo>
                  <a:pt x="355763" y="288845"/>
                </a:lnTo>
                <a:lnTo>
                  <a:pt x="328051" y="331270"/>
                </a:lnTo>
                <a:lnTo>
                  <a:pt x="292582" y="359006"/>
                </a:lnTo>
                <a:lnTo>
                  <a:pt x="246339" y="374011"/>
                </a:lnTo>
                <a:lnTo>
                  <a:pt x="200377" y="381461"/>
                </a:lnTo>
                <a:lnTo>
                  <a:pt x="151671" y="370350"/>
                </a:lnTo>
                <a:lnTo>
                  <a:pt x="112122" y="354816"/>
                </a:lnTo>
                <a:lnTo>
                  <a:pt x="69240" y="327797"/>
                </a:lnTo>
                <a:lnTo>
                  <a:pt x="40970" y="289174"/>
                </a:lnTo>
                <a:lnTo>
                  <a:pt x="25017" y="249295"/>
                </a:lnTo>
                <a:lnTo>
                  <a:pt x="15911" y="202003"/>
                </a:lnTo>
                <a:lnTo>
                  <a:pt x="22479" y="154045"/>
                </a:lnTo>
                <a:lnTo>
                  <a:pt x="43296" y="107071"/>
                </a:lnTo>
                <a:lnTo>
                  <a:pt x="68914" y="69454"/>
                </a:lnTo>
                <a:lnTo>
                  <a:pt x="111448" y="45138"/>
                </a:lnTo>
                <a:lnTo>
                  <a:pt x="152640" y="28804"/>
                </a:lnTo>
                <a:lnTo>
                  <a:pt x="202357" y="20151"/>
                </a:lnTo>
                <a:lnTo>
                  <a:pt x="245691" y="23282"/>
                </a:lnTo>
                <a:lnTo>
                  <a:pt x="292399" y="42097"/>
                </a:lnTo>
                <a:lnTo>
                  <a:pt x="328217" y="70902"/>
                </a:lnTo>
                <a:lnTo>
                  <a:pt x="357115" y="106775"/>
                </a:lnTo>
                <a:lnTo>
                  <a:pt x="374876" y="154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34" name="design-net-2-pencil-echo">
            <a:extLst xmlns:a="http://schemas.openxmlformats.org/drawingml/2006/main">
              <a:ext uri="{FF2B5EF4-FFF2-40B4-BE49-F238E27FC236}">
                <a16:creationId xmlns:a16="http://schemas.microsoft.com/office/drawing/2014/main" id="{0B39318D-5A6C-4E2D-AD23-00412AB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78" y="22736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0028" y="201960"/>
                </a:moveTo>
                <a:lnTo>
                  <a:pt x="376691" y="248088"/>
                </a:lnTo>
                <a:lnTo>
                  <a:pt x="359015" y="293233"/>
                </a:lnTo>
                <a:lnTo>
                  <a:pt x="326245" y="329273"/>
                </a:lnTo>
                <a:lnTo>
                  <a:pt x="290586" y="357124"/>
                </a:lnTo>
                <a:lnTo>
                  <a:pt x="246485" y="374714"/>
                </a:lnTo>
                <a:lnTo>
                  <a:pt x="201204" y="379242"/>
                </a:lnTo>
                <a:lnTo>
                  <a:pt x="152035" y="376140"/>
                </a:lnTo>
                <a:lnTo>
                  <a:pt x="108908" y="355377"/>
                </a:lnTo>
                <a:lnTo>
                  <a:pt x="73461" y="327188"/>
                </a:lnTo>
                <a:lnTo>
                  <a:pt x="43421" y="290606"/>
                </a:lnTo>
                <a:lnTo>
                  <a:pt x="24704" y="244987"/>
                </a:lnTo>
                <a:lnTo>
                  <a:pt x="21785" y="202082"/>
                </a:lnTo>
                <a:lnTo>
                  <a:pt x="24863" y="155348"/>
                </a:lnTo>
                <a:lnTo>
                  <a:pt x="39622" y="109333"/>
                </a:lnTo>
                <a:lnTo>
                  <a:pt x="75740" y="73228"/>
                </a:lnTo>
                <a:lnTo>
                  <a:pt x="107570" y="41364"/>
                </a:lnTo>
                <a:lnTo>
                  <a:pt x="153104" y="25295"/>
                </a:lnTo>
                <a:lnTo>
                  <a:pt x="201975" y="20585"/>
                </a:lnTo>
                <a:lnTo>
                  <a:pt x="246238" y="23846"/>
                </a:lnTo>
                <a:lnTo>
                  <a:pt x="293483" y="43254"/>
                </a:lnTo>
                <a:lnTo>
                  <a:pt x="323896" y="72592"/>
                </a:lnTo>
                <a:lnTo>
                  <a:pt x="354961" y="112598"/>
                </a:lnTo>
                <a:lnTo>
                  <a:pt x="377751" y="1504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5" name="design-net-2">
            <a:extLst xmlns:a="http://schemas.openxmlformats.org/drawingml/2006/main">
              <a:ext uri="{FF2B5EF4-FFF2-40B4-BE49-F238E27FC236}">
                <a16:creationId xmlns:a16="http://schemas.microsoft.com/office/drawing/2014/main" id="{BDF75257-123E-4BE7-8AC3-EEA4C0EC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77845" y="198383"/>
                </a:moveTo>
                <a:lnTo>
                  <a:pt x="372504" y="248559"/>
                </a:lnTo>
                <a:lnTo>
                  <a:pt x="354543" y="286913"/>
                </a:lnTo>
                <a:lnTo>
                  <a:pt x="326163" y="329291"/>
                </a:lnTo>
                <a:lnTo>
                  <a:pt x="290149" y="352473"/>
                </a:lnTo>
                <a:lnTo>
                  <a:pt x="248842" y="377059"/>
                </a:lnTo>
                <a:lnTo>
                  <a:pt x="199040" y="384223"/>
                </a:lnTo>
                <a:lnTo>
                  <a:pt x="151623" y="372248"/>
                </a:lnTo>
                <a:lnTo>
                  <a:pt x="110663" y="355361"/>
                </a:lnTo>
                <a:lnTo>
                  <a:pt x="69597" y="330528"/>
                </a:lnTo>
                <a:lnTo>
                  <a:pt x="42600" y="291350"/>
                </a:lnTo>
                <a:lnTo>
                  <a:pt x="28369" y="245608"/>
                </a:lnTo>
                <a:lnTo>
                  <a:pt x="23007" y="197635"/>
                </a:lnTo>
                <a:lnTo>
                  <a:pt x="24714" y="152817"/>
                </a:lnTo>
                <a:lnTo>
                  <a:pt x="44718" y="112854"/>
                </a:lnTo>
                <a:lnTo>
                  <a:pt x="70958" y="73395"/>
                </a:lnTo>
                <a:lnTo>
                  <a:pt x="109834" y="46397"/>
                </a:lnTo>
                <a:lnTo>
                  <a:pt x="156521" y="27606"/>
                </a:lnTo>
                <a:lnTo>
                  <a:pt x="200912" y="16009"/>
                </a:lnTo>
                <a:lnTo>
                  <a:pt x="245489" y="21188"/>
                </a:lnTo>
                <a:lnTo>
                  <a:pt x="290409" y="45886"/>
                </a:lnTo>
                <a:lnTo>
                  <a:pt x="328372" y="74881"/>
                </a:lnTo>
                <a:lnTo>
                  <a:pt x="359266" y="111041"/>
                </a:lnTo>
                <a:lnTo>
                  <a:pt x="372816" y="1529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36" name="design-net-3-pencil-echo">
            <a:extLst xmlns:a="http://schemas.openxmlformats.org/drawingml/2006/main">
              <a:ext uri="{FF2B5EF4-FFF2-40B4-BE49-F238E27FC236}">
                <a16:creationId xmlns:a16="http://schemas.microsoft.com/office/drawing/2014/main" id="{C4CF0D21-4614-4053-AA5E-18D15125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828" y="27308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78244" y="198855"/>
                </a:moveTo>
                <a:lnTo>
                  <a:pt x="378109" y="245344"/>
                </a:lnTo>
                <a:lnTo>
                  <a:pt x="355027" y="288921"/>
                </a:lnTo>
                <a:lnTo>
                  <a:pt x="328683" y="326207"/>
                </a:lnTo>
                <a:lnTo>
                  <a:pt x="290782" y="353273"/>
                </a:lnTo>
                <a:lnTo>
                  <a:pt x="248934" y="373286"/>
                </a:lnTo>
                <a:lnTo>
                  <a:pt x="200625" y="380595"/>
                </a:lnTo>
                <a:lnTo>
                  <a:pt x="151244" y="374609"/>
                </a:lnTo>
                <a:lnTo>
                  <a:pt x="107542" y="357370"/>
                </a:lnTo>
                <a:lnTo>
                  <a:pt x="73023" y="325716"/>
                </a:lnTo>
                <a:lnTo>
                  <a:pt x="43380" y="289514"/>
                </a:lnTo>
                <a:lnTo>
                  <a:pt x="26514" y="245018"/>
                </a:lnTo>
                <a:lnTo>
                  <a:pt x="17644" y="200823"/>
                </a:lnTo>
                <a:lnTo>
                  <a:pt x="24648" y="152841"/>
                </a:lnTo>
                <a:lnTo>
                  <a:pt x="46231" y="109829"/>
                </a:lnTo>
                <a:lnTo>
                  <a:pt x="72875" y="75040"/>
                </a:lnTo>
                <a:lnTo>
                  <a:pt x="109663" y="39261"/>
                </a:lnTo>
                <a:lnTo>
                  <a:pt x="152949" y="25914"/>
                </a:lnTo>
                <a:lnTo>
                  <a:pt x="199904" y="22620"/>
                </a:lnTo>
                <a:lnTo>
                  <a:pt x="245284" y="20816"/>
                </a:lnTo>
                <a:lnTo>
                  <a:pt x="292134" y="39798"/>
                </a:lnTo>
                <a:lnTo>
                  <a:pt x="326639" y="76111"/>
                </a:lnTo>
                <a:lnTo>
                  <a:pt x="356531" y="106622"/>
                </a:lnTo>
                <a:lnTo>
                  <a:pt x="377451" y="1503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7" name="design-net-3">
            <a:extLst xmlns:a="http://schemas.openxmlformats.org/drawingml/2006/main">
              <a:ext uri="{FF2B5EF4-FFF2-40B4-BE49-F238E27FC236}">
                <a16:creationId xmlns:a16="http://schemas.microsoft.com/office/drawing/2014/main" id="{589517F4-683A-4F93-8C8D-D6B890F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1580" y="198613"/>
                </a:moveTo>
                <a:lnTo>
                  <a:pt x="377645" y="247910"/>
                </a:lnTo>
                <a:lnTo>
                  <a:pt x="357870" y="290129"/>
                </a:lnTo>
                <a:lnTo>
                  <a:pt x="327646" y="324942"/>
                </a:lnTo>
                <a:lnTo>
                  <a:pt x="293266" y="359593"/>
                </a:lnTo>
                <a:lnTo>
                  <a:pt x="245137" y="371488"/>
                </a:lnTo>
                <a:lnTo>
                  <a:pt x="199199" y="379375"/>
                </a:lnTo>
                <a:lnTo>
                  <a:pt x="152090" y="370807"/>
                </a:lnTo>
                <a:lnTo>
                  <a:pt x="110346" y="359888"/>
                </a:lnTo>
                <a:lnTo>
                  <a:pt x="69500" y="328576"/>
                </a:lnTo>
                <a:lnTo>
                  <a:pt x="41452" y="291319"/>
                </a:lnTo>
                <a:lnTo>
                  <a:pt x="21375" y="246219"/>
                </a:lnTo>
                <a:lnTo>
                  <a:pt x="15867" y="200600"/>
                </a:lnTo>
                <a:lnTo>
                  <a:pt x="23770" y="151604"/>
                </a:lnTo>
                <a:lnTo>
                  <a:pt x="44266" y="110347"/>
                </a:lnTo>
                <a:lnTo>
                  <a:pt x="71159" y="69465"/>
                </a:lnTo>
                <a:lnTo>
                  <a:pt x="111495" y="45475"/>
                </a:lnTo>
                <a:lnTo>
                  <a:pt x="155046" y="24490"/>
                </a:lnTo>
                <a:lnTo>
                  <a:pt x="197505" y="19529"/>
                </a:lnTo>
                <a:lnTo>
                  <a:pt x="245373" y="28809"/>
                </a:lnTo>
                <a:lnTo>
                  <a:pt x="289936" y="46341"/>
                </a:lnTo>
                <a:lnTo>
                  <a:pt x="329427" y="71710"/>
                </a:lnTo>
                <a:lnTo>
                  <a:pt x="358444" y="106613"/>
                </a:lnTo>
                <a:lnTo>
                  <a:pt x="372654" y="1523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38" name="design-net-4-pencil-echo">
            <a:extLst xmlns:a="http://schemas.openxmlformats.org/drawingml/2006/main">
              <a:ext uri="{FF2B5EF4-FFF2-40B4-BE49-F238E27FC236}">
                <a16:creationId xmlns:a16="http://schemas.microsoft.com/office/drawing/2014/main" id="{B9724BBD-07E8-465B-96C3-F1DDC7C0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8" y="3073718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4052" y="201763"/>
                </a:moveTo>
                <a:lnTo>
                  <a:pt x="375598" y="247887"/>
                </a:lnTo>
                <a:lnTo>
                  <a:pt x="355374" y="292494"/>
                </a:lnTo>
                <a:lnTo>
                  <a:pt x="327573" y="330722"/>
                </a:lnTo>
                <a:lnTo>
                  <a:pt x="291426" y="356417"/>
                </a:lnTo>
                <a:lnTo>
                  <a:pt x="247780" y="370926"/>
                </a:lnTo>
                <a:lnTo>
                  <a:pt x="202060" y="384686"/>
                </a:lnTo>
                <a:lnTo>
                  <a:pt x="156232" y="373665"/>
                </a:lnTo>
                <a:lnTo>
                  <a:pt x="109779" y="355758"/>
                </a:lnTo>
                <a:lnTo>
                  <a:pt x="71461" y="328575"/>
                </a:lnTo>
                <a:lnTo>
                  <a:pt x="41802" y="291850"/>
                </a:lnTo>
                <a:lnTo>
                  <a:pt x="29276" y="246309"/>
                </a:lnTo>
                <a:lnTo>
                  <a:pt x="18433" y="199444"/>
                </a:lnTo>
                <a:lnTo>
                  <a:pt x="22778" y="150341"/>
                </a:lnTo>
                <a:lnTo>
                  <a:pt x="43510" y="108849"/>
                </a:lnTo>
                <a:lnTo>
                  <a:pt x="71745" y="70858"/>
                </a:lnTo>
                <a:lnTo>
                  <a:pt x="111036" y="43720"/>
                </a:lnTo>
                <a:lnTo>
                  <a:pt x="154316" y="20940"/>
                </a:lnTo>
                <a:lnTo>
                  <a:pt x="198433" y="15177"/>
                </a:lnTo>
                <a:lnTo>
                  <a:pt x="243398" y="28475"/>
                </a:lnTo>
                <a:lnTo>
                  <a:pt x="290666" y="46489"/>
                </a:lnTo>
                <a:lnTo>
                  <a:pt x="329730" y="71109"/>
                </a:lnTo>
                <a:lnTo>
                  <a:pt x="355139" y="112754"/>
                </a:lnTo>
                <a:lnTo>
                  <a:pt x="377171" y="1529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39" name="design-net-4">
            <a:extLst xmlns:a="http://schemas.openxmlformats.org/drawingml/2006/main">
              <a:ext uri="{FF2B5EF4-FFF2-40B4-BE49-F238E27FC236}">
                <a16:creationId xmlns:a16="http://schemas.microsoft.com/office/drawing/2014/main" id="{0DF54A55-B55E-4E98-AA70-E737E39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1547" y="199198"/>
                </a:moveTo>
                <a:lnTo>
                  <a:pt x="377430" y="246464"/>
                </a:lnTo>
                <a:lnTo>
                  <a:pt x="358538" y="290231"/>
                </a:lnTo>
                <a:lnTo>
                  <a:pt x="326722" y="328533"/>
                </a:lnTo>
                <a:lnTo>
                  <a:pt x="288827" y="359003"/>
                </a:lnTo>
                <a:lnTo>
                  <a:pt x="244382" y="371620"/>
                </a:lnTo>
                <a:lnTo>
                  <a:pt x="199867" y="377131"/>
                </a:lnTo>
                <a:lnTo>
                  <a:pt x="154345" y="371254"/>
                </a:lnTo>
                <a:lnTo>
                  <a:pt x="107620" y="356896"/>
                </a:lnTo>
                <a:lnTo>
                  <a:pt x="68924" y="329842"/>
                </a:lnTo>
                <a:lnTo>
                  <a:pt x="46620" y="291464"/>
                </a:lnTo>
                <a:lnTo>
                  <a:pt x="24702" y="244382"/>
                </a:lnTo>
                <a:lnTo>
                  <a:pt x="22247" y="199446"/>
                </a:lnTo>
                <a:lnTo>
                  <a:pt x="27439" y="154745"/>
                </a:lnTo>
                <a:lnTo>
                  <a:pt x="45770" y="111976"/>
                </a:lnTo>
                <a:lnTo>
                  <a:pt x="72329" y="73260"/>
                </a:lnTo>
                <a:lnTo>
                  <a:pt x="110489" y="46853"/>
                </a:lnTo>
                <a:lnTo>
                  <a:pt x="154381" y="25607"/>
                </a:lnTo>
                <a:lnTo>
                  <a:pt x="201329" y="23080"/>
                </a:lnTo>
                <a:lnTo>
                  <a:pt x="246436" y="23712"/>
                </a:lnTo>
                <a:lnTo>
                  <a:pt x="290505" y="44020"/>
                </a:lnTo>
                <a:lnTo>
                  <a:pt x="328953" y="72268"/>
                </a:lnTo>
                <a:lnTo>
                  <a:pt x="357368" y="111575"/>
                </a:lnTo>
                <a:lnTo>
                  <a:pt x="377545" y="1497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40" name="execution-node-1-pencil-echo">
            <a:extLst xmlns:a="http://schemas.openxmlformats.org/drawingml/2006/main">
              <a:ext uri="{FF2B5EF4-FFF2-40B4-BE49-F238E27FC236}">
                <a16:creationId xmlns:a16="http://schemas.microsoft.com/office/drawing/2014/main" id="{77F8F3E5-A483-440B-A341-70A5B12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78" y="246411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0740" y="173119"/>
                </a:moveTo>
                <a:lnTo>
                  <a:pt x="317074" y="209306"/>
                </a:lnTo>
                <a:lnTo>
                  <a:pt x="304306" y="247961"/>
                </a:lnTo>
                <a:lnTo>
                  <a:pt x="280380" y="282037"/>
                </a:lnTo>
                <a:lnTo>
                  <a:pt x="249575" y="304462"/>
                </a:lnTo>
                <a:lnTo>
                  <a:pt x="209676" y="319301"/>
                </a:lnTo>
                <a:lnTo>
                  <a:pt x="169089" y="324412"/>
                </a:lnTo>
                <a:lnTo>
                  <a:pt x="129110" y="319394"/>
                </a:lnTo>
                <a:lnTo>
                  <a:pt x="94081" y="306648"/>
                </a:lnTo>
                <a:lnTo>
                  <a:pt x="63558" y="277477"/>
                </a:lnTo>
                <a:lnTo>
                  <a:pt x="37076" y="248418"/>
                </a:lnTo>
                <a:lnTo>
                  <a:pt x="23373" y="212747"/>
                </a:lnTo>
                <a:lnTo>
                  <a:pt x="17469" y="170535"/>
                </a:lnTo>
                <a:lnTo>
                  <a:pt x="21675" y="130476"/>
                </a:lnTo>
                <a:lnTo>
                  <a:pt x="36829" y="94685"/>
                </a:lnTo>
                <a:lnTo>
                  <a:pt x="65934" y="63507"/>
                </a:lnTo>
                <a:lnTo>
                  <a:pt x="96582" y="39694"/>
                </a:lnTo>
                <a:lnTo>
                  <a:pt x="132333" y="24053"/>
                </a:lnTo>
                <a:lnTo>
                  <a:pt x="172736" y="19509"/>
                </a:lnTo>
                <a:lnTo>
                  <a:pt x="209155" y="21308"/>
                </a:lnTo>
                <a:lnTo>
                  <a:pt x="250051" y="37410"/>
                </a:lnTo>
                <a:lnTo>
                  <a:pt x="278260" y="67301"/>
                </a:lnTo>
                <a:lnTo>
                  <a:pt x="304205" y="95122"/>
                </a:lnTo>
                <a:lnTo>
                  <a:pt x="320401" y="1315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1" name="execution-node-1">
            <a:extLst xmlns:a="http://schemas.openxmlformats.org/drawingml/2006/main">
              <a:ext uri="{FF2B5EF4-FFF2-40B4-BE49-F238E27FC236}">
                <a16:creationId xmlns:a16="http://schemas.microsoft.com/office/drawing/2014/main" id="{55C5BF36-58E4-4339-B738-CD740CA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0528" y="170349"/>
                </a:moveTo>
                <a:lnTo>
                  <a:pt x="317819" y="208135"/>
                </a:lnTo>
                <a:lnTo>
                  <a:pt x="306658" y="247989"/>
                </a:lnTo>
                <a:lnTo>
                  <a:pt x="279370" y="277770"/>
                </a:lnTo>
                <a:lnTo>
                  <a:pt x="246511" y="301532"/>
                </a:lnTo>
                <a:lnTo>
                  <a:pt x="210246" y="317574"/>
                </a:lnTo>
                <a:lnTo>
                  <a:pt x="168936" y="325036"/>
                </a:lnTo>
                <a:lnTo>
                  <a:pt x="130921" y="318350"/>
                </a:lnTo>
                <a:lnTo>
                  <a:pt x="95822" y="300240"/>
                </a:lnTo>
                <a:lnTo>
                  <a:pt x="65414" y="276612"/>
                </a:lnTo>
                <a:lnTo>
                  <a:pt x="36194" y="248382"/>
                </a:lnTo>
                <a:lnTo>
                  <a:pt x="21579" y="208866"/>
                </a:lnTo>
                <a:lnTo>
                  <a:pt x="21332" y="170141"/>
                </a:lnTo>
                <a:lnTo>
                  <a:pt x="22303" y="128778"/>
                </a:lnTo>
                <a:lnTo>
                  <a:pt x="40644" y="96654"/>
                </a:lnTo>
                <a:lnTo>
                  <a:pt x="64149" y="63565"/>
                </a:lnTo>
                <a:lnTo>
                  <a:pt x="97786" y="40423"/>
                </a:lnTo>
                <a:lnTo>
                  <a:pt x="133036" y="22392"/>
                </a:lnTo>
                <a:lnTo>
                  <a:pt x="172787" y="20753"/>
                </a:lnTo>
                <a:lnTo>
                  <a:pt x="213744" y="23638"/>
                </a:lnTo>
                <a:lnTo>
                  <a:pt x="249526" y="40789"/>
                </a:lnTo>
                <a:lnTo>
                  <a:pt x="278599" y="67693"/>
                </a:lnTo>
                <a:lnTo>
                  <a:pt x="305074" y="97305"/>
                </a:lnTo>
                <a:lnTo>
                  <a:pt x="320985" y="130718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2" name="execution-node-2-pencil-echo">
            <a:extLst xmlns:a="http://schemas.openxmlformats.org/drawingml/2006/main">
              <a:ext uri="{FF2B5EF4-FFF2-40B4-BE49-F238E27FC236}">
                <a16:creationId xmlns:a16="http://schemas.microsoft.com/office/drawing/2014/main" id="{901C35F5-1F8E-4FC4-B104-C5FB654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178" y="217836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6639" y="172377"/>
                </a:moveTo>
                <a:lnTo>
                  <a:pt x="317440" y="211249"/>
                </a:lnTo>
                <a:lnTo>
                  <a:pt x="304940" y="250514"/>
                </a:lnTo>
                <a:lnTo>
                  <a:pt x="277905" y="281663"/>
                </a:lnTo>
                <a:lnTo>
                  <a:pt x="249333" y="302694"/>
                </a:lnTo>
                <a:lnTo>
                  <a:pt x="208805" y="316271"/>
                </a:lnTo>
                <a:lnTo>
                  <a:pt x="173398" y="321413"/>
                </a:lnTo>
                <a:lnTo>
                  <a:pt x="130355" y="319849"/>
                </a:lnTo>
                <a:lnTo>
                  <a:pt x="92810" y="303125"/>
                </a:lnTo>
                <a:lnTo>
                  <a:pt x="65324" y="279131"/>
                </a:lnTo>
                <a:lnTo>
                  <a:pt x="39483" y="249082"/>
                </a:lnTo>
                <a:lnTo>
                  <a:pt x="22393" y="208931"/>
                </a:lnTo>
                <a:lnTo>
                  <a:pt x="21987" y="168841"/>
                </a:lnTo>
                <a:lnTo>
                  <a:pt x="24631" y="130632"/>
                </a:lnTo>
                <a:lnTo>
                  <a:pt x="41999" y="96432"/>
                </a:lnTo>
                <a:lnTo>
                  <a:pt x="65717" y="62568"/>
                </a:lnTo>
                <a:lnTo>
                  <a:pt x="97930" y="39447"/>
                </a:lnTo>
                <a:lnTo>
                  <a:pt x="134758" y="26049"/>
                </a:lnTo>
                <a:lnTo>
                  <a:pt x="172129" y="22236"/>
                </a:lnTo>
                <a:lnTo>
                  <a:pt x="212444" y="26622"/>
                </a:lnTo>
                <a:lnTo>
                  <a:pt x="248789" y="41850"/>
                </a:lnTo>
                <a:lnTo>
                  <a:pt x="277404" y="65681"/>
                </a:lnTo>
                <a:lnTo>
                  <a:pt x="302866" y="97534"/>
                </a:lnTo>
                <a:lnTo>
                  <a:pt x="321781" y="1313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3" name="execution-node-2">
            <a:extLst xmlns:a="http://schemas.openxmlformats.org/drawingml/2006/main">
              <a:ext uri="{FF2B5EF4-FFF2-40B4-BE49-F238E27FC236}">
                <a16:creationId xmlns:a16="http://schemas.microsoft.com/office/drawing/2014/main" id="{5CE1DF6E-249A-42EE-B0EE-1F04DC9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6284" y="172658"/>
                </a:moveTo>
                <a:lnTo>
                  <a:pt x="321696" y="212157"/>
                </a:lnTo>
                <a:lnTo>
                  <a:pt x="301880" y="247152"/>
                </a:lnTo>
                <a:lnTo>
                  <a:pt x="276176" y="278362"/>
                </a:lnTo>
                <a:lnTo>
                  <a:pt x="248358" y="305393"/>
                </a:lnTo>
                <a:lnTo>
                  <a:pt x="212235" y="320989"/>
                </a:lnTo>
                <a:lnTo>
                  <a:pt x="170537" y="322392"/>
                </a:lnTo>
                <a:lnTo>
                  <a:pt x="131151" y="319436"/>
                </a:lnTo>
                <a:lnTo>
                  <a:pt x="94535" y="301205"/>
                </a:lnTo>
                <a:lnTo>
                  <a:pt x="60989" y="280909"/>
                </a:lnTo>
                <a:lnTo>
                  <a:pt x="37867" y="246575"/>
                </a:lnTo>
                <a:lnTo>
                  <a:pt x="23994" y="210074"/>
                </a:lnTo>
                <a:lnTo>
                  <a:pt x="15886" y="171183"/>
                </a:lnTo>
                <a:lnTo>
                  <a:pt x="23434" y="133459"/>
                </a:lnTo>
                <a:lnTo>
                  <a:pt x="38554" y="94554"/>
                </a:lnTo>
                <a:lnTo>
                  <a:pt x="63959" y="61424"/>
                </a:lnTo>
                <a:lnTo>
                  <a:pt x="96882" y="38210"/>
                </a:lnTo>
                <a:lnTo>
                  <a:pt x="132324" y="22940"/>
                </a:lnTo>
                <a:lnTo>
                  <a:pt x="169012" y="17461"/>
                </a:lnTo>
                <a:lnTo>
                  <a:pt x="211590" y="23848"/>
                </a:lnTo>
                <a:lnTo>
                  <a:pt x="248721" y="39365"/>
                </a:lnTo>
                <a:lnTo>
                  <a:pt x="283293" y="63221"/>
                </a:lnTo>
                <a:lnTo>
                  <a:pt x="303624" y="97287"/>
                </a:lnTo>
                <a:lnTo>
                  <a:pt x="320536" y="1327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4" name="execution-node-3-pencil-echo">
            <a:extLst xmlns:a="http://schemas.openxmlformats.org/drawingml/2006/main">
              <a:ext uri="{FF2B5EF4-FFF2-40B4-BE49-F238E27FC236}">
                <a16:creationId xmlns:a16="http://schemas.microsoft.com/office/drawing/2014/main" id="{311BF455-A253-4912-92B9-7E121BCC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678" y="273081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1033" y="171982"/>
                </a:moveTo>
                <a:lnTo>
                  <a:pt x="321180" y="210597"/>
                </a:lnTo>
                <a:lnTo>
                  <a:pt x="305092" y="248678"/>
                </a:lnTo>
                <a:lnTo>
                  <a:pt x="279784" y="281553"/>
                </a:lnTo>
                <a:lnTo>
                  <a:pt x="248017" y="302885"/>
                </a:lnTo>
                <a:lnTo>
                  <a:pt x="210281" y="321110"/>
                </a:lnTo>
                <a:lnTo>
                  <a:pt x="170658" y="326569"/>
                </a:lnTo>
                <a:lnTo>
                  <a:pt x="130637" y="316509"/>
                </a:lnTo>
                <a:lnTo>
                  <a:pt x="96582" y="305044"/>
                </a:lnTo>
                <a:lnTo>
                  <a:pt x="65736" y="278154"/>
                </a:lnTo>
                <a:lnTo>
                  <a:pt x="39076" y="250858"/>
                </a:lnTo>
                <a:lnTo>
                  <a:pt x="25539" y="208402"/>
                </a:lnTo>
                <a:lnTo>
                  <a:pt x="20597" y="173560"/>
                </a:lnTo>
                <a:lnTo>
                  <a:pt x="26287" y="134551"/>
                </a:lnTo>
                <a:lnTo>
                  <a:pt x="42885" y="95737"/>
                </a:lnTo>
                <a:lnTo>
                  <a:pt x="62217" y="65011"/>
                </a:lnTo>
                <a:lnTo>
                  <a:pt x="96765" y="40571"/>
                </a:lnTo>
                <a:lnTo>
                  <a:pt x="129743" y="25779"/>
                </a:lnTo>
                <a:lnTo>
                  <a:pt x="169521" y="19599"/>
                </a:lnTo>
                <a:lnTo>
                  <a:pt x="211205" y="27280"/>
                </a:lnTo>
                <a:lnTo>
                  <a:pt x="248330" y="37767"/>
                </a:lnTo>
                <a:lnTo>
                  <a:pt x="279098" y="64702"/>
                </a:lnTo>
                <a:lnTo>
                  <a:pt x="303956" y="94181"/>
                </a:lnTo>
                <a:lnTo>
                  <a:pt x="316528" y="1334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5" name="execution-node-3">
            <a:extLst xmlns:a="http://schemas.openxmlformats.org/drawingml/2006/main">
              <a:ext uri="{FF2B5EF4-FFF2-40B4-BE49-F238E27FC236}">
                <a16:creationId xmlns:a16="http://schemas.microsoft.com/office/drawing/2014/main" id="{ED33244B-06FA-4D96-89DB-2BA22EF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22921" y="170495"/>
                </a:moveTo>
                <a:lnTo>
                  <a:pt x="321459" y="211340"/>
                </a:lnTo>
                <a:lnTo>
                  <a:pt x="303603" y="248919"/>
                </a:lnTo>
                <a:lnTo>
                  <a:pt x="280855" y="281180"/>
                </a:lnTo>
                <a:lnTo>
                  <a:pt x="248310" y="300413"/>
                </a:lnTo>
                <a:lnTo>
                  <a:pt x="212087" y="320556"/>
                </a:lnTo>
                <a:lnTo>
                  <a:pt x="173841" y="326063"/>
                </a:lnTo>
                <a:lnTo>
                  <a:pt x="131332" y="319961"/>
                </a:lnTo>
                <a:lnTo>
                  <a:pt x="96459" y="302256"/>
                </a:lnTo>
                <a:lnTo>
                  <a:pt x="64014" y="275458"/>
                </a:lnTo>
                <a:lnTo>
                  <a:pt x="39457" y="245762"/>
                </a:lnTo>
                <a:lnTo>
                  <a:pt x="24559" y="212357"/>
                </a:lnTo>
                <a:lnTo>
                  <a:pt x="21664" y="173000"/>
                </a:lnTo>
                <a:lnTo>
                  <a:pt x="26391" y="132781"/>
                </a:lnTo>
                <a:lnTo>
                  <a:pt x="43541" y="94847"/>
                </a:lnTo>
                <a:lnTo>
                  <a:pt x="60251" y="63837"/>
                </a:lnTo>
                <a:lnTo>
                  <a:pt x="95326" y="39906"/>
                </a:lnTo>
                <a:lnTo>
                  <a:pt x="131077" y="27119"/>
                </a:lnTo>
                <a:lnTo>
                  <a:pt x="173567" y="18935"/>
                </a:lnTo>
                <a:lnTo>
                  <a:pt x="212639" y="24796"/>
                </a:lnTo>
                <a:lnTo>
                  <a:pt x="247858" y="42127"/>
                </a:lnTo>
                <a:lnTo>
                  <a:pt x="277207" y="66107"/>
                </a:lnTo>
                <a:lnTo>
                  <a:pt x="307156" y="96056"/>
                </a:lnTo>
                <a:lnTo>
                  <a:pt x="321071" y="131873"/>
                </a:lnTo>
                <a:close/>
              </a:path>
            </a:pathLst>
          </a:custGeom>
          <a:solidFill xmlns:a="http://schemas.openxmlformats.org/drawingml/2006/main">
            <a:srgbClr val="F3ADB7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6" name="implement-net-1-pencil-echo">
            <a:extLst xmlns:a="http://schemas.openxmlformats.org/drawingml/2006/main">
              <a:ext uri="{FF2B5EF4-FFF2-40B4-BE49-F238E27FC236}">
                <a16:creationId xmlns:a16="http://schemas.microsoft.com/office/drawing/2014/main" id="{F74D749C-32BE-44E8-884A-906408E0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828" y="244506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3984" y="182810"/>
                </a:moveTo>
                <a:lnTo>
                  <a:pt x="336229" y="220550"/>
                </a:lnTo>
                <a:lnTo>
                  <a:pt x="320613" y="258524"/>
                </a:lnTo>
                <a:lnTo>
                  <a:pt x="292118" y="295062"/>
                </a:lnTo>
                <a:lnTo>
                  <a:pt x="264302" y="322882"/>
                </a:lnTo>
                <a:lnTo>
                  <a:pt x="220095" y="335900"/>
                </a:lnTo>
                <a:lnTo>
                  <a:pt x="182913" y="340875"/>
                </a:lnTo>
                <a:lnTo>
                  <a:pt x="137189" y="337766"/>
                </a:lnTo>
                <a:lnTo>
                  <a:pt x="100075" y="321344"/>
                </a:lnTo>
                <a:lnTo>
                  <a:pt x="63690" y="294663"/>
                </a:lnTo>
                <a:lnTo>
                  <a:pt x="39711" y="260434"/>
                </a:lnTo>
                <a:lnTo>
                  <a:pt x="27183" y="222711"/>
                </a:lnTo>
                <a:lnTo>
                  <a:pt x="17454" y="181567"/>
                </a:lnTo>
                <a:lnTo>
                  <a:pt x="23912" y="138307"/>
                </a:lnTo>
                <a:lnTo>
                  <a:pt x="38543" y="99936"/>
                </a:lnTo>
                <a:lnTo>
                  <a:pt x="66494" y="67879"/>
                </a:lnTo>
                <a:lnTo>
                  <a:pt x="100242" y="41788"/>
                </a:lnTo>
                <a:lnTo>
                  <a:pt x="138654" y="25813"/>
                </a:lnTo>
                <a:lnTo>
                  <a:pt x="180569" y="22367"/>
                </a:lnTo>
                <a:lnTo>
                  <a:pt x="225334" y="24472"/>
                </a:lnTo>
                <a:lnTo>
                  <a:pt x="262156" y="44115"/>
                </a:lnTo>
                <a:lnTo>
                  <a:pt x="298676" y="66897"/>
                </a:lnTo>
                <a:lnTo>
                  <a:pt x="322897" y="99832"/>
                </a:lnTo>
                <a:lnTo>
                  <a:pt x="334854" y="1409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7" name="implement-net-1">
            <a:extLst xmlns:a="http://schemas.openxmlformats.org/drawingml/2006/main">
              <a:ext uri="{FF2B5EF4-FFF2-40B4-BE49-F238E27FC236}">
                <a16:creationId xmlns:a16="http://schemas.microsoft.com/office/drawing/2014/main" id="{F1E5D643-E08A-42C9-BF61-99A5E7B4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3747" y="179314"/>
                </a:moveTo>
                <a:lnTo>
                  <a:pt x="339788" y="221168"/>
                </a:lnTo>
                <a:lnTo>
                  <a:pt x="322874" y="265911"/>
                </a:lnTo>
                <a:lnTo>
                  <a:pt x="293574" y="295168"/>
                </a:lnTo>
                <a:lnTo>
                  <a:pt x="261539" y="320922"/>
                </a:lnTo>
                <a:lnTo>
                  <a:pt x="220533" y="336708"/>
                </a:lnTo>
                <a:lnTo>
                  <a:pt x="180976" y="340408"/>
                </a:lnTo>
                <a:lnTo>
                  <a:pt x="139182" y="340096"/>
                </a:lnTo>
                <a:lnTo>
                  <a:pt x="103746" y="319253"/>
                </a:lnTo>
                <a:lnTo>
                  <a:pt x="63424" y="297216"/>
                </a:lnTo>
                <a:lnTo>
                  <a:pt x="44584" y="261405"/>
                </a:lnTo>
                <a:lnTo>
                  <a:pt x="24020" y="222935"/>
                </a:lnTo>
                <a:lnTo>
                  <a:pt x="18618" y="178565"/>
                </a:lnTo>
                <a:lnTo>
                  <a:pt x="23203" y="138766"/>
                </a:lnTo>
                <a:lnTo>
                  <a:pt x="40084" y="100580"/>
                </a:lnTo>
                <a:lnTo>
                  <a:pt x="66555" y="67485"/>
                </a:lnTo>
                <a:lnTo>
                  <a:pt x="96872" y="39819"/>
                </a:lnTo>
                <a:lnTo>
                  <a:pt x="140167" y="26662"/>
                </a:lnTo>
                <a:lnTo>
                  <a:pt x="180239" y="18219"/>
                </a:lnTo>
                <a:lnTo>
                  <a:pt x="223997" y="25472"/>
                </a:lnTo>
                <a:lnTo>
                  <a:pt x="260741" y="42165"/>
                </a:lnTo>
                <a:lnTo>
                  <a:pt x="292350" y="68008"/>
                </a:lnTo>
                <a:lnTo>
                  <a:pt x="320013" y="98986"/>
                </a:lnTo>
                <a:lnTo>
                  <a:pt x="335391" y="1418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8" name="implement-net-2-pencil-echo">
            <a:extLst xmlns:a="http://schemas.openxmlformats.org/drawingml/2006/main">
              <a:ext uri="{FF2B5EF4-FFF2-40B4-BE49-F238E27FC236}">
                <a16:creationId xmlns:a16="http://schemas.microsoft.com/office/drawing/2014/main" id="{4477822B-5130-46A7-B15C-E7A58C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678" y="212121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2059" y="182818"/>
                </a:moveTo>
                <a:lnTo>
                  <a:pt x="335264" y="220205"/>
                </a:lnTo>
                <a:lnTo>
                  <a:pt x="319541" y="259795"/>
                </a:lnTo>
                <a:lnTo>
                  <a:pt x="294965" y="292003"/>
                </a:lnTo>
                <a:lnTo>
                  <a:pt x="263409" y="324551"/>
                </a:lnTo>
                <a:lnTo>
                  <a:pt x="222447" y="336964"/>
                </a:lnTo>
                <a:lnTo>
                  <a:pt x="183522" y="339957"/>
                </a:lnTo>
                <a:lnTo>
                  <a:pt x="138078" y="334536"/>
                </a:lnTo>
                <a:lnTo>
                  <a:pt x="98936" y="320910"/>
                </a:lnTo>
                <a:lnTo>
                  <a:pt x="67683" y="294527"/>
                </a:lnTo>
                <a:lnTo>
                  <a:pt x="39800" y="260609"/>
                </a:lnTo>
                <a:lnTo>
                  <a:pt x="28211" y="222777"/>
                </a:lnTo>
                <a:lnTo>
                  <a:pt x="16155" y="179318"/>
                </a:lnTo>
                <a:lnTo>
                  <a:pt x="26364" y="141568"/>
                </a:lnTo>
                <a:lnTo>
                  <a:pt x="42114" y="101012"/>
                </a:lnTo>
                <a:lnTo>
                  <a:pt x="64245" y="65023"/>
                </a:lnTo>
                <a:lnTo>
                  <a:pt x="100800" y="43046"/>
                </a:lnTo>
                <a:lnTo>
                  <a:pt x="136736" y="24806"/>
                </a:lnTo>
                <a:lnTo>
                  <a:pt x="181352" y="18277"/>
                </a:lnTo>
                <a:lnTo>
                  <a:pt x="221667" y="22242"/>
                </a:lnTo>
                <a:lnTo>
                  <a:pt x="260933" y="38972"/>
                </a:lnTo>
                <a:lnTo>
                  <a:pt x="294713" y="64807"/>
                </a:lnTo>
                <a:lnTo>
                  <a:pt x="324175" y="98673"/>
                </a:lnTo>
                <a:lnTo>
                  <a:pt x="341037" y="1393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49" name="implement-net-2">
            <a:extLst xmlns:a="http://schemas.openxmlformats.org/drawingml/2006/main">
              <a:ext uri="{FF2B5EF4-FFF2-40B4-BE49-F238E27FC236}">
                <a16:creationId xmlns:a16="http://schemas.microsoft.com/office/drawing/2014/main" id="{034936DB-48DF-4180-86C6-4AF975D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3625" y="178367"/>
                </a:moveTo>
                <a:lnTo>
                  <a:pt x="335985" y="221135"/>
                </a:lnTo>
                <a:lnTo>
                  <a:pt x="323039" y="261979"/>
                </a:lnTo>
                <a:lnTo>
                  <a:pt x="295830" y="293858"/>
                </a:lnTo>
                <a:lnTo>
                  <a:pt x="260095" y="319654"/>
                </a:lnTo>
                <a:lnTo>
                  <a:pt x="225312" y="337153"/>
                </a:lnTo>
                <a:lnTo>
                  <a:pt x="179569" y="341776"/>
                </a:lnTo>
                <a:lnTo>
                  <a:pt x="136515" y="339366"/>
                </a:lnTo>
                <a:lnTo>
                  <a:pt x="102287" y="322570"/>
                </a:lnTo>
                <a:lnTo>
                  <a:pt x="68141" y="296895"/>
                </a:lnTo>
                <a:lnTo>
                  <a:pt x="43800" y="262428"/>
                </a:lnTo>
                <a:lnTo>
                  <a:pt x="25361" y="222476"/>
                </a:lnTo>
                <a:lnTo>
                  <a:pt x="16324" y="181772"/>
                </a:lnTo>
                <a:lnTo>
                  <a:pt x="24827" y="141522"/>
                </a:lnTo>
                <a:lnTo>
                  <a:pt x="42420" y="99180"/>
                </a:lnTo>
                <a:lnTo>
                  <a:pt x="66023" y="62566"/>
                </a:lnTo>
                <a:lnTo>
                  <a:pt x="100876" y="40532"/>
                </a:lnTo>
                <a:lnTo>
                  <a:pt x="137509" y="25961"/>
                </a:lnTo>
                <a:lnTo>
                  <a:pt x="180891" y="17178"/>
                </a:lnTo>
                <a:lnTo>
                  <a:pt x="224608" y="26578"/>
                </a:lnTo>
                <a:lnTo>
                  <a:pt x="260816" y="41037"/>
                </a:lnTo>
                <a:lnTo>
                  <a:pt x="296087" y="64240"/>
                </a:lnTo>
                <a:lnTo>
                  <a:pt x="319019" y="100754"/>
                </a:lnTo>
                <a:lnTo>
                  <a:pt x="334712" y="140903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0" name="implement-net-3-pencil-echo">
            <a:extLst xmlns:a="http://schemas.openxmlformats.org/drawingml/2006/main">
              <a:ext uri="{FF2B5EF4-FFF2-40B4-BE49-F238E27FC236}">
                <a16:creationId xmlns:a16="http://schemas.microsoft.com/office/drawing/2014/main" id="{8A319D3F-C547-4ABD-BC27-A12478AA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628" y="254031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2383" y="179629"/>
                </a:moveTo>
                <a:lnTo>
                  <a:pt x="337062" y="222157"/>
                </a:lnTo>
                <a:lnTo>
                  <a:pt x="321042" y="263136"/>
                </a:lnTo>
                <a:lnTo>
                  <a:pt x="296162" y="293994"/>
                </a:lnTo>
                <a:lnTo>
                  <a:pt x="261194" y="319995"/>
                </a:lnTo>
                <a:lnTo>
                  <a:pt x="222534" y="335609"/>
                </a:lnTo>
                <a:lnTo>
                  <a:pt x="180495" y="341141"/>
                </a:lnTo>
                <a:lnTo>
                  <a:pt x="140903" y="339706"/>
                </a:lnTo>
                <a:lnTo>
                  <a:pt x="102469" y="320444"/>
                </a:lnTo>
                <a:lnTo>
                  <a:pt x="66916" y="297131"/>
                </a:lnTo>
                <a:lnTo>
                  <a:pt x="41489" y="259693"/>
                </a:lnTo>
                <a:lnTo>
                  <a:pt x="25468" y="221893"/>
                </a:lnTo>
                <a:lnTo>
                  <a:pt x="16053" y="182336"/>
                </a:lnTo>
                <a:lnTo>
                  <a:pt x="22378" y="136603"/>
                </a:lnTo>
                <a:lnTo>
                  <a:pt x="41766" y="103469"/>
                </a:lnTo>
                <a:lnTo>
                  <a:pt x="69321" y="65626"/>
                </a:lnTo>
                <a:lnTo>
                  <a:pt x="98704" y="39891"/>
                </a:lnTo>
                <a:lnTo>
                  <a:pt x="138576" y="21356"/>
                </a:lnTo>
                <a:lnTo>
                  <a:pt x="183386" y="19345"/>
                </a:lnTo>
                <a:lnTo>
                  <a:pt x="224263" y="23881"/>
                </a:lnTo>
                <a:lnTo>
                  <a:pt x="262095" y="43706"/>
                </a:lnTo>
                <a:lnTo>
                  <a:pt x="298946" y="65324"/>
                </a:lnTo>
                <a:lnTo>
                  <a:pt x="318236" y="101908"/>
                </a:lnTo>
                <a:lnTo>
                  <a:pt x="337520" y="140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1" name="implement-net-3">
            <a:extLst xmlns:a="http://schemas.openxmlformats.org/drawingml/2006/main">
              <a:ext uri="{FF2B5EF4-FFF2-40B4-BE49-F238E27FC236}">
                <a16:creationId xmlns:a16="http://schemas.microsoft.com/office/drawing/2014/main" id="{4496887E-C29D-4338-8897-C5DA49DD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0235" y="179551"/>
                </a:moveTo>
                <a:lnTo>
                  <a:pt x="338055" y="221121"/>
                </a:lnTo>
                <a:lnTo>
                  <a:pt x="322119" y="264542"/>
                </a:lnTo>
                <a:lnTo>
                  <a:pt x="295924" y="294917"/>
                </a:lnTo>
                <a:lnTo>
                  <a:pt x="262343" y="318170"/>
                </a:lnTo>
                <a:lnTo>
                  <a:pt x="221105" y="335480"/>
                </a:lnTo>
                <a:lnTo>
                  <a:pt x="181408" y="346117"/>
                </a:lnTo>
                <a:lnTo>
                  <a:pt x="141693" y="337628"/>
                </a:lnTo>
                <a:lnTo>
                  <a:pt x="101008" y="322371"/>
                </a:lnTo>
                <a:lnTo>
                  <a:pt x="68886" y="295065"/>
                </a:lnTo>
                <a:lnTo>
                  <a:pt x="37163" y="261385"/>
                </a:lnTo>
                <a:lnTo>
                  <a:pt x="22541" y="220847"/>
                </a:lnTo>
                <a:lnTo>
                  <a:pt x="20660" y="181197"/>
                </a:lnTo>
                <a:lnTo>
                  <a:pt x="21186" y="139258"/>
                </a:lnTo>
                <a:lnTo>
                  <a:pt x="40935" y="97905"/>
                </a:lnTo>
                <a:lnTo>
                  <a:pt x="67700" y="65900"/>
                </a:lnTo>
                <a:lnTo>
                  <a:pt x="100132" y="42396"/>
                </a:lnTo>
                <a:lnTo>
                  <a:pt x="136414" y="22991"/>
                </a:lnTo>
                <a:lnTo>
                  <a:pt x="179344" y="21968"/>
                </a:lnTo>
                <a:lnTo>
                  <a:pt x="222694" y="22120"/>
                </a:lnTo>
                <a:lnTo>
                  <a:pt x="264472" y="39213"/>
                </a:lnTo>
                <a:lnTo>
                  <a:pt x="294552" y="63947"/>
                </a:lnTo>
                <a:lnTo>
                  <a:pt x="322282" y="97459"/>
                </a:lnTo>
                <a:lnTo>
                  <a:pt x="339693" y="1372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2" name="implement-net-4-pencil-echo">
            <a:extLst xmlns:a="http://schemas.openxmlformats.org/drawingml/2006/main">
              <a:ext uri="{FF2B5EF4-FFF2-40B4-BE49-F238E27FC236}">
                <a16:creationId xmlns:a16="http://schemas.microsoft.com/office/drawing/2014/main" id="{31D182AA-CB6D-43C5-9613-820D0775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628" y="3035618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1183" y="178872"/>
                </a:moveTo>
                <a:lnTo>
                  <a:pt x="337369" y="224067"/>
                </a:lnTo>
                <a:lnTo>
                  <a:pt x="320946" y="264084"/>
                </a:lnTo>
                <a:lnTo>
                  <a:pt x="292270" y="293609"/>
                </a:lnTo>
                <a:lnTo>
                  <a:pt x="259836" y="321212"/>
                </a:lnTo>
                <a:lnTo>
                  <a:pt x="222373" y="339875"/>
                </a:lnTo>
                <a:lnTo>
                  <a:pt x="183092" y="346333"/>
                </a:lnTo>
                <a:lnTo>
                  <a:pt x="141117" y="334398"/>
                </a:lnTo>
                <a:lnTo>
                  <a:pt x="98360" y="320760"/>
                </a:lnTo>
                <a:lnTo>
                  <a:pt x="68693" y="294837"/>
                </a:lnTo>
                <a:lnTo>
                  <a:pt x="39371" y="264315"/>
                </a:lnTo>
                <a:lnTo>
                  <a:pt x="26525" y="223939"/>
                </a:lnTo>
                <a:lnTo>
                  <a:pt x="17643" y="178649"/>
                </a:lnTo>
                <a:lnTo>
                  <a:pt x="26091" y="140495"/>
                </a:lnTo>
                <a:lnTo>
                  <a:pt x="42166" y="103037"/>
                </a:lnTo>
                <a:lnTo>
                  <a:pt x="64356" y="63724"/>
                </a:lnTo>
                <a:lnTo>
                  <a:pt x="96888" y="40459"/>
                </a:lnTo>
                <a:lnTo>
                  <a:pt x="139876" y="24641"/>
                </a:lnTo>
                <a:lnTo>
                  <a:pt x="178970" y="17314"/>
                </a:lnTo>
                <a:lnTo>
                  <a:pt x="221508" y="21075"/>
                </a:lnTo>
                <a:lnTo>
                  <a:pt x="260167" y="42135"/>
                </a:lnTo>
                <a:lnTo>
                  <a:pt x="294047" y="65004"/>
                </a:lnTo>
                <a:lnTo>
                  <a:pt x="320682" y="98380"/>
                </a:lnTo>
                <a:lnTo>
                  <a:pt x="335054" y="1421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3" name="implement-net-4">
            <a:extLst xmlns:a="http://schemas.openxmlformats.org/drawingml/2006/main">
              <a:ext uri="{FF2B5EF4-FFF2-40B4-BE49-F238E27FC236}">
                <a16:creationId xmlns:a16="http://schemas.microsoft.com/office/drawing/2014/main" id="{0BF0D2E1-062B-491B-9D0B-D552258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289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44890" y="182921"/>
                </a:moveTo>
                <a:lnTo>
                  <a:pt x="335858" y="224981"/>
                </a:lnTo>
                <a:lnTo>
                  <a:pt x="318179" y="262992"/>
                </a:lnTo>
                <a:lnTo>
                  <a:pt x="295732" y="298115"/>
                </a:lnTo>
                <a:lnTo>
                  <a:pt x="264882" y="322520"/>
                </a:lnTo>
                <a:lnTo>
                  <a:pt x="224740" y="340179"/>
                </a:lnTo>
                <a:lnTo>
                  <a:pt x="181190" y="344676"/>
                </a:lnTo>
                <a:lnTo>
                  <a:pt x="137339" y="337284"/>
                </a:lnTo>
                <a:lnTo>
                  <a:pt x="99781" y="319264"/>
                </a:lnTo>
                <a:lnTo>
                  <a:pt x="65528" y="296593"/>
                </a:lnTo>
                <a:lnTo>
                  <a:pt x="43208" y="260231"/>
                </a:lnTo>
                <a:lnTo>
                  <a:pt x="27004" y="224947"/>
                </a:lnTo>
                <a:lnTo>
                  <a:pt x="21122" y="182881"/>
                </a:lnTo>
                <a:lnTo>
                  <a:pt x="24418" y="138719"/>
                </a:lnTo>
                <a:lnTo>
                  <a:pt x="41459" y="102798"/>
                </a:lnTo>
                <a:lnTo>
                  <a:pt x="69488" y="67288"/>
                </a:lnTo>
                <a:lnTo>
                  <a:pt x="102120" y="39833"/>
                </a:lnTo>
                <a:lnTo>
                  <a:pt x="136686" y="24820"/>
                </a:lnTo>
                <a:lnTo>
                  <a:pt x="181331" y="21661"/>
                </a:lnTo>
                <a:lnTo>
                  <a:pt x="221605" y="20572"/>
                </a:lnTo>
                <a:lnTo>
                  <a:pt x="263366" y="42180"/>
                </a:lnTo>
                <a:lnTo>
                  <a:pt x="297245" y="63227"/>
                </a:lnTo>
                <a:lnTo>
                  <a:pt x="321362" y="97353"/>
                </a:lnTo>
                <a:lnTo>
                  <a:pt x="334102" y="1403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4" name="rectify-chain-1-pencil-echo">
            <a:extLst xmlns:a="http://schemas.openxmlformats.org/drawingml/2006/main">
              <a:ext uri="{FF2B5EF4-FFF2-40B4-BE49-F238E27FC236}">
                <a16:creationId xmlns:a16="http://schemas.microsoft.com/office/drawing/2014/main" id="{D777F312-7A76-4027-B125-784D2F7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978" y="2826068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2258" y="160911"/>
                </a:moveTo>
                <a:lnTo>
                  <a:pt x="302832" y="198596"/>
                </a:lnTo>
                <a:lnTo>
                  <a:pt x="281840" y="233689"/>
                </a:lnTo>
                <a:lnTo>
                  <a:pt x="260973" y="263260"/>
                </a:lnTo>
                <a:lnTo>
                  <a:pt x="234603" y="284547"/>
                </a:lnTo>
                <a:lnTo>
                  <a:pt x="197568" y="298276"/>
                </a:lnTo>
                <a:lnTo>
                  <a:pt x="159840" y="307311"/>
                </a:lnTo>
                <a:lnTo>
                  <a:pt x="124204" y="299398"/>
                </a:lnTo>
                <a:lnTo>
                  <a:pt x="88825" y="285627"/>
                </a:lnTo>
                <a:lnTo>
                  <a:pt x="60398" y="261912"/>
                </a:lnTo>
                <a:lnTo>
                  <a:pt x="37563" y="231824"/>
                </a:lnTo>
                <a:lnTo>
                  <a:pt x="24319" y="201541"/>
                </a:lnTo>
                <a:lnTo>
                  <a:pt x="16008" y="163031"/>
                </a:lnTo>
                <a:lnTo>
                  <a:pt x="20834" y="126166"/>
                </a:lnTo>
                <a:lnTo>
                  <a:pt x="37973" y="88487"/>
                </a:lnTo>
                <a:lnTo>
                  <a:pt x="62893" y="59458"/>
                </a:lnTo>
                <a:lnTo>
                  <a:pt x="88132" y="38138"/>
                </a:lnTo>
                <a:lnTo>
                  <a:pt x="123884" y="27335"/>
                </a:lnTo>
                <a:lnTo>
                  <a:pt x="163576" y="20875"/>
                </a:lnTo>
                <a:lnTo>
                  <a:pt x="198124" y="24150"/>
                </a:lnTo>
                <a:lnTo>
                  <a:pt x="232357" y="34953"/>
                </a:lnTo>
                <a:lnTo>
                  <a:pt x="261303" y="63379"/>
                </a:lnTo>
                <a:lnTo>
                  <a:pt x="287387" y="91262"/>
                </a:lnTo>
                <a:lnTo>
                  <a:pt x="299912" y="122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5" name="rectify-chain-1">
            <a:extLst xmlns:a="http://schemas.openxmlformats.org/drawingml/2006/main">
              <a:ext uri="{FF2B5EF4-FFF2-40B4-BE49-F238E27FC236}">
                <a16:creationId xmlns:a16="http://schemas.microsoft.com/office/drawing/2014/main" id="{8CDD0F7B-17BA-4703-8E22-283C79B8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1940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5568" y="164230"/>
                </a:moveTo>
                <a:lnTo>
                  <a:pt x="299304" y="196728"/>
                </a:lnTo>
                <a:lnTo>
                  <a:pt x="284200" y="230522"/>
                </a:lnTo>
                <a:lnTo>
                  <a:pt x="263823" y="262771"/>
                </a:lnTo>
                <a:lnTo>
                  <a:pt x="235268" y="285933"/>
                </a:lnTo>
                <a:lnTo>
                  <a:pt x="197353" y="297499"/>
                </a:lnTo>
                <a:lnTo>
                  <a:pt x="159753" y="301857"/>
                </a:lnTo>
                <a:lnTo>
                  <a:pt x="123478" y="299064"/>
                </a:lnTo>
                <a:lnTo>
                  <a:pt x="89630" y="283974"/>
                </a:lnTo>
                <a:lnTo>
                  <a:pt x="60176" y="265677"/>
                </a:lnTo>
                <a:lnTo>
                  <a:pt x="39295" y="235397"/>
                </a:lnTo>
                <a:lnTo>
                  <a:pt x="27380" y="200281"/>
                </a:lnTo>
                <a:lnTo>
                  <a:pt x="18345" y="164064"/>
                </a:lnTo>
                <a:lnTo>
                  <a:pt x="22065" y="122738"/>
                </a:lnTo>
                <a:lnTo>
                  <a:pt x="38796" y="91784"/>
                </a:lnTo>
                <a:lnTo>
                  <a:pt x="61349" y="64703"/>
                </a:lnTo>
                <a:lnTo>
                  <a:pt x="89541" y="38342"/>
                </a:lnTo>
                <a:lnTo>
                  <a:pt x="125318" y="21715"/>
                </a:lnTo>
                <a:lnTo>
                  <a:pt x="159697" y="19277"/>
                </a:lnTo>
                <a:lnTo>
                  <a:pt x="198478" y="20545"/>
                </a:lnTo>
                <a:lnTo>
                  <a:pt x="230744" y="40198"/>
                </a:lnTo>
                <a:lnTo>
                  <a:pt x="263521" y="57858"/>
                </a:lnTo>
                <a:lnTo>
                  <a:pt x="285154" y="91551"/>
                </a:lnTo>
                <a:lnTo>
                  <a:pt x="301637" y="1254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6" name="rectify-chain-2-pencil-echo">
            <a:extLst xmlns:a="http://schemas.openxmlformats.org/drawingml/2006/main">
              <a:ext uri="{FF2B5EF4-FFF2-40B4-BE49-F238E27FC236}">
                <a16:creationId xmlns:a16="http://schemas.microsoft.com/office/drawing/2014/main" id="{7CACC87D-75F1-42AE-BB58-214FE0A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978" y="2997518"/>
            <a:ext cx="438150" cy="438150"/>
          </a:xfrm>
          <a:custGeom xmlns:a="http://schemas.openxmlformats.org/drawingml/2006/main">
            <a:pathLst>
              <a:path w="438150" h="438150">
                <a:moveTo>
                  <a:pt x="418241" y="217139"/>
                </a:moveTo>
                <a:lnTo>
                  <a:pt x="415244" y="269235"/>
                </a:lnTo>
                <a:lnTo>
                  <a:pt x="389526" y="320341"/>
                </a:lnTo>
                <a:lnTo>
                  <a:pt x="357380" y="360344"/>
                </a:lnTo>
                <a:lnTo>
                  <a:pt x="319741" y="389080"/>
                </a:lnTo>
                <a:lnTo>
                  <a:pt x="270861" y="416519"/>
                </a:lnTo>
                <a:lnTo>
                  <a:pt x="219536" y="422733"/>
                </a:lnTo>
                <a:lnTo>
                  <a:pt x="167835" y="416802"/>
                </a:lnTo>
                <a:lnTo>
                  <a:pt x="118016" y="395605"/>
                </a:lnTo>
                <a:lnTo>
                  <a:pt x="73437" y="361691"/>
                </a:lnTo>
                <a:lnTo>
                  <a:pt x="46560" y="316026"/>
                </a:lnTo>
                <a:lnTo>
                  <a:pt x="21855" y="271024"/>
                </a:lnTo>
                <a:lnTo>
                  <a:pt x="16221" y="220292"/>
                </a:lnTo>
                <a:lnTo>
                  <a:pt x="26738" y="168900"/>
                </a:lnTo>
                <a:lnTo>
                  <a:pt x="50477" y="119002"/>
                </a:lnTo>
                <a:lnTo>
                  <a:pt x="75741" y="74997"/>
                </a:lnTo>
                <a:lnTo>
                  <a:pt x="121518" y="45937"/>
                </a:lnTo>
                <a:lnTo>
                  <a:pt x="167116" y="27282"/>
                </a:lnTo>
                <a:lnTo>
                  <a:pt x="221301" y="18075"/>
                </a:lnTo>
                <a:lnTo>
                  <a:pt x="269048" y="27153"/>
                </a:lnTo>
                <a:lnTo>
                  <a:pt x="321421" y="44265"/>
                </a:lnTo>
                <a:lnTo>
                  <a:pt x="357626" y="78936"/>
                </a:lnTo>
                <a:lnTo>
                  <a:pt x="394364" y="118780"/>
                </a:lnTo>
                <a:lnTo>
                  <a:pt x="412540" y="1686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7" name="rectify-chain-2">
            <a:extLst xmlns:a="http://schemas.openxmlformats.org/drawingml/2006/main">
              <a:ext uri="{FF2B5EF4-FFF2-40B4-BE49-F238E27FC236}">
                <a16:creationId xmlns:a16="http://schemas.microsoft.com/office/drawing/2014/main" id="{E049933B-C295-49E4-AC13-78E1E149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90850"/>
            <a:ext cx="438150" cy="438150"/>
          </a:xfrm>
          <a:custGeom xmlns:a="http://schemas.openxmlformats.org/drawingml/2006/main">
            <a:pathLst>
              <a:path w="438150" h="438150">
                <a:moveTo>
                  <a:pt x="414732" y="219231"/>
                </a:moveTo>
                <a:lnTo>
                  <a:pt x="409122" y="270920"/>
                </a:lnTo>
                <a:lnTo>
                  <a:pt x="394841" y="319861"/>
                </a:lnTo>
                <a:lnTo>
                  <a:pt x="359270" y="359181"/>
                </a:lnTo>
                <a:lnTo>
                  <a:pt x="318673" y="388745"/>
                </a:lnTo>
                <a:lnTo>
                  <a:pt x="270171" y="409753"/>
                </a:lnTo>
                <a:lnTo>
                  <a:pt x="218643" y="423149"/>
                </a:lnTo>
                <a:lnTo>
                  <a:pt x="167728" y="410634"/>
                </a:lnTo>
                <a:lnTo>
                  <a:pt x="121299" y="390891"/>
                </a:lnTo>
                <a:lnTo>
                  <a:pt x="79769" y="360633"/>
                </a:lnTo>
                <a:lnTo>
                  <a:pt x="45323" y="317019"/>
                </a:lnTo>
                <a:lnTo>
                  <a:pt x="23480" y="271068"/>
                </a:lnTo>
                <a:lnTo>
                  <a:pt x="16220" y="217921"/>
                </a:lnTo>
                <a:lnTo>
                  <a:pt x="28378" y="168699"/>
                </a:lnTo>
                <a:lnTo>
                  <a:pt x="40798" y="119183"/>
                </a:lnTo>
                <a:lnTo>
                  <a:pt x="75851" y="73978"/>
                </a:lnTo>
                <a:lnTo>
                  <a:pt x="117860" y="45405"/>
                </a:lnTo>
                <a:lnTo>
                  <a:pt x="167295" y="23992"/>
                </a:lnTo>
                <a:lnTo>
                  <a:pt x="219650" y="19758"/>
                </a:lnTo>
                <a:lnTo>
                  <a:pt x="273578" y="25090"/>
                </a:lnTo>
                <a:lnTo>
                  <a:pt x="322766" y="43711"/>
                </a:lnTo>
                <a:lnTo>
                  <a:pt x="358512" y="77586"/>
                </a:lnTo>
                <a:lnTo>
                  <a:pt x="390769" y="118077"/>
                </a:lnTo>
                <a:lnTo>
                  <a:pt x="410708" y="169434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8" name="rectify-chain-3-pencil-echo">
            <a:extLst xmlns:a="http://schemas.openxmlformats.org/drawingml/2006/main">
              <a:ext uri="{FF2B5EF4-FFF2-40B4-BE49-F238E27FC236}">
                <a16:creationId xmlns:a16="http://schemas.microsoft.com/office/drawing/2014/main" id="{5E9BB868-4039-4910-979A-A0231FE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2228" y="2826068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4165" y="161903"/>
                </a:moveTo>
                <a:lnTo>
                  <a:pt x="298754" y="198626"/>
                </a:lnTo>
                <a:lnTo>
                  <a:pt x="287784" y="235425"/>
                </a:lnTo>
                <a:lnTo>
                  <a:pt x="260567" y="262052"/>
                </a:lnTo>
                <a:lnTo>
                  <a:pt x="232821" y="286229"/>
                </a:lnTo>
                <a:lnTo>
                  <a:pt x="197219" y="302954"/>
                </a:lnTo>
                <a:lnTo>
                  <a:pt x="160306" y="302483"/>
                </a:lnTo>
                <a:lnTo>
                  <a:pt x="126160" y="297782"/>
                </a:lnTo>
                <a:lnTo>
                  <a:pt x="88112" y="286421"/>
                </a:lnTo>
                <a:lnTo>
                  <a:pt x="61406" y="259150"/>
                </a:lnTo>
                <a:lnTo>
                  <a:pt x="37661" y="234541"/>
                </a:lnTo>
                <a:lnTo>
                  <a:pt x="20648" y="197183"/>
                </a:lnTo>
                <a:lnTo>
                  <a:pt x="16971" y="161056"/>
                </a:lnTo>
                <a:lnTo>
                  <a:pt x="22349" y="123947"/>
                </a:lnTo>
                <a:lnTo>
                  <a:pt x="41880" y="90453"/>
                </a:lnTo>
                <a:lnTo>
                  <a:pt x="58729" y="60023"/>
                </a:lnTo>
                <a:lnTo>
                  <a:pt x="91151" y="34591"/>
                </a:lnTo>
                <a:lnTo>
                  <a:pt x="128038" y="25995"/>
                </a:lnTo>
                <a:lnTo>
                  <a:pt x="163758" y="16593"/>
                </a:lnTo>
                <a:lnTo>
                  <a:pt x="199127" y="23309"/>
                </a:lnTo>
                <a:lnTo>
                  <a:pt x="235079" y="36028"/>
                </a:lnTo>
                <a:lnTo>
                  <a:pt x="264114" y="62426"/>
                </a:lnTo>
                <a:lnTo>
                  <a:pt x="283634" y="92012"/>
                </a:lnTo>
                <a:lnTo>
                  <a:pt x="298458" y="1254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77">
            <a:solidFill>
              <a:srgbClr val="777777"/>
            </a:solidFill>
            <a:prstDash val="solid"/>
          </a:ln>
        </p:spPr>
      </p:sp>
      <p:sp>
        <p:nvSpPr>
          <p:cNvPr id="59" name="rectify-chain-3">
            <a:extLst xmlns:a="http://schemas.openxmlformats.org/drawingml/2006/main">
              <a:ext uri="{FF2B5EF4-FFF2-40B4-BE49-F238E27FC236}">
                <a16:creationId xmlns:a16="http://schemas.microsoft.com/office/drawing/2014/main" id="{250A3E55-D3B7-4094-86A0-649A8865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81940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04126" y="161460"/>
                </a:moveTo>
                <a:lnTo>
                  <a:pt x="303425" y="197106"/>
                </a:lnTo>
                <a:lnTo>
                  <a:pt x="286202" y="234249"/>
                </a:lnTo>
                <a:lnTo>
                  <a:pt x="259785" y="262984"/>
                </a:lnTo>
                <a:lnTo>
                  <a:pt x="234448" y="288546"/>
                </a:lnTo>
                <a:lnTo>
                  <a:pt x="197349" y="303424"/>
                </a:lnTo>
                <a:lnTo>
                  <a:pt x="160418" y="304056"/>
                </a:lnTo>
                <a:lnTo>
                  <a:pt x="125634" y="302837"/>
                </a:lnTo>
                <a:lnTo>
                  <a:pt x="90404" y="285882"/>
                </a:lnTo>
                <a:lnTo>
                  <a:pt x="61225" y="260344"/>
                </a:lnTo>
                <a:lnTo>
                  <a:pt x="35650" y="233234"/>
                </a:lnTo>
                <a:lnTo>
                  <a:pt x="25697" y="195845"/>
                </a:lnTo>
                <a:lnTo>
                  <a:pt x="22229" y="160293"/>
                </a:lnTo>
                <a:lnTo>
                  <a:pt x="27100" y="124814"/>
                </a:lnTo>
                <a:lnTo>
                  <a:pt x="38657" y="93669"/>
                </a:lnTo>
                <a:lnTo>
                  <a:pt x="61954" y="62858"/>
                </a:lnTo>
                <a:lnTo>
                  <a:pt x="89028" y="38289"/>
                </a:lnTo>
                <a:lnTo>
                  <a:pt x="124428" y="21502"/>
                </a:lnTo>
                <a:lnTo>
                  <a:pt x="164190" y="17298"/>
                </a:lnTo>
                <a:lnTo>
                  <a:pt x="198031" y="24862"/>
                </a:lnTo>
                <a:lnTo>
                  <a:pt x="233412" y="37082"/>
                </a:lnTo>
                <a:lnTo>
                  <a:pt x="262864" y="59324"/>
                </a:lnTo>
                <a:lnTo>
                  <a:pt x="284096" y="91268"/>
                </a:lnTo>
                <a:lnTo>
                  <a:pt x="296665" y="123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0" name="stage-port-1-pencil-echo">
            <a:extLst xmlns:a="http://schemas.openxmlformats.org/drawingml/2006/main">
              <a:ext uri="{FF2B5EF4-FFF2-40B4-BE49-F238E27FC236}">
                <a16:creationId xmlns:a16="http://schemas.microsoft.com/office/drawing/2014/main" id="{0A17E9CF-7BCF-47BA-9B50-8A5B548D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5219"/>
                </a:moveTo>
                <a:lnTo>
                  <a:pt x="28575" y="23310"/>
                </a:lnTo>
                <a:lnTo>
                  <a:pt x="42863" y="18666"/>
                </a:lnTo>
                <a:lnTo>
                  <a:pt x="57150" y="18067"/>
                </a:lnTo>
                <a:lnTo>
                  <a:pt x="71438" y="15977"/>
                </a:lnTo>
                <a:lnTo>
                  <a:pt x="85725" y="15511"/>
                </a:lnTo>
                <a:lnTo>
                  <a:pt x="100013" y="17302"/>
                </a:lnTo>
                <a:lnTo>
                  <a:pt x="110070" y="21622"/>
                </a:lnTo>
                <a:lnTo>
                  <a:pt x="95660" y="9287"/>
                </a:lnTo>
                <a:lnTo>
                  <a:pt x="95513" y="14288"/>
                </a:lnTo>
                <a:lnTo>
                  <a:pt x="92023" y="35719"/>
                </a:lnTo>
                <a:lnTo>
                  <a:pt x="91724" y="57150"/>
                </a:lnTo>
                <a:lnTo>
                  <a:pt x="93563" y="78581"/>
                </a:lnTo>
                <a:lnTo>
                  <a:pt x="100440" y="100013"/>
                </a:lnTo>
                <a:lnTo>
                  <a:pt x="95884" y="105013"/>
                </a:lnTo>
                <a:lnTo>
                  <a:pt x="108496" y="92678"/>
                </a:lnTo>
                <a:lnTo>
                  <a:pt x="100013" y="99455"/>
                </a:lnTo>
                <a:lnTo>
                  <a:pt x="85725" y="100071"/>
                </a:lnTo>
                <a:lnTo>
                  <a:pt x="71438" y="90746"/>
                </a:lnTo>
                <a:lnTo>
                  <a:pt x="57150" y="95066"/>
                </a:lnTo>
                <a:lnTo>
                  <a:pt x="42863" y="93160"/>
                </a:lnTo>
                <a:lnTo>
                  <a:pt x="28575" y="96201"/>
                </a:lnTo>
                <a:lnTo>
                  <a:pt x="14288" y="95373"/>
                </a:lnTo>
                <a:lnTo>
                  <a:pt x="6072" y="92678"/>
                </a:lnTo>
                <a:lnTo>
                  <a:pt x="18257" y="105013"/>
                </a:lnTo>
                <a:lnTo>
                  <a:pt x="23139" y="100013"/>
                </a:lnTo>
                <a:lnTo>
                  <a:pt x="17777" y="78581"/>
                </a:lnTo>
                <a:lnTo>
                  <a:pt x="22448" y="57150"/>
                </a:lnTo>
                <a:lnTo>
                  <a:pt x="18244" y="35719"/>
                </a:lnTo>
                <a:lnTo>
                  <a:pt x="21373" y="14288"/>
                </a:lnTo>
                <a:lnTo>
                  <a:pt x="18158" y="9287"/>
                </a:lnTo>
                <a:lnTo>
                  <a:pt x="6029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1" name="stage-port-1">
            <a:extLst xmlns:a="http://schemas.openxmlformats.org/drawingml/2006/main">
              <a:ext uri="{FF2B5EF4-FFF2-40B4-BE49-F238E27FC236}">
                <a16:creationId xmlns:a16="http://schemas.microsoft.com/office/drawing/2014/main" id="{7183BE1E-BEF8-4757-9FB4-847E3294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9624"/>
                </a:moveTo>
                <a:lnTo>
                  <a:pt x="28575" y="18336"/>
                </a:lnTo>
                <a:lnTo>
                  <a:pt x="42863" y="20428"/>
                </a:lnTo>
                <a:lnTo>
                  <a:pt x="57150" y="14631"/>
                </a:lnTo>
                <a:lnTo>
                  <a:pt x="71438" y="22360"/>
                </a:lnTo>
                <a:lnTo>
                  <a:pt x="85725" y="14500"/>
                </a:lnTo>
                <a:lnTo>
                  <a:pt x="100013" y="22010"/>
                </a:lnTo>
                <a:lnTo>
                  <a:pt x="110665" y="21622"/>
                </a:lnTo>
                <a:lnTo>
                  <a:pt x="95378" y="9287"/>
                </a:lnTo>
                <a:lnTo>
                  <a:pt x="99051" y="14288"/>
                </a:lnTo>
                <a:lnTo>
                  <a:pt x="99203" y="35719"/>
                </a:lnTo>
                <a:lnTo>
                  <a:pt x="98832" y="57150"/>
                </a:lnTo>
                <a:lnTo>
                  <a:pt x="90302" y="78581"/>
                </a:lnTo>
                <a:lnTo>
                  <a:pt x="92063" y="100013"/>
                </a:lnTo>
                <a:lnTo>
                  <a:pt x="94977" y="105013"/>
                </a:lnTo>
                <a:lnTo>
                  <a:pt x="109857" y="92678"/>
                </a:lnTo>
                <a:lnTo>
                  <a:pt x="100013" y="94894"/>
                </a:lnTo>
                <a:lnTo>
                  <a:pt x="85725" y="90719"/>
                </a:lnTo>
                <a:lnTo>
                  <a:pt x="71438" y="96934"/>
                </a:lnTo>
                <a:lnTo>
                  <a:pt x="57150" y="95527"/>
                </a:lnTo>
                <a:lnTo>
                  <a:pt x="42863" y="91972"/>
                </a:lnTo>
                <a:lnTo>
                  <a:pt x="28575" y="90709"/>
                </a:lnTo>
                <a:lnTo>
                  <a:pt x="14288" y="96399"/>
                </a:lnTo>
                <a:lnTo>
                  <a:pt x="6080" y="92678"/>
                </a:lnTo>
                <a:lnTo>
                  <a:pt x="18753" y="105013"/>
                </a:lnTo>
                <a:lnTo>
                  <a:pt x="22495" y="100013"/>
                </a:lnTo>
                <a:lnTo>
                  <a:pt x="17881" y="78581"/>
                </a:lnTo>
                <a:lnTo>
                  <a:pt x="16304" y="57150"/>
                </a:lnTo>
                <a:lnTo>
                  <a:pt x="17385" y="35719"/>
                </a:lnTo>
                <a:lnTo>
                  <a:pt x="22051" y="14288"/>
                </a:lnTo>
                <a:lnTo>
                  <a:pt x="18442" y="9287"/>
                </a:lnTo>
                <a:lnTo>
                  <a:pt x="4390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2" name="stage-port-2-pencil-echo">
            <a:extLst xmlns:a="http://schemas.openxmlformats.org/drawingml/2006/main">
              <a:ext uri="{FF2B5EF4-FFF2-40B4-BE49-F238E27FC236}">
                <a16:creationId xmlns:a16="http://schemas.microsoft.com/office/drawing/2014/main" id="{26D1BFDF-BD5E-4FF7-A51C-DB53B5E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1867"/>
                </a:moveTo>
                <a:lnTo>
                  <a:pt x="28575" y="23819"/>
                </a:lnTo>
                <a:lnTo>
                  <a:pt x="42863" y="17245"/>
                </a:lnTo>
                <a:lnTo>
                  <a:pt x="57150" y="16369"/>
                </a:lnTo>
                <a:lnTo>
                  <a:pt x="71438" y="20990"/>
                </a:lnTo>
                <a:lnTo>
                  <a:pt x="85725" y="24137"/>
                </a:lnTo>
                <a:lnTo>
                  <a:pt x="100013" y="24008"/>
                </a:lnTo>
                <a:lnTo>
                  <a:pt x="108786" y="21622"/>
                </a:lnTo>
                <a:lnTo>
                  <a:pt x="94663" y="9287"/>
                </a:lnTo>
                <a:lnTo>
                  <a:pt x="91095" y="14288"/>
                </a:lnTo>
                <a:lnTo>
                  <a:pt x="91064" y="35719"/>
                </a:lnTo>
                <a:lnTo>
                  <a:pt x="93504" y="57150"/>
                </a:lnTo>
                <a:lnTo>
                  <a:pt x="99024" y="78581"/>
                </a:lnTo>
                <a:lnTo>
                  <a:pt x="100263" y="100013"/>
                </a:lnTo>
                <a:lnTo>
                  <a:pt x="95960" y="105013"/>
                </a:lnTo>
                <a:lnTo>
                  <a:pt x="109042" y="92678"/>
                </a:lnTo>
                <a:lnTo>
                  <a:pt x="100013" y="90820"/>
                </a:lnTo>
                <a:lnTo>
                  <a:pt x="85725" y="92509"/>
                </a:lnTo>
                <a:lnTo>
                  <a:pt x="71438" y="97177"/>
                </a:lnTo>
                <a:lnTo>
                  <a:pt x="57150" y="100231"/>
                </a:lnTo>
                <a:lnTo>
                  <a:pt x="42863" y="93248"/>
                </a:lnTo>
                <a:lnTo>
                  <a:pt x="28575" y="91402"/>
                </a:lnTo>
                <a:lnTo>
                  <a:pt x="14288" y="96941"/>
                </a:lnTo>
                <a:lnTo>
                  <a:pt x="4401" y="92678"/>
                </a:lnTo>
                <a:lnTo>
                  <a:pt x="18094" y="105013"/>
                </a:lnTo>
                <a:lnTo>
                  <a:pt x="22156" y="100013"/>
                </a:lnTo>
                <a:lnTo>
                  <a:pt x="17777" y="78581"/>
                </a:lnTo>
                <a:lnTo>
                  <a:pt x="18620" y="57150"/>
                </a:lnTo>
                <a:lnTo>
                  <a:pt x="21042" y="35719"/>
                </a:lnTo>
                <a:lnTo>
                  <a:pt x="22090" y="14288"/>
                </a:lnTo>
                <a:lnTo>
                  <a:pt x="18829" y="9287"/>
                </a:lnTo>
                <a:lnTo>
                  <a:pt x="3560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3" name="stage-port-2">
            <a:extLst xmlns:a="http://schemas.openxmlformats.org/drawingml/2006/main">
              <a:ext uri="{FF2B5EF4-FFF2-40B4-BE49-F238E27FC236}">
                <a16:creationId xmlns:a16="http://schemas.microsoft.com/office/drawing/2014/main" id="{4F92E2F4-54EA-4485-9E52-F238190D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176"/>
                </a:moveTo>
                <a:lnTo>
                  <a:pt x="28575" y="14969"/>
                </a:lnTo>
                <a:lnTo>
                  <a:pt x="42863" y="17866"/>
                </a:lnTo>
                <a:lnTo>
                  <a:pt x="57150" y="21257"/>
                </a:lnTo>
                <a:lnTo>
                  <a:pt x="71438" y="14859"/>
                </a:lnTo>
                <a:lnTo>
                  <a:pt x="85725" y="18253"/>
                </a:lnTo>
                <a:lnTo>
                  <a:pt x="100013" y="16891"/>
                </a:lnTo>
                <a:lnTo>
                  <a:pt x="108025" y="21622"/>
                </a:lnTo>
                <a:lnTo>
                  <a:pt x="93941" y="9287"/>
                </a:lnTo>
                <a:lnTo>
                  <a:pt x="90039" y="14288"/>
                </a:lnTo>
                <a:lnTo>
                  <a:pt x="95225" y="35719"/>
                </a:lnTo>
                <a:lnTo>
                  <a:pt x="99943" y="57150"/>
                </a:lnTo>
                <a:lnTo>
                  <a:pt x="95431" y="78581"/>
                </a:lnTo>
                <a:lnTo>
                  <a:pt x="99353" y="100013"/>
                </a:lnTo>
                <a:lnTo>
                  <a:pt x="94676" y="105013"/>
                </a:lnTo>
                <a:lnTo>
                  <a:pt x="110833" y="92678"/>
                </a:lnTo>
                <a:lnTo>
                  <a:pt x="100013" y="99303"/>
                </a:lnTo>
                <a:lnTo>
                  <a:pt x="85725" y="91081"/>
                </a:lnTo>
                <a:lnTo>
                  <a:pt x="71438" y="95694"/>
                </a:lnTo>
                <a:lnTo>
                  <a:pt x="57150" y="94598"/>
                </a:lnTo>
                <a:lnTo>
                  <a:pt x="42863" y="92869"/>
                </a:lnTo>
                <a:lnTo>
                  <a:pt x="28575" y="98727"/>
                </a:lnTo>
                <a:lnTo>
                  <a:pt x="14288" y="98822"/>
                </a:lnTo>
                <a:lnTo>
                  <a:pt x="3638" y="92678"/>
                </a:lnTo>
                <a:lnTo>
                  <a:pt x="18508" y="105013"/>
                </a:lnTo>
                <a:lnTo>
                  <a:pt x="14400" y="100013"/>
                </a:lnTo>
                <a:lnTo>
                  <a:pt x="20910" y="78581"/>
                </a:lnTo>
                <a:lnTo>
                  <a:pt x="18130" y="57150"/>
                </a:lnTo>
                <a:lnTo>
                  <a:pt x="19357" y="35719"/>
                </a:lnTo>
                <a:lnTo>
                  <a:pt x="17794" y="14288"/>
                </a:lnTo>
                <a:lnTo>
                  <a:pt x="19356" y="9287"/>
                </a:lnTo>
                <a:lnTo>
                  <a:pt x="4349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4" name="stage-port-3-pencil-echo">
            <a:extLst xmlns:a="http://schemas.openxmlformats.org/drawingml/2006/main">
              <a:ext uri="{FF2B5EF4-FFF2-40B4-BE49-F238E27FC236}">
                <a16:creationId xmlns:a16="http://schemas.microsoft.com/office/drawing/2014/main" id="{4CFB1AB6-DB6F-48E4-AF8E-94C0A30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870"/>
                </a:moveTo>
                <a:lnTo>
                  <a:pt x="28575" y="23325"/>
                </a:lnTo>
                <a:lnTo>
                  <a:pt x="42863" y="22245"/>
                </a:lnTo>
                <a:lnTo>
                  <a:pt x="57150" y="21933"/>
                </a:lnTo>
                <a:lnTo>
                  <a:pt x="71438" y="19211"/>
                </a:lnTo>
                <a:lnTo>
                  <a:pt x="85725" y="18134"/>
                </a:lnTo>
                <a:lnTo>
                  <a:pt x="100013" y="22973"/>
                </a:lnTo>
                <a:lnTo>
                  <a:pt x="109151" y="21622"/>
                </a:lnTo>
                <a:lnTo>
                  <a:pt x="94454" y="9287"/>
                </a:lnTo>
                <a:lnTo>
                  <a:pt x="97276" y="14288"/>
                </a:lnTo>
                <a:lnTo>
                  <a:pt x="98415" y="35719"/>
                </a:lnTo>
                <a:lnTo>
                  <a:pt x="93310" y="57150"/>
                </a:lnTo>
                <a:lnTo>
                  <a:pt x="91004" y="78581"/>
                </a:lnTo>
                <a:lnTo>
                  <a:pt x="96296" y="100013"/>
                </a:lnTo>
                <a:lnTo>
                  <a:pt x="94248" y="105013"/>
                </a:lnTo>
                <a:lnTo>
                  <a:pt x="110463" y="92678"/>
                </a:lnTo>
                <a:lnTo>
                  <a:pt x="100013" y="92487"/>
                </a:lnTo>
                <a:lnTo>
                  <a:pt x="85725" y="97979"/>
                </a:lnTo>
                <a:lnTo>
                  <a:pt x="71438" y="96519"/>
                </a:lnTo>
                <a:lnTo>
                  <a:pt x="57150" y="100387"/>
                </a:lnTo>
                <a:lnTo>
                  <a:pt x="42863" y="95593"/>
                </a:lnTo>
                <a:lnTo>
                  <a:pt x="28575" y="90552"/>
                </a:lnTo>
                <a:lnTo>
                  <a:pt x="14288" y="98837"/>
                </a:lnTo>
                <a:lnTo>
                  <a:pt x="4961" y="92678"/>
                </a:lnTo>
                <a:lnTo>
                  <a:pt x="19754" y="105013"/>
                </a:lnTo>
                <a:lnTo>
                  <a:pt x="23662" y="100013"/>
                </a:lnTo>
                <a:lnTo>
                  <a:pt x="22029" y="78581"/>
                </a:lnTo>
                <a:lnTo>
                  <a:pt x="21423" y="57150"/>
                </a:lnTo>
                <a:lnTo>
                  <a:pt x="14671" y="35719"/>
                </a:lnTo>
                <a:lnTo>
                  <a:pt x="19917" y="14288"/>
                </a:lnTo>
                <a:lnTo>
                  <a:pt x="19724" y="9287"/>
                </a:lnTo>
                <a:lnTo>
                  <a:pt x="4965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5" name="stage-port-3">
            <a:extLst xmlns:a="http://schemas.openxmlformats.org/drawingml/2006/main">
              <a:ext uri="{FF2B5EF4-FFF2-40B4-BE49-F238E27FC236}">
                <a16:creationId xmlns:a16="http://schemas.microsoft.com/office/drawing/2014/main" id="{F23F0181-F681-4B81-8E3C-B417092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3924"/>
                </a:moveTo>
                <a:lnTo>
                  <a:pt x="28575" y="19973"/>
                </a:lnTo>
                <a:lnTo>
                  <a:pt x="42863" y="20931"/>
                </a:lnTo>
                <a:lnTo>
                  <a:pt x="57150" y="23102"/>
                </a:lnTo>
                <a:lnTo>
                  <a:pt x="71438" y="17329"/>
                </a:lnTo>
                <a:lnTo>
                  <a:pt x="85725" y="17902"/>
                </a:lnTo>
                <a:lnTo>
                  <a:pt x="100013" y="20707"/>
                </a:lnTo>
                <a:lnTo>
                  <a:pt x="108705" y="21622"/>
                </a:lnTo>
                <a:lnTo>
                  <a:pt x="95540" y="9287"/>
                </a:lnTo>
                <a:lnTo>
                  <a:pt x="98572" y="14288"/>
                </a:lnTo>
                <a:lnTo>
                  <a:pt x="93200" y="35719"/>
                </a:lnTo>
                <a:lnTo>
                  <a:pt x="92192" y="57150"/>
                </a:lnTo>
                <a:lnTo>
                  <a:pt x="97878" y="78581"/>
                </a:lnTo>
                <a:lnTo>
                  <a:pt x="95939" y="100013"/>
                </a:lnTo>
                <a:lnTo>
                  <a:pt x="94891" y="105013"/>
                </a:lnTo>
                <a:lnTo>
                  <a:pt x="110112" y="92678"/>
                </a:lnTo>
                <a:lnTo>
                  <a:pt x="100013" y="95705"/>
                </a:lnTo>
                <a:lnTo>
                  <a:pt x="85725" y="91819"/>
                </a:lnTo>
                <a:lnTo>
                  <a:pt x="71438" y="98169"/>
                </a:lnTo>
                <a:lnTo>
                  <a:pt x="57150" y="95193"/>
                </a:lnTo>
                <a:lnTo>
                  <a:pt x="42863" y="100353"/>
                </a:lnTo>
                <a:lnTo>
                  <a:pt x="28575" y="99376"/>
                </a:lnTo>
                <a:lnTo>
                  <a:pt x="14288" y="93154"/>
                </a:lnTo>
                <a:lnTo>
                  <a:pt x="6208" y="92678"/>
                </a:lnTo>
                <a:lnTo>
                  <a:pt x="19958" y="105013"/>
                </a:lnTo>
                <a:lnTo>
                  <a:pt x="18928" y="100013"/>
                </a:lnTo>
                <a:lnTo>
                  <a:pt x="18065" y="78581"/>
                </a:lnTo>
                <a:lnTo>
                  <a:pt x="19874" y="57150"/>
                </a:lnTo>
                <a:lnTo>
                  <a:pt x="22583" y="35719"/>
                </a:lnTo>
                <a:lnTo>
                  <a:pt x="18919" y="14288"/>
                </a:lnTo>
                <a:lnTo>
                  <a:pt x="19931" y="9287"/>
                </a:lnTo>
                <a:lnTo>
                  <a:pt x="4229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6" name="stage-port-4-pencil-echo">
            <a:extLst xmlns:a="http://schemas.openxmlformats.org/drawingml/2006/main">
              <a:ext uri="{FF2B5EF4-FFF2-40B4-BE49-F238E27FC236}">
                <a16:creationId xmlns:a16="http://schemas.microsoft.com/office/drawing/2014/main" id="{5F3E3702-696E-4529-B5BA-46C095B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5766"/>
                </a:moveTo>
                <a:lnTo>
                  <a:pt x="28575" y="16958"/>
                </a:lnTo>
                <a:lnTo>
                  <a:pt x="42863" y="22756"/>
                </a:lnTo>
                <a:lnTo>
                  <a:pt x="57150" y="13883"/>
                </a:lnTo>
                <a:lnTo>
                  <a:pt x="71438" y="21297"/>
                </a:lnTo>
                <a:lnTo>
                  <a:pt x="85725" y="16577"/>
                </a:lnTo>
                <a:lnTo>
                  <a:pt x="100013" y="13883"/>
                </a:lnTo>
                <a:lnTo>
                  <a:pt x="109437" y="21622"/>
                </a:lnTo>
                <a:lnTo>
                  <a:pt x="96166" y="9287"/>
                </a:lnTo>
                <a:lnTo>
                  <a:pt x="92965" y="14288"/>
                </a:lnTo>
                <a:lnTo>
                  <a:pt x="100404" y="35719"/>
                </a:lnTo>
                <a:lnTo>
                  <a:pt x="96364" y="57150"/>
                </a:lnTo>
                <a:lnTo>
                  <a:pt x="98005" y="78581"/>
                </a:lnTo>
                <a:lnTo>
                  <a:pt x="93085" y="100013"/>
                </a:lnTo>
                <a:lnTo>
                  <a:pt x="95332" y="105013"/>
                </a:lnTo>
                <a:lnTo>
                  <a:pt x="110628" y="92678"/>
                </a:lnTo>
                <a:lnTo>
                  <a:pt x="100013" y="96723"/>
                </a:lnTo>
                <a:lnTo>
                  <a:pt x="85725" y="97239"/>
                </a:lnTo>
                <a:lnTo>
                  <a:pt x="71438" y="93191"/>
                </a:lnTo>
                <a:lnTo>
                  <a:pt x="57150" y="92345"/>
                </a:lnTo>
                <a:lnTo>
                  <a:pt x="42863" y="90709"/>
                </a:lnTo>
                <a:lnTo>
                  <a:pt x="28575" y="90295"/>
                </a:lnTo>
                <a:lnTo>
                  <a:pt x="14288" y="100378"/>
                </a:lnTo>
                <a:lnTo>
                  <a:pt x="6344" y="92678"/>
                </a:lnTo>
                <a:lnTo>
                  <a:pt x="19292" y="105013"/>
                </a:lnTo>
                <a:lnTo>
                  <a:pt x="24285" y="100013"/>
                </a:lnTo>
                <a:lnTo>
                  <a:pt x="16816" y="78581"/>
                </a:lnTo>
                <a:lnTo>
                  <a:pt x="22576" y="57150"/>
                </a:lnTo>
                <a:lnTo>
                  <a:pt x="15717" y="35719"/>
                </a:lnTo>
                <a:lnTo>
                  <a:pt x="20365" y="14288"/>
                </a:lnTo>
                <a:lnTo>
                  <a:pt x="19506" y="9287"/>
                </a:lnTo>
                <a:lnTo>
                  <a:pt x="3902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7" name="stage-port-4">
            <a:extLst xmlns:a="http://schemas.openxmlformats.org/drawingml/2006/main">
              <a:ext uri="{FF2B5EF4-FFF2-40B4-BE49-F238E27FC236}">
                <a16:creationId xmlns:a16="http://schemas.microsoft.com/office/drawing/2014/main" id="{C6D394E2-DFCD-4B6B-8AE4-8631F08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6972"/>
                </a:moveTo>
                <a:lnTo>
                  <a:pt x="28575" y="18924"/>
                </a:lnTo>
                <a:lnTo>
                  <a:pt x="42863" y="15580"/>
                </a:lnTo>
                <a:lnTo>
                  <a:pt x="57150" y="16760"/>
                </a:lnTo>
                <a:lnTo>
                  <a:pt x="71438" y="23696"/>
                </a:lnTo>
                <a:lnTo>
                  <a:pt x="85725" y="16303"/>
                </a:lnTo>
                <a:lnTo>
                  <a:pt x="100013" y="23664"/>
                </a:lnTo>
                <a:lnTo>
                  <a:pt x="110853" y="21622"/>
                </a:lnTo>
                <a:lnTo>
                  <a:pt x="95077" y="9287"/>
                </a:lnTo>
                <a:lnTo>
                  <a:pt x="90616" y="14288"/>
                </a:lnTo>
                <a:lnTo>
                  <a:pt x="97745" y="35719"/>
                </a:lnTo>
                <a:lnTo>
                  <a:pt x="95325" y="57150"/>
                </a:lnTo>
                <a:lnTo>
                  <a:pt x="98764" y="78581"/>
                </a:lnTo>
                <a:lnTo>
                  <a:pt x="93737" y="100013"/>
                </a:lnTo>
                <a:lnTo>
                  <a:pt x="94969" y="105013"/>
                </a:lnTo>
                <a:lnTo>
                  <a:pt x="109722" y="92678"/>
                </a:lnTo>
                <a:lnTo>
                  <a:pt x="100013" y="96609"/>
                </a:lnTo>
                <a:lnTo>
                  <a:pt x="85725" y="96823"/>
                </a:lnTo>
                <a:lnTo>
                  <a:pt x="71438" y="90297"/>
                </a:lnTo>
                <a:lnTo>
                  <a:pt x="57150" y="90296"/>
                </a:lnTo>
                <a:lnTo>
                  <a:pt x="42863" y="99245"/>
                </a:lnTo>
                <a:lnTo>
                  <a:pt x="28575" y="98636"/>
                </a:lnTo>
                <a:lnTo>
                  <a:pt x="14288" y="93210"/>
                </a:lnTo>
                <a:lnTo>
                  <a:pt x="3484" y="92678"/>
                </a:lnTo>
                <a:lnTo>
                  <a:pt x="18432" y="105013"/>
                </a:lnTo>
                <a:lnTo>
                  <a:pt x="23243" y="100013"/>
                </a:lnTo>
                <a:lnTo>
                  <a:pt x="20804" y="78581"/>
                </a:lnTo>
                <a:lnTo>
                  <a:pt x="20097" y="57150"/>
                </a:lnTo>
                <a:lnTo>
                  <a:pt x="19760" y="35719"/>
                </a:lnTo>
                <a:lnTo>
                  <a:pt x="20614" y="14288"/>
                </a:lnTo>
                <a:lnTo>
                  <a:pt x="19451" y="9287"/>
                </a:lnTo>
                <a:lnTo>
                  <a:pt x="3554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68" name="stage-port-5-pencil-echo">
            <a:extLst xmlns:a="http://schemas.openxmlformats.org/drawingml/2006/main">
              <a:ext uri="{FF2B5EF4-FFF2-40B4-BE49-F238E27FC236}">
                <a16:creationId xmlns:a16="http://schemas.microsoft.com/office/drawing/2014/main" id="{3D983655-1E41-4E2D-B0B5-89A37B79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48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9514"/>
                </a:moveTo>
                <a:lnTo>
                  <a:pt x="28575" y="16630"/>
                </a:lnTo>
                <a:lnTo>
                  <a:pt x="42863" y="17187"/>
                </a:lnTo>
                <a:lnTo>
                  <a:pt x="57150" y="20329"/>
                </a:lnTo>
                <a:lnTo>
                  <a:pt x="71438" y="23482"/>
                </a:lnTo>
                <a:lnTo>
                  <a:pt x="85725" y="20235"/>
                </a:lnTo>
                <a:lnTo>
                  <a:pt x="100013" y="17633"/>
                </a:lnTo>
                <a:lnTo>
                  <a:pt x="108981" y="21622"/>
                </a:lnTo>
                <a:lnTo>
                  <a:pt x="94725" y="9287"/>
                </a:lnTo>
                <a:lnTo>
                  <a:pt x="95043" y="14288"/>
                </a:lnTo>
                <a:lnTo>
                  <a:pt x="96154" y="35719"/>
                </a:lnTo>
                <a:lnTo>
                  <a:pt x="100446" y="57150"/>
                </a:lnTo>
                <a:lnTo>
                  <a:pt x="99423" y="78581"/>
                </a:lnTo>
                <a:lnTo>
                  <a:pt x="92173" y="100013"/>
                </a:lnTo>
                <a:lnTo>
                  <a:pt x="94044" y="105013"/>
                </a:lnTo>
                <a:lnTo>
                  <a:pt x="109445" y="92678"/>
                </a:lnTo>
                <a:lnTo>
                  <a:pt x="100013" y="90350"/>
                </a:lnTo>
                <a:lnTo>
                  <a:pt x="85725" y="91745"/>
                </a:lnTo>
                <a:lnTo>
                  <a:pt x="71438" y="91022"/>
                </a:lnTo>
                <a:lnTo>
                  <a:pt x="57150" y="97992"/>
                </a:lnTo>
                <a:lnTo>
                  <a:pt x="42863" y="97647"/>
                </a:lnTo>
                <a:lnTo>
                  <a:pt x="28575" y="99014"/>
                </a:lnTo>
                <a:lnTo>
                  <a:pt x="14288" y="90489"/>
                </a:lnTo>
                <a:lnTo>
                  <a:pt x="5723" y="92678"/>
                </a:lnTo>
                <a:lnTo>
                  <a:pt x="18915" y="105013"/>
                </a:lnTo>
                <a:lnTo>
                  <a:pt x="20235" y="100013"/>
                </a:lnTo>
                <a:lnTo>
                  <a:pt x="23400" y="78581"/>
                </a:lnTo>
                <a:lnTo>
                  <a:pt x="16315" y="57150"/>
                </a:lnTo>
                <a:lnTo>
                  <a:pt x="22741" y="35719"/>
                </a:lnTo>
                <a:lnTo>
                  <a:pt x="22934" y="14288"/>
                </a:lnTo>
                <a:lnTo>
                  <a:pt x="19641" y="9287"/>
                </a:lnTo>
                <a:lnTo>
                  <a:pt x="5142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69" name="stage-port-5">
            <a:extLst xmlns:a="http://schemas.openxmlformats.org/drawingml/2006/main">
              <a:ext uri="{FF2B5EF4-FFF2-40B4-BE49-F238E27FC236}">
                <a16:creationId xmlns:a16="http://schemas.microsoft.com/office/drawing/2014/main" id="{67CA8921-D9E8-4FF8-BDE6-3382852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3027"/>
                </a:moveTo>
                <a:lnTo>
                  <a:pt x="28575" y="14002"/>
                </a:lnTo>
                <a:lnTo>
                  <a:pt x="42863" y="20200"/>
                </a:lnTo>
                <a:lnTo>
                  <a:pt x="57150" y="22810"/>
                </a:lnTo>
                <a:lnTo>
                  <a:pt x="71438" y="19806"/>
                </a:lnTo>
                <a:lnTo>
                  <a:pt x="85725" y="14836"/>
                </a:lnTo>
                <a:lnTo>
                  <a:pt x="100013" y="22173"/>
                </a:lnTo>
                <a:lnTo>
                  <a:pt x="108709" y="21622"/>
                </a:lnTo>
                <a:lnTo>
                  <a:pt x="95828" y="9287"/>
                </a:lnTo>
                <a:lnTo>
                  <a:pt x="93947" y="14288"/>
                </a:lnTo>
                <a:lnTo>
                  <a:pt x="98656" y="35719"/>
                </a:lnTo>
                <a:lnTo>
                  <a:pt x="90477" y="57150"/>
                </a:lnTo>
                <a:lnTo>
                  <a:pt x="93338" y="78581"/>
                </a:lnTo>
                <a:lnTo>
                  <a:pt x="92925" y="100013"/>
                </a:lnTo>
                <a:lnTo>
                  <a:pt x="94122" y="105013"/>
                </a:lnTo>
                <a:lnTo>
                  <a:pt x="108080" y="92678"/>
                </a:lnTo>
                <a:lnTo>
                  <a:pt x="100013" y="98497"/>
                </a:lnTo>
                <a:lnTo>
                  <a:pt x="85725" y="97287"/>
                </a:lnTo>
                <a:lnTo>
                  <a:pt x="71438" y="96190"/>
                </a:lnTo>
                <a:lnTo>
                  <a:pt x="57150" y="91293"/>
                </a:lnTo>
                <a:lnTo>
                  <a:pt x="42863" y="93631"/>
                </a:lnTo>
                <a:lnTo>
                  <a:pt x="28575" y="90180"/>
                </a:lnTo>
                <a:lnTo>
                  <a:pt x="14288" y="92674"/>
                </a:lnTo>
                <a:lnTo>
                  <a:pt x="4540" y="92678"/>
                </a:lnTo>
                <a:lnTo>
                  <a:pt x="19133" y="105013"/>
                </a:lnTo>
                <a:lnTo>
                  <a:pt x="17260" y="100013"/>
                </a:lnTo>
                <a:lnTo>
                  <a:pt x="22350" y="78581"/>
                </a:lnTo>
                <a:lnTo>
                  <a:pt x="18817" y="57150"/>
                </a:lnTo>
                <a:lnTo>
                  <a:pt x="24206" y="35719"/>
                </a:lnTo>
                <a:lnTo>
                  <a:pt x="16671" y="14288"/>
                </a:lnTo>
                <a:lnTo>
                  <a:pt x="19566" y="9287"/>
                </a:lnTo>
                <a:lnTo>
                  <a:pt x="5465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0" name="stage-port-6-pencil-echo">
            <a:extLst xmlns:a="http://schemas.openxmlformats.org/drawingml/2006/main">
              <a:ext uri="{FF2B5EF4-FFF2-40B4-BE49-F238E27FC236}">
                <a16:creationId xmlns:a16="http://schemas.microsoft.com/office/drawing/2014/main" id="{6E4C36C1-E931-43EE-9B65-89C57BE2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7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6807"/>
                </a:moveTo>
                <a:lnTo>
                  <a:pt x="28575" y="20490"/>
                </a:lnTo>
                <a:lnTo>
                  <a:pt x="42863" y="23931"/>
                </a:lnTo>
                <a:lnTo>
                  <a:pt x="57150" y="13953"/>
                </a:lnTo>
                <a:lnTo>
                  <a:pt x="71438" y="16148"/>
                </a:lnTo>
                <a:lnTo>
                  <a:pt x="85725" y="14799"/>
                </a:lnTo>
                <a:lnTo>
                  <a:pt x="100013" y="17720"/>
                </a:lnTo>
                <a:lnTo>
                  <a:pt x="108916" y="21622"/>
                </a:lnTo>
                <a:lnTo>
                  <a:pt x="94327" y="9287"/>
                </a:lnTo>
                <a:lnTo>
                  <a:pt x="99290" y="14288"/>
                </a:lnTo>
                <a:lnTo>
                  <a:pt x="96594" y="35719"/>
                </a:lnTo>
                <a:lnTo>
                  <a:pt x="94465" y="57150"/>
                </a:lnTo>
                <a:lnTo>
                  <a:pt x="99315" y="78581"/>
                </a:lnTo>
                <a:lnTo>
                  <a:pt x="93545" y="100013"/>
                </a:lnTo>
                <a:lnTo>
                  <a:pt x="94717" y="105013"/>
                </a:lnTo>
                <a:lnTo>
                  <a:pt x="107918" y="92678"/>
                </a:lnTo>
                <a:lnTo>
                  <a:pt x="100013" y="92320"/>
                </a:lnTo>
                <a:lnTo>
                  <a:pt x="85725" y="90165"/>
                </a:lnTo>
                <a:lnTo>
                  <a:pt x="71438" y="94207"/>
                </a:lnTo>
                <a:lnTo>
                  <a:pt x="57150" y="100032"/>
                </a:lnTo>
                <a:lnTo>
                  <a:pt x="42863" y="91050"/>
                </a:lnTo>
                <a:lnTo>
                  <a:pt x="28575" y="99591"/>
                </a:lnTo>
                <a:lnTo>
                  <a:pt x="14288" y="95150"/>
                </a:lnTo>
                <a:lnTo>
                  <a:pt x="5479" y="92678"/>
                </a:lnTo>
                <a:lnTo>
                  <a:pt x="19083" y="105013"/>
                </a:lnTo>
                <a:lnTo>
                  <a:pt x="18703" y="100013"/>
                </a:lnTo>
                <a:lnTo>
                  <a:pt x="20664" y="78581"/>
                </a:lnTo>
                <a:lnTo>
                  <a:pt x="16542" y="57150"/>
                </a:lnTo>
                <a:lnTo>
                  <a:pt x="22171" y="35719"/>
                </a:lnTo>
                <a:lnTo>
                  <a:pt x="13974" y="14288"/>
                </a:lnTo>
                <a:lnTo>
                  <a:pt x="18986" y="9287"/>
                </a:lnTo>
                <a:lnTo>
                  <a:pt x="4927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71" name="stage-port-6">
            <a:extLst xmlns:a="http://schemas.openxmlformats.org/drawingml/2006/main">
              <a:ext uri="{FF2B5EF4-FFF2-40B4-BE49-F238E27FC236}">
                <a16:creationId xmlns:a16="http://schemas.microsoft.com/office/drawing/2014/main" id="{6C7E1544-4EC0-4FB0-A724-4F16FD6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190"/>
                </a:moveTo>
                <a:lnTo>
                  <a:pt x="28575" y="14727"/>
                </a:lnTo>
                <a:lnTo>
                  <a:pt x="42863" y="16960"/>
                </a:lnTo>
                <a:lnTo>
                  <a:pt x="57150" y="21741"/>
                </a:lnTo>
                <a:lnTo>
                  <a:pt x="71438" y="23403"/>
                </a:lnTo>
                <a:lnTo>
                  <a:pt x="85725" y="21065"/>
                </a:lnTo>
                <a:lnTo>
                  <a:pt x="100013" y="15128"/>
                </a:lnTo>
                <a:lnTo>
                  <a:pt x="108544" y="21622"/>
                </a:lnTo>
                <a:lnTo>
                  <a:pt x="94212" y="9287"/>
                </a:lnTo>
                <a:lnTo>
                  <a:pt x="92850" y="14288"/>
                </a:lnTo>
                <a:lnTo>
                  <a:pt x="99584" y="35719"/>
                </a:lnTo>
                <a:lnTo>
                  <a:pt x="93496" y="57150"/>
                </a:lnTo>
                <a:lnTo>
                  <a:pt x="96971" y="78581"/>
                </a:lnTo>
                <a:lnTo>
                  <a:pt x="97595" y="100013"/>
                </a:lnTo>
                <a:lnTo>
                  <a:pt x="94814" y="105013"/>
                </a:lnTo>
                <a:lnTo>
                  <a:pt x="110846" y="92678"/>
                </a:lnTo>
                <a:lnTo>
                  <a:pt x="100013" y="99129"/>
                </a:lnTo>
                <a:lnTo>
                  <a:pt x="85725" y="96392"/>
                </a:lnTo>
                <a:lnTo>
                  <a:pt x="71438" y="90625"/>
                </a:lnTo>
                <a:lnTo>
                  <a:pt x="57150" y="100368"/>
                </a:lnTo>
                <a:lnTo>
                  <a:pt x="42863" y="92974"/>
                </a:lnTo>
                <a:lnTo>
                  <a:pt x="28575" y="93175"/>
                </a:lnTo>
                <a:lnTo>
                  <a:pt x="14288" y="93150"/>
                </a:lnTo>
                <a:lnTo>
                  <a:pt x="5337" y="92678"/>
                </a:lnTo>
                <a:lnTo>
                  <a:pt x="19371" y="105013"/>
                </a:lnTo>
                <a:lnTo>
                  <a:pt x="24257" y="100013"/>
                </a:lnTo>
                <a:lnTo>
                  <a:pt x="19970" y="78581"/>
                </a:lnTo>
                <a:lnTo>
                  <a:pt x="17175" y="57150"/>
                </a:lnTo>
                <a:lnTo>
                  <a:pt x="21857" y="35719"/>
                </a:lnTo>
                <a:lnTo>
                  <a:pt x="20776" y="14288"/>
                </a:lnTo>
                <a:lnTo>
                  <a:pt x="18514" y="9287"/>
                </a:lnTo>
                <a:lnTo>
                  <a:pt x="4742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2" name="stage-port-7-pencil-echo">
            <a:extLst xmlns:a="http://schemas.openxmlformats.org/drawingml/2006/main">
              <a:ext uri="{FF2B5EF4-FFF2-40B4-BE49-F238E27FC236}">
                <a16:creationId xmlns:a16="http://schemas.microsoft.com/office/drawing/2014/main" id="{9A23F87C-093F-42A3-952B-DAB3522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2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4018"/>
                </a:moveTo>
                <a:lnTo>
                  <a:pt x="28575" y="14472"/>
                </a:lnTo>
                <a:lnTo>
                  <a:pt x="42863" y="15536"/>
                </a:lnTo>
                <a:lnTo>
                  <a:pt x="57150" y="16589"/>
                </a:lnTo>
                <a:lnTo>
                  <a:pt x="71438" y="23879"/>
                </a:lnTo>
                <a:lnTo>
                  <a:pt x="85725" y="14488"/>
                </a:lnTo>
                <a:lnTo>
                  <a:pt x="100013" y="17484"/>
                </a:lnTo>
                <a:lnTo>
                  <a:pt x="110256" y="21622"/>
                </a:lnTo>
                <a:lnTo>
                  <a:pt x="95004" y="9287"/>
                </a:lnTo>
                <a:lnTo>
                  <a:pt x="93560" y="14288"/>
                </a:lnTo>
                <a:lnTo>
                  <a:pt x="92713" y="35719"/>
                </a:lnTo>
                <a:lnTo>
                  <a:pt x="92779" y="57150"/>
                </a:lnTo>
                <a:lnTo>
                  <a:pt x="92791" y="78581"/>
                </a:lnTo>
                <a:lnTo>
                  <a:pt x="98684" y="100013"/>
                </a:lnTo>
                <a:lnTo>
                  <a:pt x="96095" y="105013"/>
                </a:lnTo>
                <a:lnTo>
                  <a:pt x="108821" y="92678"/>
                </a:lnTo>
                <a:lnTo>
                  <a:pt x="100013" y="98871"/>
                </a:lnTo>
                <a:lnTo>
                  <a:pt x="85725" y="91917"/>
                </a:lnTo>
                <a:lnTo>
                  <a:pt x="71438" y="99399"/>
                </a:lnTo>
                <a:lnTo>
                  <a:pt x="57150" y="96611"/>
                </a:lnTo>
                <a:lnTo>
                  <a:pt x="42863" y="98293"/>
                </a:lnTo>
                <a:lnTo>
                  <a:pt x="28575" y="96316"/>
                </a:lnTo>
                <a:lnTo>
                  <a:pt x="14288" y="98212"/>
                </a:lnTo>
                <a:lnTo>
                  <a:pt x="5727" y="92678"/>
                </a:lnTo>
                <a:lnTo>
                  <a:pt x="19573" y="105013"/>
                </a:lnTo>
                <a:lnTo>
                  <a:pt x="18105" y="100013"/>
                </a:lnTo>
                <a:lnTo>
                  <a:pt x="16041" y="78581"/>
                </a:lnTo>
                <a:lnTo>
                  <a:pt x="13929" y="57150"/>
                </a:lnTo>
                <a:lnTo>
                  <a:pt x="20857" y="35719"/>
                </a:lnTo>
                <a:lnTo>
                  <a:pt x="21402" y="14288"/>
                </a:lnTo>
                <a:lnTo>
                  <a:pt x="19553" y="9287"/>
                </a:lnTo>
                <a:lnTo>
                  <a:pt x="4393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73" name="stage-port-7">
            <a:extLst xmlns:a="http://schemas.openxmlformats.org/drawingml/2006/main">
              <a:ext uri="{FF2B5EF4-FFF2-40B4-BE49-F238E27FC236}">
                <a16:creationId xmlns:a16="http://schemas.microsoft.com/office/drawing/2014/main" id="{7CE6893F-1B68-43AD-95C0-29A24A7D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6727"/>
                </a:moveTo>
                <a:lnTo>
                  <a:pt x="28575" y="19586"/>
                </a:lnTo>
                <a:lnTo>
                  <a:pt x="42863" y="15500"/>
                </a:lnTo>
                <a:lnTo>
                  <a:pt x="57150" y="18957"/>
                </a:lnTo>
                <a:lnTo>
                  <a:pt x="71438" y="17558"/>
                </a:lnTo>
                <a:lnTo>
                  <a:pt x="85725" y="23862"/>
                </a:lnTo>
                <a:lnTo>
                  <a:pt x="100013" y="20500"/>
                </a:lnTo>
                <a:lnTo>
                  <a:pt x="110673" y="21622"/>
                </a:lnTo>
                <a:lnTo>
                  <a:pt x="94211" y="9287"/>
                </a:lnTo>
                <a:lnTo>
                  <a:pt x="92575" y="14288"/>
                </a:lnTo>
                <a:lnTo>
                  <a:pt x="92124" y="35719"/>
                </a:lnTo>
                <a:lnTo>
                  <a:pt x="90650" y="57150"/>
                </a:lnTo>
                <a:lnTo>
                  <a:pt x="99013" y="78581"/>
                </a:lnTo>
                <a:lnTo>
                  <a:pt x="91411" y="100013"/>
                </a:lnTo>
                <a:lnTo>
                  <a:pt x="94948" y="105013"/>
                </a:lnTo>
                <a:lnTo>
                  <a:pt x="108835" y="92678"/>
                </a:lnTo>
                <a:lnTo>
                  <a:pt x="100013" y="98348"/>
                </a:lnTo>
                <a:lnTo>
                  <a:pt x="85725" y="94243"/>
                </a:lnTo>
                <a:lnTo>
                  <a:pt x="71438" y="99302"/>
                </a:lnTo>
                <a:lnTo>
                  <a:pt x="57150" y="90725"/>
                </a:lnTo>
                <a:lnTo>
                  <a:pt x="42863" y="99553"/>
                </a:lnTo>
                <a:lnTo>
                  <a:pt x="28575" y="90185"/>
                </a:lnTo>
                <a:lnTo>
                  <a:pt x="14288" y="93993"/>
                </a:lnTo>
                <a:lnTo>
                  <a:pt x="5485" y="92678"/>
                </a:lnTo>
                <a:lnTo>
                  <a:pt x="19779" y="105013"/>
                </a:lnTo>
                <a:lnTo>
                  <a:pt x="16748" y="100013"/>
                </a:lnTo>
                <a:lnTo>
                  <a:pt x="14234" y="78581"/>
                </a:lnTo>
                <a:lnTo>
                  <a:pt x="22480" y="57150"/>
                </a:lnTo>
                <a:lnTo>
                  <a:pt x="19458" y="35719"/>
                </a:lnTo>
                <a:lnTo>
                  <a:pt x="18665" y="14288"/>
                </a:lnTo>
                <a:lnTo>
                  <a:pt x="19663" y="9287"/>
                </a:lnTo>
                <a:lnTo>
                  <a:pt x="5697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4" name="stage-port-8-pencil-echo">
            <a:extLst xmlns:a="http://schemas.openxmlformats.org/drawingml/2006/main">
              <a:ext uri="{FF2B5EF4-FFF2-40B4-BE49-F238E27FC236}">
                <a16:creationId xmlns:a16="http://schemas.microsoft.com/office/drawing/2014/main" id="{8B487E81-BE4D-40D5-A6DE-A627CB1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4735" y="24098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17409"/>
                </a:moveTo>
                <a:lnTo>
                  <a:pt x="28575" y="17312"/>
                </a:lnTo>
                <a:lnTo>
                  <a:pt x="42863" y="22013"/>
                </a:lnTo>
                <a:lnTo>
                  <a:pt x="57150" y="20435"/>
                </a:lnTo>
                <a:lnTo>
                  <a:pt x="71438" y="15511"/>
                </a:lnTo>
                <a:lnTo>
                  <a:pt x="85725" y="15406"/>
                </a:lnTo>
                <a:lnTo>
                  <a:pt x="100013" y="23318"/>
                </a:lnTo>
                <a:lnTo>
                  <a:pt x="108262" y="21622"/>
                </a:lnTo>
                <a:lnTo>
                  <a:pt x="95561" y="9287"/>
                </a:lnTo>
                <a:lnTo>
                  <a:pt x="93764" y="14288"/>
                </a:lnTo>
                <a:lnTo>
                  <a:pt x="97239" y="35719"/>
                </a:lnTo>
                <a:lnTo>
                  <a:pt x="95248" y="57150"/>
                </a:lnTo>
                <a:lnTo>
                  <a:pt x="95348" y="78581"/>
                </a:lnTo>
                <a:lnTo>
                  <a:pt x="97264" y="100013"/>
                </a:lnTo>
                <a:lnTo>
                  <a:pt x="94133" y="105013"/>
                </a:lnTo>
                <a:lnTo>
                  <a:pt x="108519" y="92678"/>
                </a:lnTo>
                <a:lnTo>
                  <a:pt x="100013" y="94257"/>
                </a:lnTo>
                <a:lnTo>
                  <a:pt x="85725" y="96094"/>
                </a:lnTo>
                <a:lnTo>
                  <a:pt x="71438" y="97820"/>
                </a:lnTo>
                <a:lnTo>
                  <a:pt x="57150" y="95062"/>
                </a:lnTo>
                <a:lnTo>
                  <a:pt x="42863" y="95970"/>
                </a:lnTo>
                <a:lnTo>
                  <a:pt x="28575" y="93654"/>
                </a:lnTo>
                <a:lnTo>
                  <a:pt x="14288" y="100361"/>
                </a:lnTo>
                <a:lnTo>
                  <a:pt x="5002" y="92678"/>
                </a:lnTo>
                <a:lnTo>
                  <a:pt x="19649" y="105013"/>
                </a:lnTo>
                <a:lnTo>
                  <a:pt x="20362" y="100013"/>
                </a:lnTo>
                <a:lnTo>
                  <a:pt x="19915" y="78581"/>
                </a:lnTo>
                <a:lnTo>
                  <a:pt x="24121" y="57150"/>
                </a:lnTo>
                <a:lnTo>
                  <a:pt x="18130" y="35719"/>
                </a:lnTo>
                <a:lnTo>
                  <a:pt x="16597" y="14288"/>
                </a:lnTo>
                <a:lnTo>
                  <a:pt x="19497" y="9287"/>
                </a:lnTo>
                <a:lnTo>
                  <a:pt x="6076" y="21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77777"/>
            </a:solidFill>
            <a:prstDash val="solid"/>
          </a:ln>
        </p:spPr>
      </p:sp>
      <p:sp>
        <p:nvSpPr>
          <p:cNvPr id="75" name="stage-port-8">
            <a:extLst xmlns:a="http://schemas.openxmlformats.org/drawingml/2006/main">
              <a:ext uri="{FF2B5EF4-FFF2-40B4-BE49-F238E27FC236}">
                <a16:creationId xmlns:a16="http://schemas.microsoft.com/office/drawing/2014/main" id="{BDB4C00D-9513-4C49-A306-9A010C7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4003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4288" y="20902"/>
                </a:moveTo>
                <a:lnTo>
                  <a:pt x="28575" y="15267"/>
                </a:lnTo>
                <a:lnTo>
                  <a:pt x="42863" y="23695"/>
                </a:lnTo>
                <a:lnTo>
                  <a:pt x="57150" y="24237"/>
                </a:lnTo>
                <a:lnTo>
                  <a:pt x="71438" y="17162"/>
                </a:lnTo>
                <a:lnTo>
                  <a:pt x="85725" y="17890"/>
                </a:lnTo>
                <a:lnTo>
                  <a:pt x="100013" y="14876"/>
                </a:lnTo>
                <a:lnTo>
                  <a:pt x="107857" y="21622"/>
                </a:lnTo>
                <a:lnTo>
                  <a:pt x="94819" y="9287"/>
                </a:lnTo>
                <a:lnTo>
                  <a:pt x="94375" y="14288"/>
                </a:lnTo>
                <a:lnTo>
                  <a:pt x="92816" y="35719"/>
                </a:lnTo>
                <a:lnTo>
                  <a:pt x="95363" y="57150"/>
                </a:lnTo>
                <a:lnTo>
                  <a:pt x="96737" y="78581"/>
                </a:lnTo>
                <a:lnTo>
                  <a:pt x="93314" y="100013"/>
                </a:lnTo>
                <a:lnTo>
                  <a:pt x="94383" y="105013"/>
                </a:lnTo>
                <a:lnTo>
                  <a:pt x="107918" y="92678"/>
                </a:lnTo>
                <a:lnTo>
                  <a:pt x="100013" y="98610"/>
                </a:lnTo>
                <a:lnTo>
                  <a:pt x="85725" y="96872"/>
                </a:lnTo>
                <a:lnTo>
                  <a:pt x="71438" y="97186"/>
                </a:lnTo>
                <a:lnTo>
                  <a:pt x="57150" y="91812"/>
                </a:lnTo>
                <a:lnTo>
                  <a:pt x="42863" y="96830"/>
                </a:lnTo>
                <a:lnTo>
                  <a:pt x="28575" y="94832"/>
                </a:lnTo>
                <a:lnTo>
                  <a:pt x="14288" y="90580"/>
                </a:lnTo>
                <a:lnTo>
                  <a:pt x="5280" y="92678"/>
                </a:lnTo>
                <a:lnTo>
                  <a:pt x="18114" y="105013"/>
                </a:lnTo>
                <a:lnTo>
                  <a:pt x="19108" y="100013"/>
                </a:lnTo>
                <a:lnTo>
                  <a:pt x="23523" y="78581"/>
                </a:lnTo>
                <a:lnTo>
                  <a:pt x="14045" y="57150"/>
                </a:lnTo>
                <a:lnTo>
                  <a:pt x="19999" y="35719"/>
                </a:lnTo>
                <a:lnTo>
                  <a:pt x="19206" y="14288"/>
                </a:lnTo>
                <a:lnTo>
                  <a:pt x="18877" y="9287"/>
                </a:lnTo>
                <a:lnTo>
                  <a:pt x="5334" y="216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76" name="tree-band-template">
            <a:extLst xmlns:a="http://schemas.openxmlformats.org/drawingml/2006/main">
              <a:ext uri="{FF2B5EF4-FFF2-40B4-BE49-F238E27FC236}">
                <a16:creationId xmlns:a16="http://schemas.microsoft.com/office/drawing/2014/main" id="{B2274B29-4CD4-4BD7-B03D-3C6F349F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95850"/>
            <a:ext cx="577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tree-band-implementation">
            <a:extLst xmlns:a="http://schemas.openxmlformats.org/drawingml/2006/main">
              <a:ext uri="{FF2B5EF4-FFF2-40B4-BE49-F238E27FC236}">
                <a16:creationId xmlns:a16="http://schemas.microsoft.com/office/drawing/2014/main" id="{3BDF643F-BF75-4593-8F05-0F57676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708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ree-band-rectification">
            <a:extLst xmlns:a="http://schemas.openxmlformats.org/drawingml/2006/main">
              <a:ext uri="{FF2B5EF4-FFF2-40B4-BE49-F238E27FC236}">
                <a16:creationId xmlns:a16="http://schemas.microsoft.com/office/drawing/2014/main" id="{76BA954D-9FBF-4923-AB45-F2DE3F4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62800"/>
            <a:ext cx="8134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reward-band">
            <a:extLst xmlns:a="http://schemas.openxmlformats.org/drawingml/2006/main">
              <a:ext uri="{FF2B5EF4-FFF2-40B4-BE49-F238E27FC236}">
                <a16:creationId xmlns:a16="http://schemas.microsoft.com/office/drawing/2014/main" id="{5D3BB0FB-9C02-4B49-AC40-06B0910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153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ree-query-root-pencil-echo">
            <a:extLst xmlns:a="http://schemas.openxmlformats.org/drawingml/2006/main">
              <a:ext uri="{FF2B5EF4-FFF2-40B4-BE49-F238E27FC236}">
                <a16:creationId xmlns:a16="http://schemas.microsoft.com/office/drawing/2014/main" id="{C0DEEE5A-BB3D-46C5-95B6-F9C9400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28" y="4445318"/>
            <a:ext cx="552450" cy="552450"/>
          </a:xfrm>
          <a:custGeom xmlns:a="http://schemas.openxmlformats.org/drawingml/2006/main">
            <a:pathLst>
              <a:path w="552450" h="552450">
                <a:moveTo>
                  <a:pt x="536017" y="276801"/>
                </a:moveTo>
                <a:lnTo>
                  <a:pt x="520157" y="345745"/>
                </a:lnTo>
                <a:lnTo>
                  <a:pt x="504211" y="403736"/>
                </a:lnTo>
                <a:lnTo>
                  <a:pt x="462415" y="458643"/>
                </a:lnTo>
                <a:lnTo>
                  <a:pt x="409401" y="499322"/>
                </a:lnTo>
                <a:lnTo>
                  <a:pt x="341678" y="527698"/>
                </a:lnTo>
                <a:lnTo>
                  <a:pt x="275336" y="535666"/>
                </a:lnTo>
                <a:lnTo>
                  <a:pt x="210784" y="524383"/>
                </a:lnTo>
                <a:lnTo>
                  <a:pt x="143617" y="502187"/>
                </a:lnTo>
                <a:lnTo>
                  <a:pt x="92659" y="460377"/>
                </a:lnTo>
                <a:lnTo>
                  <a:pt x="53112" y="410149"/>
                </a:lnTo>
                <a:lnTo>
                  <a:pt x="28643" y="337724"/>
                </a:lnTo>
                <a:lnTo>
                  <a:pt x="20649" y="275890"/>
                </a:lnTo>
                <a:lnTo>
                  <a:pt x="30400" y="213994"/>
                </a:lnTo>
                <a:lnTo>
                  <a:pt x="56232" y="147713"/>
                </a:lnTo>
                <a:lnTo>
                  <a:pt x="95366" y="93166"/>
                </a:lnTo>
                <a:lnTo>
                  <a:pt x="145979" y="55136"/>
                </a:lnTo>
                <a:lnTo>
                  <a:pt x="207471" y="33138"/>
                </a:lnTo>
                <a:lnTo>
                  <a:pt x="280880" y="20663"/>
                </a:lnTo>
                <a:lnTo>
                  <a:pt x="338125" y="30683"/>
                </a:lnTo>
                <a:lnTo>
                  <a:pt x="401860" y="53311"/>
                </a:lnTo>
                <a:lnTo>
                  <a:pt x="456891" y="91576"/>
                </a:lnTo>
                <a:lnTo>
                  <a:pt x="503717" y="150274"/>
                </a:lnTo>
                <a:lnTo>
                  <a:pt x="523390" y="2057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1" name="tree-query-root">
            <a:extLst xmlns:a="http://schemas.openxmlformats.org/drawingml/2006/main">
              <a:ext uri="{FF2B5EF4-FFF2-40B4-BE49-F238E27FC236}">
                <a16:creationId xmlns:a16="http://schemas.microsoft.com/office/drawing/2014/main" id="{165EFAD8-B491-4FDD-9EE0-5A9B26A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custGeom xmlns:a="http://schemas.openxmlformats.org/drawingml/2006/main">
            <a:pathLst>
              <a:path w="552450" h="552450">
                <a:moveTo>
                  <a:pt x="534026" y="273470"/>
                </a:moveTo>
                <a:lnTo>
                  <a:pt x="528717" y="347519"/>
                </a:lnTo>
                <a:lnTo>
                  <a:pt x="499735" y="408861"/>
                </a:lnTo>
                <a:lnTo>
                  <a:pt x="456034" y="461109"/>
                </a:lnTo>
                <a:lnTo>
                  <a:pt x="408758" y="497503"/>
                </a:lnTo>
                <a:lnTo>
                  <a:pt x="338877" y="526249"/>
                </a:lnTo>
                <a:lnTo>
                  <a:pt x="275260" y="537036"/>
                </a:lnTo>
                <a:lnTo>
                  <a:pt x="209269" y="526792"/>
                </a:lnTo>
                <a:lnTo>
                  <a:pt x="147228" y="500535"/>
                </a:lnTo>
                <a:lnTo>
                  <a:pt x="94832" y="462060"/>
                </a:lnTo>
                <a:lnTo>
                  <a:pt x="57027" y="406733"/>
                </a:lnTo>
                <a:lnTo>
                  <a:pt x="33175" y="344886"/>
                </a:lnTo>
                <a:lnTo>
                  <a:pt x="15934" y="273989"/>
                </a:lnTo>
                <a:lnTo>
                  <a:pt x="25536" y="206195"/>
                </a:lnTo>
                <a:lnTo>
                  <a:pt x="53927" y="145656"/>
                </a:lnTo>
                <a:lnTo>
                  <a:pt x="94246" y="94934"/>
                </a:lnTo>
                <a:lnTo>
                  <a:pt x="153495" y="56029"/>
                </a:lnTo>
                <a:lnTo>
                  <a:pt x="206357" y="23299"/>
                </a:lnTo>
                <a:lnTo>
                  <a:pt x="278755" y="24207"/>
                </a:lnTo>
                <a:lnTo>
                  <a:pt x="344518" y="26340"/>
                </a:lnTo>
                <a:lnTo>
                  <a:pt x="399968" y="57158"/>
                </a:lnTo>
                <a:lnTo>
                  <a:pt x="459074" y="98272"/>
                </a:lnTo>
                <a:lnTo>
                  <a:pt x="497991" y="146661"/>
                </a:lnTo>
                <a:lnTo>
                  <a:pt x="527332" y="2060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111111"/>
            </a:solidFill>
            <a:prstDash val="solid"/>
          </a:ln>
        </p:spPr>
      </p:sp>
      <p:sp>
        <p:nvSpPr>
          <p:cNvPr id="82" name="tree-template-1-pencil-echo">
            <a:extLst xmlns:a="http://schemas.openxmlformats.org/drawingml/2006/main">
              <a:ext uri="{FF2B5EF4-FFF2-40B4-BE49-F238E27FC236}">
                <a16:creationId xmlns:a16="http://schemas.microsoft.com/office/drawing/2014/main" id="{BE2E417C-023A-4EB4-B74E-891AA99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78" y="5188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9789" y="261630"/>
                </a:moveTo>
                <a:lnTo>
                  <a:pt x="488458" y="320472"/>
                </a:lnTo>
                <a:lnTo>
                  <a:pt x="465482" y="376723"/>
                </a:lnTo>
                <a:lnTo>
                  <a:pt x="426602" y="420608"/>
                </a:lnTo>
                <a:lnTo>
                  <a:pt x="382318" y="465504"/>
                </a:lnTo>
                <a:lnTo>
                  <a:pt x="320224" y="482753"/>
                </a:lnTo>
                <a:lnTo>
                  <a:pt x="253383" y="494881"/>
                </a:lnTo>
                <a:lnTo>
                  <a:pt x="191841" y="485632"/>
                </a:lnTo>
                <a:lnTo>
                  <a:pt x="138834" y="465037"/>
                </a:lnTo>
                <a:lnTo>
                  <a:pt x="92851" y="423494"/>
                </a:lnTo>
                <a:lnTo>
                  <a:pt x="48690" y="377349"/>
                </a:lnTo>
                <a:lnTo>
                  <a:pt x="28471" y="316067"/>
                </a:lnTo>
                <a:lnTo>
                  <a:pt x="20484" y="259789"/>
                </a:lnTo>
                <a:lnTo>
                  <a:pt x="26720" y="199316"/>
                </a:lnTo>
                <a:lnTo>
                  <a:pt x="49119" y="142463"/>
                </a:lnTo>
                <a:lnTo>
                  <a:pt x="87006" y="90515"/>
                </a:lnTo>
                <a:lnTo>
                  <a:pt x="139814" y="52028"/>
                </a:lnTo>
                <a:lnTo>
                  <a:pt x="194314" y="24397"/>
                </a:lnTo>
                <a:lnTo>
                  <a:pt x="254159" y="15334"/>
                </a:lnTo>
                <a:lnTo>
                  <a:pt x="320669" y="23303"/>
                </a:lnTo>
                <a:lnTo>
                  <a:pt x="377608" y="55723"/>
                </a:lnTo>
                <a:lnTo>
                  <a:pt x="427122" y="87894"/>
                </a:lnTo>
                <a:lnTo>
                  <a:pt x="461259" y="143725"/>
                </a:lnTo>
                <a:lnTo>
                  <a:pt x="486204" y="2001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3" name="tree-template-1">
            <a:extLst xmlns:a="http://schemas.openxmlformats.org/drawingml/2006/main">
              <a:ext uri="{FF2B5EF4-FFF2-40B4-BE49-F238E27FC236}">
                <a16:creationId xmlns:a16="http://schemas.microsoft.com/office/drawing/2014/main" id="{2B694118-7957-4C6D-B1E7-E4E4F31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4265" y="259392"/>
                </a:moveTo>
                <a:lnTo>
                  <a:pt x="485509" y="318678"/>
                </a:lnTo>
                <a:lnTo>
                  <a:pt x="466333" y="376424"/>
                </a:lnTo>
                <a:lnTo>
                  <a:pt x="425577" y="430913"/>
                </a:lnTo>
                <a:lnTo>
                  <a:pt x="378840" y="459920"/>
                </a:lnTo>
                <a:lnTo>
                  <a:pt x="323004" y="487466"/>
                </a:lnTo>
                <a:lnTo>
                  <a:pt x="258577" y="492205"/>
                </a:lnTo>
                <a:lnTo>
                  <a:pt x="192282" y="487452"/>
                </a:lnTo>
                <a:lnTo>
                  <a:pt x="135216" y="459170"/>
                </a:lnTo>
                <a:lnTo>
                  <a:pt x="88906" y="427552"/>
                </a:lnTo>
                <a:lnTo>
                  <a:pt x="57474" y="377057"/>
                </a:lnTo>
                <a:lnTo>
                  <a:pt x="29766" y="319679"/>
                </a:lnTo>
                <a:lnTo>
                  <a:pt x="16301" y="256502"/>
                </a:lnTo>
                <a:lnTo>
                  <a:pt x="29590" y="196113"/>
                </a:lnTo>
                <a:lnTo>
                  <a:pt x="48860" y="137527"/>
                </a:lnTo>
                <a:lnTo>
                  <a:pt x="89479" y="84938"/>
                </a:lnTo>
                <a:lnTo>
                  <a:pt x="137941" y="47790"/>
                </a:lnTo>
                <a:lnTo>
                  <a:pt x="194661" y="23303"/>
                </a:lnTo>
                <a:lnTo>
                  <a:pt x="259631" y="15313"/>
                </a:lnTo>
                <a:lnTo>
                  <a:pt x="315320" y="30167"/>
                </a:lnTo>
                <a:lnTo>
                  <a:pt x="374542" y="49051"/>
                </a:lnTo>
                <a:lnTo>
                  <a:pt x="425058" y="83163"/>
                </a:lnTo>
                <a:lnTo>
                  <a:pt x="460091" y="141020"/>
                </a:lnTo>
                <a:lnTo>
                  <a:pt x="488590" y="198339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4" name="tree-template-2-pencil-echo">
            <a:extLst xmlns:a="http://schemas.openxmlformats.org/drawingml/2006/main">
              <a:ext uri="{FF2B5EF4-FFF2-40B4-BE49-F238E27FC236}">
                <a16:creationId xmlns:a16="http://schemas.microsoft.com/office/drawing/2014/main" id="{ED311834-0987-4825-AC5C-FBE24164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728" y="5188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5354" y="261571"/>
                </a:moveTo>
                <a:lnTo>
                  <a:pt x="491867" y="315885"/>
                </a:lnTo>
                <a:lnTo>
                  <a:pt x="468228" y="375962"/>
                </a:lnTo>
                <a:lnTo>
                  <a:pt x="426605" y="422229"/>
                </a:lnTo>
                <a:lnTo>
                  <a:pt x="377242" y="465518"/>
                </a:lnTo>
                <a:lnTo>
                  <a:pt x="315138" y="483842"/>
                </a:lnTo>
                <a:lnTo>
                  <a:pt x="261413" y="496235"/>
                </a:lnTo>
                <a:lnTo>
                  <a:pt x="191751" y="485266"/>
                </a:lnTo>
                <a:lnTo>
                  <a:pt x="134023" y="462781"/>
                </a:lnTo>
                <a:lnTo>
                  <a:pt x="92972" y="422644"/>
                </a:lnTo>
                <a:lnTo>
                  <a:pt x="53919" y="378861"/>
                </a:lnTo>
                <a:lnTo>
                  <a:pt x="30765" y="318414"/>
                </a:lnTo>
                <a:lnTo>
                  <a:pt x="21748" y="252423"/>
                </a:lnTo>
                <a:lnTo>
                  <a:pt x="27069" y="195025"/>
                </a:lnTo>
                <a:lnTo>
                  <a:pt x="49203" y="141604"/>
                </a:lnTo>
                <a:lnTo>
                  <a:pt x="82422" y="88112"/>
                </a:lnTo>
                <a:lnTo>
                  <a:pt x="135987" y="49244"/>
                </a:lnTo>
                <a:lnTo>
                  <a:pt x="198322" y="28640"/>
                </a:lnTo>
                <a:lnTo>
                  <a:pt x="257440" y="23130"/>
                </a:lnTo>
                <a:lnTo>
                  <a:pt x="319608" y="30393"/>
                </a:lnTo>
                <a:lnTo>
                  <a:pt x="370678" y="52954"/>
                </a:lnTo>
                <a:lnTo>
                  <a:pt x="426605" y="93214"/>
                </a:lnTo>
                <a:lnTo>
                  <a:pt x="465471" y="136978"/>
                </a:lnTo>
                <a:lnTo>
                  <a:pt x="483350" y="1927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5" name="tree-template-2">
            <a:extLst xmlns:a="http://schemas.openxmlformats.org/drawingml/2006/main">
              <a:ext uri="{FF2B5EF4-FFF2-40B4-BE49-F238E27FC236}">
                <a16:creationId xmlns:a16="http://schemas.microsoft.com/office/drawing/2014/main" id="{0F3A0073-8467-4EC5-AFC6-583E7CCC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3232" y="260082"/>
                </a:moveTo>
                <a:lnTo>
                  <a:pt x="486947" y="318373"/>
                </a:lnTo>
                <a:lnTo>
                  <a:pt x="458437" y="375783"/>
                </a:lnTo>
                <a:lnTo>
                  <a:pt x="430670" y="426777"/>
                </a:lnTo>
                <a:lnTo>
                  <a:pt x="377535" y="458682"/>
                </a:lnTo>
                <a:lnTo>
                  <a:pt x="316346" y="490762"/>
                </a:lnTo>
                <a:lnTo>
                  <a:pt x="254508" y="499707"/>
                </a:lnTo>
                <a:lnTo>
                  <a:pt x="191054" y="486467"/>
                </a:lnTo>
                <a:lnTo>
                  <a:pt x="133464" y="466140"/>
                </a:lnTo>
                <a:lnTo>
                  <a:pt x="90495" y="421265"/>
                </a:lnTo>
                <a:lnTo>
                  <a:pt x="46611" y="375456"/>
                </a:lnTo>
                <a:lnTo>
                  <a:pt x="27946" y="320021"/>
                </a:lnTo>
                <a:lnTo>
                  <a:pt x="16966" y="254281"/>
                </a:lnTo>
                <a:lnTo>
                  <a:pt x="32257" y="192431"/>
                </a:lnTo>
                <a:lnTo>
                  <a:pt x="45059" y="137642"/>
                </a:lnTo>
                <a:lnTo>
                  <a:pt x="89560" y="86054"/>
                </a:lnTo>
                <a:lnTo>
                  <a:pt x="142881" y="52158"/>
                </a:lnTo>
                <a:lnTo>
                  <a:pt x="197236" y="25140"/>
                </a:lnTo>
                <a:lnTo>
                  <a:pt x="253003" y="22188"/>
                </a:lnTo>
                <a:lnTo>
                  <a:pt x="314131" y="27591"/>
                </a:lnTo>
                <a:lnTo>
                  <a:pt x="370928" y="53360"/>
                </a:lnTo>
                <a:lnTo>
                  <a:pt x="425678" y="84090"/>
                </a:lnTo>
                <a:lnTo>
                  <a:pt x="460601" y="135396"/>
                </a:lnTo>
                <a:lnTo>
                  <a:pt x="492345" y="196477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6" name="tree-template-3-pencil-echo">
            <a:extLst xmlns:a="http://schemas.openxmlformats.org/drawingml/2006/main">
              <a:ext uri="{FF2B5EF4-FFF2-40B4-BE49-F238E27FC236}">
                <a16:creationId xmlns:a16="http://schemas.microsoft.com/office/drawing/2014/main" id="{D12A3AB1-4E60-4038-B394-037BAD6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5188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0239" y="259691"/>
                </a:moveTo>
                <a:lnTo>
                  <a:pt x="490481" y="316746"/>
                </a:lnTo>
                <a:lnTo>
                  <a:pt x="466497" y="372753"/>
                </a:lnTo>
                <a:lnTo>
                  <a:pt x="427676" y="425653"/>
                </a:lnTo>
                <a:lnTo>
                  <a:pt x="373607" y="461271"/>
                </a:lnTo>
                <a:lnTo>
                  <a:pt x="321664" y="487621"/>
                </a:lnTo>
                <a:lnTo>
                  <a:pt x="253199" y="495991"/>
                </a:lnTo>
                <a:lnTo>
                  <a:pt x="197516" y="485407"/>
                </a:lnTo>
                <a:lnTo>
                  <a:pt x="141483" y="465279"/>
                </a:lnTo>
                <a:lnTo>
                  <a:pt x="89696" y="427860"/>
                </a:lnTo>
                <a:lnTo>
                  <a:pt x="51693" y="376539"/>
                </a:lnTo>
                <a:lnTo>
                  <a:pt x="32229" y="321703"/>
                </a:lnTo>
                <a:lnTo>
                  <a:pt x="13989" y="253605"/>
                </a:lnTo>
                <a:lnTo>
                  <a:pt x="30969" y="196487"/>
                </a:lnTo>
                <a:lnTo>
                  <a:pt x="50819" y="140355"/>
                </a:lnTo>
                <a:lnTo>
                  <a:pt x="90366" y="85575"/>
                </a:lnTo>
                <a:lnTo>
                  <a:pt x="132277" y="49883"/>
                </a:lnTo>
                <a:lnTo>
                  <a:pt x="195002" y="25593"/>
                </a:lnTo>
                <a:lnTo>
                  <a:pt x="257167" y="19118"/>
                </a:lnTo>
                <a:lnTo>
                  <a:pt x="316523" y="24000"/>
                </a:lnTo>
                <a:lnTo>
                  <a:pt x="372599" y="53108"/>
                </a:lnTo>
                <a:lnTo>
                  <a:pt x="430367" y="89223"/>
                </a:lnTo>
                <a:lnTo>
                  <a:pt x="461024" y="143447"/>
                </a:lnTo>
                <a:lnTo>
                  <a:pt x="481756" y="192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7" name="tree-template-3">
            <a:extLst xmlns:a="http://schemas.openxmlformats.org/drawingml/2006/main">
              <a:ext uri="{FF2B5EF4-FFF2-40B4-BE49-F238E27FC236}">
                <a16:creationId xmlns:a16="http://schemas.microsoft.com/office/drawing/2014/main" id="{DD3CBA3B-E30C-45E2-9D76-FA5E9FF2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0311" y="258144"/>
                </a:moveTo>
                <a:lnTo>
                  <a:pt x="490491" y="318249"/>
                </a:lnTo>
                <a:lnTo>
                  <a:pt x="461136" y="372471"/>
                </a:lnTo>
                <a:lnTo>
                  <a:pt x="422523" y="423133"/>
                </a:lnTo>
                <a:lnTo>
                  <a:pt x="377471" y="468471"/>
                </a:lnTo>
                <a:lnTo>
                  <a:pt x="317085" y="483121"/>
                </a:lnTo>
                <a:lnTo>
                  <a:pt x="255106" y="500001"/>
                </a:lnTo>
                <a:lnTo>
                  <a:pt x="194062" y="481911"/>
                </a:lnTo>
                <a:lnTo>
                  <a:pt x="139639" y="464835"/>
                </a:lnTo>
                <a:lnTo>
                  <a:pt x="83892" y="424625"/>
                </a:lnTo>
                <a:lnTo>
                  <a:pt x="48918" y="382348"/>
                </a:lnTo>
                <a:lnTo>
                  <a:pt x="21478" y="316200"/>
                </a:lnTo>
                <a:lnTo>
                  <a:pt x="22984" y="260208"/>
                </a:lnTo>
                <a:lnTo>
                  <a:pt x="24553" y="195157"/>
                </a:lnTo>
                <a:lnTo>
                  <a:pt x="53491" y="136792"/>
                </a:lnTo>
                <a:lnTo>
                  <a:pt x="87423" y="84269"/>
                </a:lnTo>
                <a:lnTo>
                  <a:pt x="135551" y="54029"/>
                </a:lnTo>
                <a:lnTo>
                  <a:pt x="192280" y="27460"/>
                </a:lnTo>
                <a:lnTo>
                  <a:pt x="255221" y="19447"/>
                </a:lnTo>
                <a:lnTo>
                  <a:pt x="320789" y="29755"/>
                </a:lnTo>
                <a:lnTo>
                  <a:pt x="378184" y="50986"/>
                </a:lnTo>
                <a:lnTo>
                  <a:pt x="424017" y="89121"/>
                </a:lnTo>
                <a:lnTo>
                  <a:pt x="457210" y="137774"/>
                </a:lnTo>
                <a:lnTo>
                  <a:pt x="490859" y="193791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88" name="tree-implementation-1-pencil-echo">
            <a:extLst xmlns:a="http://schemas.openxmlformats.org/drawingml/2006/main">
              <a:ext uri="{FF2B5EF4-FFF2-40B4-BE49-F238E27FC236}">
                <a16:creationId xmlns:a16="http://schemas.microsoft.com/office/drawing/2014/main" id="{7891C3A4-EBA3-4451-B108-9D009FD4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3296" y="234118"/>
                </a:moveTo>
                <a:lnTo>
                  <a:pt x="454254" y="295356"/>
                </a:lnTo>
                <a:lnTo>
                  <a:pt x="424969" y="347712"/>
                </a:lnTo>
                <a:lnTo>
                  <a:pt x="396489" y="391234"/>
                </a:lnTo>
                <a:lnTo>
                  <a:pt x="346567" y="431859"/>
                </a:lnTo>
                <a:lnTo>
                  <a:pt x="297277" y="448815"/>
                </a:lnTo>
                <a:lnTo>
                  <a:pt x="235077" y="453499"/>
                </a:lnTo>
                <a:lnTo>
                  <a:pt x="183189" y="453232"/>
                </a:lnTo>
                <a:lnTo>
                  <a:pt x="129409" y="425312"/>
                </a:lnTo>
                <a:lnTo>
                  <a:pt x="83506" y="389198"/>
                </a:lnTo>
                <a:lnTo>
                  <a:pt x="50080" y="341382"/>
                </a:lnTo>
                <a:lnTo>
                  <a:pt x="31677" y="298352"/>
                </a:lnTo>
                <a:lnTo>
                  <a:pt x="16070" y="238254"/>
                </a:lnTo>
                <a:lnTo>
                  <a:pt x="27149" y="185542"/>
                </a:lnTo>
                <a:lnTo>
                  <a:pt x="51967" y="125966"/>
                </a:lnTo>
                <a:lnTo>
                  <a:pt x="83038" y="82984"/>
                </a:lnTo>
                <a:lnTo>
                  <a:pt x="132422" y="48033"/>
                </a:lnTo>
                <a:lnTo>
                  <a:pt x="183765" y="24349"/>
                </a:lnTo>
                <a:lnTo>
                  <a:pt x="242235" y="14959"/>
                </a:lnTo>
                <a:lnTo>
                  <a:pt x="292977" y="26513"/>
                </a:lnTo>
                <a:lnTo>
                  <a:pt x="348304" y="45569"/>
                </a:lnTo>
                <a:lnTo>
                  <a:pt x="391526" y="79273"/>
                </a:lnTo>
                <a:lnTo>
                  <a:pt x="426066" y="128244"/>
                </a:lnTo>
                <a:lnTo>
                  <a:pt x="448082" y="1860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89" name="tree-implementation-1">
            <a:extLst xmlns:a="http://schemas.openxmlformats.org/drawingml/2006/main">
              <a:ext uri="{FF2B5EF4-FFF2-40B4-BE49-F238E27FC236}">
                <a16:creationId xmlns:a16="http://schemas.microsoft.com/office/drawing/2014/main" id="{7BD5981E-221F-44C4-93D2-A016D27B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9464" y="236097"/>
                </a:moveTo>
                <a:lnTo>
                  <a:pt x="454862" y="292244"/>
                </a:lnTo>
                <a:lnTo>
                  <a:pt x="430011" y="345520"/>
                </a:lnTo>
                <a:lnTo>
                  <a:pt x="389473" y="392876"/>
                </a:lnTo>
                <a:lnTo>
                  <a:pt x="349045" y="425320"/>
                </a:lnTo>
                <a:lnTo>
                  <a:pt x="291194" y="449124"/>
                </a:lnTo>
                <a:lnTo>
                  <a:pt x="241690" y="461947"/>
                </a:lnTo>
                <a:lnTo>
                  <a:pt x="180012" y="444593"/>
                </a:lnTo>
                <a:lnTo>
                  <a:pt x="133723" y="425332"/>
                </a:lnTo>
                <a:lnTo>
                  <a:pt x="78280" y="392410"/>
                </a:lnTo>
                <a:lnTo>
                  <a:pt x="50056" y="345707"/>
                </a:lnTo>
                <a:lnTo>
                  <a:pt x="26917" y="298149"/>
                </a:lnTo>
                <a:lnTo>
                  <a:pt x="17168" y="239461"/>
                </a:lnTo>
                <a:lnTo>
                  <a:pt x="24549" y="185186"/>
                </a:lnTo>
                <a:lnTo>
                  <a:pt x="50665" y="127055"/>
                </a:lnTo>
                <a:lnTo>
                  <a:pt x="81395" y="86486"/>
                </a:lnTo>
                <a:lnTo>
                  <a:pt x="123761" y="47985"/>
                </a:lnTo>
                <a:lnTo>
                  <a:pt x="182376" y="24365"/>
                </a:lnTo>
                <a:lnTo>
                  <a:pt x="241895" y="14420"/>
                </a:lnTo>
                <a:lnTo>
                  <a:pt x="293868" y="23621"/>
                </a:lnTo>
                <a:lnTo>
                  <a:pt x="350579" y="48711"/>
                </a:lnTo>
                <a:lnTo>
                  <a:pt x="392085" y="80261"/>
                </a:lnTo>
                <a:lnTo>
                  <a:pt x="427905" y="130648"/>
                </a:lnTo>
                <a:lnTo>
                  <a:pt x="450378" y="179469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0" name="tree-implementation-2-pencil-echo">
            <a:extLst xmlns:a="http://schemas.openxmlformats.org/drawingml/2006/main">
              <a:ext uri="{FF2B5EF4-FFF2-40B4-BE49-F238E27FC236}">
                <a16:creationId xmlns:a16="http://schemas.microsoft.com/office/drawing/2014/main" id="{D08FEC9C-5A5B-4391-8961-014479EF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8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4410" y="241977"/>
                </a:moveTo>
                <a:lnTo>
                  <a:pt x="449505" y="296862"/>
                </a:lnTo>
                <a:lnTo>
                  <a:pt x="431282" y="345269"/>
                </a:lnTo>
                <a:lnTo>
                  <a:pt x="393069" y="395267"/>
                </a:lnTo>
                <a:lnTo>
                  <a:pt x="345312" y="431291"/>
                </a:lnTo>
                <a:lnTo>
                  <a:pt x="295785" y="453430"/>
                </a:lnTo>
                <a:lnTo>
                  <a:pt x="239509" y="461023"/>
                </a:lnTo>
                <a:lnTo>
                  <a:pt x="179474" y="447144"/>
                </a:lnTo>
                <a:lnTo>
                  <a:pt x="127871" y="429292"/>
                </a:lnTo>
                <a:lnTo>
                  <a:pt x="85452" y="391658"/>
                </a:lnTo>
                <a:lnTo>
                  <a:pt x="50456" y="342319"/>
                </a:lnTo>
                <a:lnTo>
                  <a:pt x="26009" y="296786"/>
                </a:lnTo>
                <a:lnTo>
                  <a:pt x="20114" y="239246"/>
                </a:lnTo>
                <a:lnTo>
                  <a:pt x="31141" y="178120"/>
                </a:lnTo>
                <a:lnTo>
                  <a:pt x="47797" y="129894"/>
                </a:lnTo>
                <a:lnTo>
                  <a:pt x="82233" y="77395"/>
                </a:lnTo>
                <a:lnTo>
                  <a:pt x="129753" y="45116"/>
                </a:lnTo>
                <a:lnTo>
                  <a:pt x="179049" y="30676"/>
                </a:lnTo>
                <a:lnTo>
                  <a:pt x="235822" y="17686"/>
                </a:lnTo>
                <a:lnTo>
                  <a:pt x="291638" y="27085"/>
                </a:lnTo>
                <a:lnTo>
                  <a:pt x="350652" y="45579"/>
                </a:lnTo>
                <a:lnTo>
                  <a:pt x="391342" y="83580"/>
                </a:lnTo>
                <a:lnTo>
                  <a:pt x="422160" y="128386"/>
                </a:lnTo>
                <a:lnTo>
                  <a:pt x="454435" y="180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1" name="tree-implementation-2">
            <a:extLst xmlns:a="http://schemas.openxmlformats.org/drawingml/2006/main">
              <a:ext uri="{FF2B5EF4-FFF2-40B4-BE49-F238E27FC236}">
                <a16:creationId xmlns:a16="http://schemas.microsoft.com/office/drawing/2014/main" id="{41D0EA05-51D7-404A-BDF9-61A9711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5517" y="234226"/>
                </a:moveTo>
                <a:lnTo>
                  <a:pt x="446906" y="295214"/>
                </a:lnTo>
                <a:lnTo>
                  <a:pt x="428936" y="348367"/>
                </a:lnTo>
                <a:lnTo>
                  <a:pt x="391954" y="394761"/>
                </a:lnTo>
                <a:lnTo>
                  <a:pt x="343482" y="427196"/>
                </a:lnTo>
                <a:lnTo>
                  <a:pt x="291157" y="448573"/>
                </a:lnTo>
                <a:lnTo>
                  <a:pt x="242800" y="456493"/>
                </a:lnTo>
                <a:lnTo>
                  <a:pt x="178584" y="451374"/>
                </a:lnTo>
                <a:lnTo>
                  <a:pt x="130979" y="424961"/>
                </a:lnTo>
                <a:lnTo>
                  <a:pt x="87759" y="391697"/>
                </a:lnTo>
                <a:lnTo>
                  <a:pt x="49432" y="347746"/>
                </a:lnTo>
                <a:lnTo>
                  <a:pt x="22280" y="295343"/>
                </a:lnTo>
                <a:lnTo>
                  <a:pt x="18703" y="233947"/>
                </a:lnTo>
                <a:lnTo>
                  <a:pt x="27909" y="179127"/>
                </a:lnTo>
                <a:lnTo>
                  <a:pt x="49468" y="133202"/>
                </a:lnTo>
                <a:lnTo>
                  <a:pt x="85629" y="85392"/>
                </a:lnTo>
                <a:lnTo>
                  <a:pt x="127760" y="48841"/>
                </a:lnTo>
                <a:lnTo>
                  <a:pt x="179684" y="26464"/>
                </a:lnTo>
                <a:lnTo>
                  <a:pt x="241490" y="22366"/>
                </a:lnTo>
                <a:lnTo>
                  <a:pt x="291030" y="25193"/>
                </a:lnTo>
                <a:lnTo>
                  <a:pt x="349043" y="48393"/>
                </a:lnTo>
                <a:lnTo>
                  <a:pt x="395096" y="80345"/>
                </a:lnTo>
                <a:lnTo>
                  <a:pt x="423940" y="128794"/>
                </a:lnTo>
                <a:lnTo>
                  <a:pt x="449984" y="182146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2" name="tree-implementation-3-pencil-echo">
            <a:extLst xmlns:a="http://schemas.openxmlformats.org/drawingml/2006/main">
              <a:ext uri="{FF2B5EF4-FFF2-40B4-BE49-F238E27FC236}">
                <a16:creationId xmlns:a16="http://schemas.microsoft.com/office/drawing/2014/main" id="{90590349-6C9A-47EB-A26F-7A4FA0CF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6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7466" y="241001"/>
                </a:moveTo>
                <a:lnTo>
                  <a:pt x="447080" y="292312"/>
                </a:lnTo>
                <a:lnTo>
                  <a:pt x="427768" y="350827"/>
                </a:lnTo>
                <a:lnTo>
                  <a:pt x="390220" y="391204"/>
                </a:lnTo>
                <a:lnTo>
                  <a:pt x="348530" y="432076"/>
                </a:lnTo>
                <a:lnTo>
                  <a:pt x="291460" y="449308"/>
                </a:lnTo>
                <a:lnTo>
                  <a:pt x="236843" y="457140"/>
                </a:lnTo>
                <a:lnTo>
                  <a:pt x="184062" y="453190"/>
                </a:lnTo>
                <a:lnTo>
                  <a:pt x="130134" y="429520"/>
                </a:lnTo>
                <a:lnTo>
                  <a:pt x="82093" y="391865"/>
                </a:lnTo>
                <a:lnTo>
                  <a:pt x="47006" y="352440"/>
                </a:lnTo>
                <a:lnTo>
                  <a:pt x="29866" y="291020"/>
                </a:lnTo>
                <a:lnTo>
                  <a:pt x="20745" y="240228"/>
                </a:lnTo>
                <a:lnTo>
                  <a:pt x="27490" y="178543"/>
                </a:lnTo>
                <a:lnTo>
                  <a:pt x="51287" y="130756"/>
                </a:lnTo>
                <a:lnTo>
                  <a:pt x="80903" y="81840"/>
                </a:lnTo>
                <a:lnTo>
                  <a:pt x="129567" y="49577"/>
                </a:lnTo>
                <a:lnTo>
                  <a:pt x="184599" y="29107"/>
                </a:lnTo>
                <a:lnTo>
                  <a:pt x="235450" y="23146"/>
                </a:lnTo>
                <a:lnTo>
                  <a:pt x="299147" y="23512"/>
                </a:lnTo>
                <a:lnTo>
                  <a:pt x="350376" y="44535"/>
                </a:lnTo>
                <a:lnTo>
                  <a:pt x="392495" y="89300"/>
                </a:lnTo>
                <a:lnTo>
                  <a:pt x="427064" y="130086"/>
                </a:lnTo>
                <a:lnTo>
                  <a:pt x="448992" y="1807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3" name="tree-implementation-3">
            <a:extLst xmlns:a="http://schemas.openxmlformats.org/drawingml/2006/main">
              <a:ext uri="{FF2B5EF4-FFF2-40B4-BE49-F238E27FC236}">
                <a16:creationId xmlns:a16="http://schemas.microsoft.com/office/drawing/2014/main" id="{8676D9D3-593F-4D6D-AA67-9B570C2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60140" y="236000"/>
                </a:moveTo>
                <a:lnTo>
                  <a:pt x="446824" y="289966"/>
                </a:lnTo>
                <a:lnTo>
                  <a:pt x="423994" y="350350"/>
                </a:lnTo>
                <a:lnTo>
                  <a:pt x="390557" y="390486"/>
                </a:lnTo>
                <a:lnTo>
                  <a:pt x="341332" y="426139"/>
                </a:lnTo>
                <a:lnTo>
                  <a:pt x="297843" y="444373"/>
                </a:lnTo>
                <a:lnTo>
                  <a:pt x="236712" y="456009"/>
                </a:lnTo>
                <a:lnTo>
                  <a:pt x="186375" y="448636"/>
                </a:lnTo>
                <a:lnTo>
                  <a:pt x="130232" y="425855"/>
                </a:lnTo>
                <a:lnTo>
                  <a:pt x="83485" y="396732"/>
                </a:lnTo>
                <a:lnTo>
                  <a:pt x="45524" y="349259"/>
                </a:lnTo>
                <a:lnTo>
                  <a:pt x="26493" y="298364"/>
                </a:lnTo>
                <a:lnTo>
                  <a:pt x="18360" y="233727"/>
                </a:lnTo>
                <a:lnTo>
                  <a:pt x="28059" y="177984"/>
                </a:lnTo>
                <a:lnTo>
                  <a:pt x="42557" y="129372"/>
                </a:lnTo>
                <a:lnTo>
                  <a:pt x="77343" y="82745"/>
                </a:lnTo>
                <a:lnTo>
                  <a:pt x="125017" y="48423"/>
                </a:lnTo>
                <a:lnTo>
                  <a:pt x="178133" y="30424"/>
                </a:lnTo>
                <a:lnTo>
                  <a:pt x="242224" y="18416"/>
                </a:lnTo>
                <a:lnTo>
                  <a:pt x="293315" y="21187"/>
                </a:lnTo>
                <a:lnTo>
                  <a:pt x="347405" y="53826"/>
                </a:lnTo>
                <a:lnTo>
                  <a:pt x="394028" y="86275"/>
                </a:lnTo>
                <a:lnTo>
                  <a:pt x="430266" y="129519"/>
                </a:lnTo>
                <a:lnTo>
                  <a:pt x="453350" y="185066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4" name="tree-implementation-4-pencil-echo">
            <a:extLst xmlns:a="http://schemas.openxmlformats.org/drawingml/2006/main">
              <a:ext uri="{FF2B5EF4-FFF2-40B4-BE49-F238E27FC236}">
                <a16:creationId xmlns:a16="http://schemas.microsoft.com/office/drawing/2014/main" id="{8CEBB6FA-8E29-4E5A-9166-ABFD0A3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4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60270" y="235631"/>
                </a:moveTo>
                <a:lnTo>
                  <a:pt x="452699" y="299684"/>
                </a:lnTo>
                <a:lnTo>
                  <a:pt x="423421" y="349225"/>
                </a:lnTo>
                <a:lnTo>
                  <a:pt x="391820" y="389423"/>
                </a:lnTo>
                <a:lnTo>
                  <a:pt x="343617" y="428142"/>
                </a:lnTo>
                <a:lnTo>
                  <a:pt x="295518" y="445697"/>
                </a:lnTo>
                <a:lnTo>
                  <a:pt x="236101" y="455285"/>
                </a:lnTo>
                <a:lnTo>
                  <a:pt x="179277" y="444387"/>
                </a:lnTo>
                <a:lnTo>
                  <a:pt x="130014" y="428700"/>
                </a:lnTo>
                <a:lnTo>
                  <a:pt x="78829" y="391010"/>
                </a:lnTo>
                <a:lnTo>
                  <a:pt x="53231" y="347886"/>
                </a:lnTo>
                <a:lnTo>
                  <a:pt x="25836" y="299636"/>
                </a:lnTo>
                <a:lnTo>
                  <a:pt x="15173" y="240575"/>
                </a:lnTo>
                <a:lnTo>
                  <a:pt x="23486" y="178005"/>
                </a:lnTo>
                <a:lnTo>
                  <a:pt x="48544" y="123225"/>
                </a:lnTo>
                <a:lnTo>
                  <a:pt x="79898" y="85610"/>
                </a:lnTo>
                <a:lnTo>
                  <a:pt x="128643" y="49264"/>
                </a:lnTo>
                <a:lnTo>
                  <a:pt x="175944" y="23326"/>
                </a:lnTo>
                <a:lnTo>
                  <a:pt x="236013" y="23955"/>
                </a:lnTo>
                <a:lnTo>
                  <a:pt x="293565" y="30663"/>
                </a:lnTo>
                <a:lnTo>
                  <a:pt x="345932" y="47276"/>
                </a:lnTo>
                <a:lnTo>
                  <a:pt x="389721" y="82251"/>
                </a:lnTo>
                <a:lnTo>
                  <a:pt x="428058" y="131873"/>
                </a:lnTo>
                <a:lnTo>
                  <a:pt x="448774" y="184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5" name="tree-implementation-4">
            <a:extLst xmlns:a="http://schemas.openxmlformats.org/drawingml/2006/main">
              <a:ext uri="{FF2B5EF4-FFF2-40B4-BE49-F238E27FC236}">
                <a16:creationId xmlns:a16="http://schemas.microsoft.com/office/drawing/2014/main" id="{2715033F-22A1-42D0-A42E-B21F378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3008" y="241928"/>
                </a:moveTo>
                <a:lnTo>
                  <a:pt x="446671" y="294782"/>
                </a:lnTo>
                <a:lnTo>
                  <a:pt x="429039" y="352183"/>
                </a:lnTo>
                <a:lnTo>
                  <a:pt x="397608" y="392929"/>
                </a:lnTo>
                <a:lnTo>
                  <a:pt x="348007" y="428280"/>
                </a:lnTo>
                <a:lnTo>
                  <a:pt x="299438" y="450708"/>
                </a:lnTo>
                <a:lnTo>
                  <a:pt x="234182" y="455308"/>
                </a:lnTo>
                <a:lnTo>
                  <a:pt x="182836" y="454665"/>
                </a:lnTo>
                <a:lnTo>
                  <a:pt x="129266" y="422735"/>
                </a:lnTo>
                <a:lnTo>
                  <a:pt x="79981" y="389884"/>
                </a:lnTo>
                <a:lnTo>
                  <a:pt x="48555" y="346794"/>
                </a:lnTo>
                <a:lnTo>
                  <a:pt x="21995" y="294612"/>
                </a:lnTo>
                <a:lnTo>
                  <a:pt x="20291" y="235899"/>
                </a:lnTo>
                <a:lnTo>
                  <a:pt x="24657" y="178564"/>
                </a:lnTo>
                <a:lnTo>
                  <a:pt x="44802" y="126796"/>
                </a:lnTo>
                <a:lnTo>
                  <a:pt x="84593" y="79022"/>
                </a:lnTo>
                <a:lnTo>
                  <a:pt x="126447" y="51251"/>
                </a:lnTo>
                <a:lnTo>
                  <a:pt x="178513" y="31108"/>
                </a:lnTo>
                <a:lnTo>
                  <a:pt x="242855" y="21668"/>
                </a:lnTo>
                <a:lnTo>
                  <a:pt x="296928" y="27451"/>
                </a:lnTo>
                <a:lnTo>
                  <a:pt x="350844" y="49587"/>
                </a:lnTo>
                <a:lnTo>
                  <a:pt x="389026" y="82382"/>
                </a:lnTo>
                <a:lnTo>
                  <a:pt x="432113" y="130292"/>
                </a:lnTo>
                <a:lnTo>
                  <a:pt x="452848" y="178028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6" name="tree-implementation-5-pencil-echo">
            <a:extLst xmlns:a="http://schemas.openxmlformats.org/drawingml/2006/main">
              <a:ext uri="{FF2B5EF4-FFF2-40B4-BE49-F238E27FC236}">
                <a16:creationId xmlns:a16="http://schemas.microsoft.com/office/drawing/2014/main" id="{1B51AECA-B492-45F1-B992-64B2F726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2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9579" y="241977"/>
                </a:moveTo>
                <a:lnTo>
                  <a:pt x="449093" y="297112"/>
                </a:lnTo>
                <a:lnTo>
                  <a:pt x="429334" y="351689"/>
                </a:lnTo>
                <a:lnTo>
                  <a:pt x="394957" y="394399"/>
                </a:lnTo>
                <a:lnTo>
                  <a:pt x="345994" y="431228"/>
                </a:lnTo>
                <a:lnTo>
                  <a:pt x="290880" y="446249"/>
                </a:lnTo>
                <a:lnTo>
                  <a:pt x="242405" y="453403"/>
                </a:lnTo>
                <a:lnTo>
                  <a:pt x="183568" y="447545"/>
                </a:lnTo>
                <a:lnTo>
                  <a:pt x="126033" y="427042"/>
                </a:lnTo>
                <a:lnTo>
                  <a:pt x="84471" y="388178"/>
                </a:lnTo>
                <a:lnTo>
                  <a:pt x="43582" y="347968"/>
                </a:lnTo>
                <a:lnTo>
                  <a:pt x="27517" y="293715"/>
                </a:lnTo>
                <a:lnTo>
                  <a:pt x="15674" y="234553"/>
                </a:lnTo>
                <a:lnTo>
                  <a:pt x="29753" y="181656"/>
                </a:lnTo>
                <a:lnTo>
                  <a:pt x="49339" y="127346"/>
                </a:lnTo>
                <a:lnTo>
                  <a:pt x="85186" y="82009"/>
                </a:lnTo>
                <a:lnTo>
                  <a:pt x="128387" y="43456"/>
                </a:lnTo>
                <a:lnTo>
                  <a:pt x="181711" y="21811"/>
                </a:lnTo>
                <a:lnTo>
                  <a:pt x="237002" y="17192"/>
                </a:lnTo>
                <a:lnTo>
                  <a:pt x="296198" y="28605"/>
                </a:lnTo>
                <a:lnTo>
                  <a:pt x="352743" y="46799"/>
                </a:lnTo>
                <a:lnTo>
                  <a:pt x="390472" y="85823"/>
                </a:lnTo>
                <a:lnTo>
                  <a:pt x="428200" y="132119"/>
                </a:lnTo>
                <a:lnTo>
                  <a:pt x="452251" y="1771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7" name="tree-implementation-5">
            <a:extLst xmlns:a="http://schemas.openxmlformats.org/drawingml/2006/main">
              <a:ext uri="{FF2B5EF4-FFF2-40B4-BE49-F238E27FC236}">
                <a16:creationId xmlns:a16="http://schemas.microsoft.com/office/drawing/2014/main" id="{CEFEC29C-6E72-44DA-A4C6-0D4EA913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9124" y="241251"/>
                </a:moveTo>
                <a:lnTo>
                  <a:pt x="449297" y="294934"/>
                </a:lnTo>
                <a:lnTo>
                  <a:pt x="427553" y="349046"/>
                </a:lnTo>
                <a:lnTo>
                  <a:pt x="395809" y="392966"/>
                </a:lnTo>
                <a:lnTo>
                  <a:pt x="348290" y="422506"/>
                </a:lnTo>
                <a:lnTo>
                  <a:pt x="296528" y="449984"/>
                </a:lnTo>
                <a:lnTo>
                  <a:pt x="235423" y="454139"/>
                </a:lnTo>
                <a:lnTo>
                  <a:pt x="178904" y="448231"/>
                </a:lnTo>
                <a:lnTo>
                  <a:pt x="129719" y="428317"/>
                </a:lnTo>
                <a:lnTo>
                  <a:pt x="84344" y="387719"/>
                </a:lnTo>
                <a:lnTo>
                  <a:pt x="51577" y="350626"/>
                </a:lnTo>
                <a:lnTo>
                  <a:pt x="28527" y="299128"/>
                </a:lnTo>
                <a:lnTo>
                  <a:pt x="20341" y="233930"/>
                </a:lnTo>
                <a:lnTo>
                  <a:pt x="27253" y="178775"/>
                </a:lnTo>
                <a:lnTo>
                  <a:pt x="49752" y="126541"/>
                </a:lnTo>
                <a:lnTo>
                  <a:pt x="81970" y="78135"/>
                </a:lnTo>
                <a:lnTo>
                  <a:pt x="130815" y="46415"/>
                </a:lnTo>
                <a:lnTo>
                  <a:pt x="178530" y="32315"/>
                </a:lnTo>
                <a:lnTo>
                  <a:pt x="239504" y="20116"/>
                </a:lnTo>
                <a:lnTo>
                  <a:pt x="290348" y="26377"/>
                </a:lnTo>
                <a:lnTo>
                  <a:pt x="348932" y="50192"/>
                </a:lnTo>
                <a:lnTo>
                  <a:pt x="387746" y="83223"/>
                </a:lnTo>
                <a:lnTo>
                  <a:pt x="431203" y="130103"/>
                </a:lnTo>
                <a:lnTo>
                  <a:pt x="449604" y="183822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98" name="tree-implementation-6-pencil-echo">
            <a:extLst xmlns:a="http://schemas.openxmlformats.org/drawingml/2006/main">
              <a:ext uri="{FF2B5EF4-FFF2-40B4-BE49-F238E27FC236}">
                <a16:creationId xmlns:a16="http://schemas.microsoft.com/office/drawing/2014/main" id="{C73A9A7D-A6CF-4DE8-B670-659458C8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028" y="6197918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5483" y="237650"/>
                </a:moveTo>
                <a:lnTo>
                  <a:pt x="452379" y="293187"/>
                </a:lnTo>
                <a:lnTo>
                  <a:pt x="433540" y="345837"/>
                </a:lnTo>
                <a:lnTo>
                  <a:pt x="392136" y="388836"/>
                </a:lnTo>
                <a:lnTo>
                  <a:pt x="352508" y="430339"/>
                </a:lnTo>
                <a:lnTo>
                  <a:pt x="296789" y="446771"/>
                </a:lnTo>
                <a:lnTo>
                  <a:pt x="233774" y="460637"/>
                </a:lnTo>
                <a:lnTo>
                  <a:pt x="184136" y="446117"/>
                </a:lnTo>
                <a:lnTo>
                  <a:pt x="131647" y="427626"/>
                </a:lnTo>
                <a:lnTo>
                  <a:pt x="80496" y="395415"/>
                </a:lnTo>
                <a:lnTo>
                  <a:pt x="49700" y="344045"/>
                </a:lnTo>
                <a:lnTo>
                  <a:pt x="22338" y="296911"/>
                </a:lnTo>
                <a:lnTo>
                  <a:pt x="20974" y="236649"/>
                </a:lnTo>
                <a:lnTo>
                  <a:pt x="20753" y="184788"/>
                </a:lnTo>
                <a:lnTo>
                  <a:pt x="48538" y="129481"/>
                </a:lnTo>
                <a:lnTo>
                  <a:pt x="83274" y="81839"/>
                </a:lnTo>
                <a:lnTo>
                  <a:pt x="130547" y="43198"/>
                </a:lnTo>
                <a:lnTo>
                  <a:pt x="186135" y="26140"/>
                </a:lnTo>
                <a:lnTo>
                  <a:pt x="241018" y="15748"/>
                </a:lnTo>
                <a:lnTo>
                  <a:pt x="293609" y="26818"/>
                </a:lnTo>
                <a:lnTo>
                  <a:pt x="350011" y="46953"/>
                </a:lnTo>
                <a:lnTo>
                  <a:pt x="387197" y="84312"/>
                </a:lnTo>
                <a:lnTo>
                  <a:pt x="429433" y="130809"/>
                </a:lnTo>
                <a:lnTo>
                  <a:pt x="448108" y="184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99" name="tree-implementation-6">
            <a:extLst xmlns:a="http://schemas.openxmlformats.org/drawingml/2006/main">
              <a:ext uri="{FF2B5EF4-FFF2-40B4-BE49-F238E27FC236}">
                <a16:creationId xmlns:a16="http://schemas.microsoft.com/office/drawing/2014/main" id="{B2A73EE1-21E2-49B2-BE07-687D63B9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57711" y="233462"/>
                </a:moveTo>
                <a:lnTo>
                  <a:pt x="454632" y="295406"/>
                </a:lnTo>
                <a:lnTo>
                  <a:pt x="431054" y="347655"/>
                </a:lnTo>
                <a:lnTo>
                  <a:pt x="392852" y="387719"/>
                </a:lnTo>
                <a:lnTo>
                  <a:pt x="347958" y="422415"/>
                </a:lnTo>
                <a:lnTo>
                  <a:pt x="292610" y="452222"/>
                </a:lnTo>
                <a:lnTo>
                  <a:pt x="240967" y="460567"/>
                </a:lnTo>
                <a:lnTo>
                  <a:pt x="182576" y="453300"/>
                </a:lnTo>
                <a:lnTo>
                  <a:pt x="130173" y="431939"/>
                </a:lnTo>
                <a:lnTo>
                  <a:pt x="81373" y="390222"/>
                </a:lnTo>
                <a:lnTo>
                  <a:pt x="46762" y="344023"/>
                </a:lnTo>
                <a:lnTo>
                  <a:pt x="25615" y="294205"/>
                </a:lnTo>
                <a:lnTo>
                  <a:pt x="16756" y="237026"/>
                </a:lnTo>
                <a:lnTo>
                  <a:pt x="25118" y="183250"/>
                </a:lnTo>
                <a:lnTo>
                  <a:pt x="51022" y="126778"/>
                </a:lnTo>
                <a:lnTo>
                  <a:pt x="80129" y="79434"/>
                </a:lnTo>
                <a:lnTo>
                  <a:pt x="129481" y="49188"/>
                </a:lnTo>
                <a:lnTo>
                  <a:pt x="180856" y="26586"/>
                </a:lnTo>
                <a:lnTo>
                  <a:pt x="239699" y="22684"/>
                </a:lnTo>
                <a:lnTo>
                  <a:pt x="294679" y="30813"/>
                </a:lnTo>
                <a:lnTo>
                  <a:pt x="345042" y="52091"/>
                </a:lnTo>
                <a:lnTo>
                  <a:pt x="394697" y="84431"/>
                </a:lnTo>
                <a:lnTo>
                  <a:pt x="429350" y="125288"/>
                </a:lnTo>
                <a:lnTo>
                  <a:pt x="448977" y="179517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0" name="tree-rectification-1-pencil-echo">
            <a:extLst xmlns:a="http://schemas.openxmlformats.org/drawingml/2006/main">
              <a:ext uri="{FF2B5EF4-FFF2-40B4-BE49-F238E27FC236}">
                <a16:creationId xmlns:a16="http://schemas.microsoft.com/office/drawing/2014/main" id="{5C1A83DA-CBF9-42D2-88C4-CF5C7DB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168" y="224959"/>
                </a:moveTo>
                <a:lnTo>
                  <a:pt x="427810" y="286068"/>
                </a:lnTo>
                <a:lnTo>
                  <a:pt x="406485" y="333342"/>
                </a:lnTo>
                <a:lnTo>
                  <a:pt x="376393" y="377596"/>
                </a:lnTo>
                <a:lnTo>
                  <a:pt x="337875" y="411552"/>
                </a:lnTo>
                <a:lnTo>
                  <a:pt x="286292" y="428114"/>
                </a:lnTo>
                <a:lnTo>
                  <a:pt x="232845" y="436466"/>
                </a:lnTo>
                <a:lnTo>
                  <a:pt x="171485" y="430091"/>
                </a:lnTo>
                <a:lnTo>
                  <a:pt x="123836" y="413251"/>
                </a:lnTo>
                <a:lnTo>
                  <a:pt x="78681" y="373132"/>
                </a:lnTo>
                <a:lnTo>
                  <a:pt x="48674" y="331769"/>
                </a:lnTo>
                <a:lnTo>
                  <a:pt x="28077" y="282962"/>
                </a:lnTo>
                <a:lnTo>
                  <a:pt x="20661" y="227679"/>
                </a:lnTo>
                <a:lnTo>
                  <a:pt x="27085" y="178854"/>
                </a:lnTo>
                <a:lnTo>
                  <a:pt x="50563" y="123354"/>
                </a:lnTo>
                <a:lnTo>
                  <a:pt x="84078" y="80968"/>
                </a:lnTo>
                <a:lnTo>
                  <a:pt x="121329" y="46229"/>
                </a:lnTo>
                <a:lnTo>
                  <a:pt x="175380" y="26071"/>
                </a:lnTo>
                <a:lnTo>
                  <a:pt x="226679" y="20861"/>
                </a:lnTo>
                <a:lnTo>
                  <a:pt x="278905" y="25536"/>
                </a:lnTo>
                <a:lnTo>
                  <a:pt x="333183" y="46311"/>
                </a:lnTo>
                <a:lnTo>
                  <a:pt x="372811" y="80889"/>
                </a:lnTo>
                <a:lnTo>
                  <a:pt x="412944" y="124597"/>
                </a:lnTo>
                <a:lnTo>
                  <a:pt x="425942" y="1731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1" name="tree-rectification-1">
            <a:extLst xmlns:a="http://schemas.openxmlformats.org/drawingml/2006/main">
              <a:ext uri="{FF2B5EF4-FFF2-40B4-BE49-F238E27FC236}">
                <a16:creationId xmlns:a16="http://schemas.microsoft.com/office/drawing/2014/main" id="{648B0397-3E1C-41DD-B9E6-36D77606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059" y="231663"/>
                </a:moveTo>
                <a:lnTo>
                  <a:pt x="430277" y="287429"/>
                </a:lnTo>
                <a:lnTo>
                  <a:pt x="409180" y="335941"/>
                </a:lnTo>
                <a:lnTo>
                  <a:pt x="371092" y="377658"/>
                </a:lnTo>
                <a:lnTo>
                  <a:pt x="336751" y="407403"/>
                </a:lnTo>
                <a:lnTo>
                  <a:pt x="281140" y="432429"/>
                </a:lnTo>
                <a:lnTo>
                  <a:pt x="226912" y="438257"/>
                </a:lnTo>
                <a:lnTo>
                  <a:pt x="178602" y="433251"/>
                </a:lnTo>
                <a:lnTo>
                  <a:pt x="126005" y="410731"/>
                </a:lnTo>
                <a:lnTo>
                  <a:pt x="80649" y="371264"/>
                </a:lnTo>
                <a:lnTo>
                  <a:pt x="48307" y="336035"/>
                </a:lnTo>
                <a:lnTo>
                  <a:pt x="22336" y="280415"/>
                </a:lnTo>
                <a:lnTo>
                  <a:pt x="14855" y="227796"/>
                </a:lnTo>
                <a:lnTo>
                  <a:pt x="22844" y="175887"/>
                </a:lnTo>
                <a:lnTo>
                  <a:pt x="45781" y="122792"/>
                </a:lnTo>
                <a:lnTo>
                  <a:pt x="81005" y="75624"/>
                </a:lnTo>
                <a:lnTo>
                  <a:pt x="124150" y="52020"/>
                </a:lnTo>
                <a:lnTo>
                  <a:pt x="177631" y="29634"/>
                </a:lnTo>
                <a:lnTo>
                  <a:pt x="232572" y="23042"/>
                </a:lnTo>
                <a:lnTo>
                  <a:pt x="282827" y="23140"/>
                </a:lnTo>
                <a:lnTo>
                  <a:pt x="331962" y="41392"/>
                </a:lnTo>
                <a:lnTo>
                  <a:pt x="375644" y="84778"/>
                </a:lnTo>
                <a:lnTo>
                  <a:pt x="406128" y="125795"/>
                </a:lnTo>
                <a:lnTo>
                  <a:pt x="427633" y="174452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2" name="tree-rectification-2-pencil-echo">
            <a:extLst xmlns:a="http://schemas.openxmlformats.org/drawingml/2006/main">
              <a:ext uri="{FF2B5EF4-FFF2-40B4-BE49-F238E27FC236}">
                <a16:creationId xmlns:a16="http://schemas.microsoft.com/office/drawing/2014/main" id="{4F796B0C-86B3-4C9E-8A77-B78706C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1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5539" y="227446"/>
                </a:moveTo>
                <a:lnTo>
                  <a:pt x="426399" y="285779"/>
                </a:lnTo>
                <a:lnTo>
                  <a:pt x="410320" y="331265"/>
                </a:lnTo>
                <a:lnTo>
                  <a:pt x="379489" y="372777"/>
                </a:lnTo>
                <a:lnTo>
                  <a:pt x="329618" y="411717"/>
                </a:lnTo>
                <a:lnTo>
                  <a:pt x="280630" y="429230"/>
                </a:lnTo>
                <a:lnTo>
                  <a:pt x="231048" y="437098"/>
                </a:lnTo>
                <a:lnTo>
                  <a:pt x="171682" y="425914"/>
                </a:lnTo>
                <a:lnTo>
                  <a:pt x="128401" y="411267"/>
                </a:lnTo>
                <a:lnTo>
                  <a:pt x="79518" y="378766"/>
                </a:lnTo>
                <a:lnTo>
                  <a:pt x="46923" y="328051"/>
                </a:lnTo>
                <a:lnTo>
                  <a:pt x="24851" y="287948"/>
                </a:lnTo>
                <a:lnTo>
                  <a:pt x="18612" y="230927"/>
                </a:lnTo>
                <a:lnTo>
                  <a:pt x="28498" y="177696"/>
                </a:lnTo>
                <a:lnTo>
                  <a:pt x="47544" y="122500"/>
                </a:lnTo>
                <a:lnTo>
                  <a:pt x="81340" y="82541"/>
                </a:lnTo>
                <a:lnTo>
                  <a:pt x="125695" y="41018"/>
                </a:lnTo>
                <a:lnTo>
                  <a:pt x="174069" y="28276"/>
                </a:lnTo>
                <a:lnTo>
                  <a:pt x="229954" y="21038"/>
                </a:lnTo>
                <a:lnTo>
                  <a:pt x="286366" y="25872"/>
                </a:lnTo>
                <a:lnTo>
                  <a:pt x="334964" y="52958"/>
                </a:lnTo>
                <a:lnTo>
                  <a:pt x="381958" y="79947"/>
                </a:lnTo>
                <a:lnTo>
                  <a:pt x="407344" y="120518"/>
                </a:lnTo>
                <a:lnTo>
                  <a:pt x="432404" y="1728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3" name="tree-rectification-2">
            <a:extLst xmlns:a="http://schemas.openxmlformats.org/drawingml/2006/main">
              <a:ext uri="{FF2B5EF4-FFF2-40B4-BE49-F238E27FC236}">
                <a16:creationId xmlns:a16="http://schemas.microsoft.com/office/drawing/2014/main" id="{44254456-B4B1-4FF5-847B-9CB6113F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8199" y="227547"/>
                </a:moveTo>
                <a:lnTo>
                  <a:pt x="427549" y="279372"/>
                </a:lnTo>
                <a:lnTo>
                  <a:pt x="411350" y="336661"/>
                </a:lnTo>
                <a:lnTo>
                  <a:pt x="379408" y="374026"/>
                </a:lnTo>
                <a:lnTo>
                  <a:pt x="328415" y="408066"/>
                </a:lnTo>
                <a:lnTo>
                  <a:pt x="282531" y="427318"/>
                </a:lnTo>
                <a:lnTo>
                  <a:pt x="231419" y="438131"/>
                </a:lnTo>
                <a:lnTo>
                  <a:pt x="170852" y="426339"/>
                </a:lnTo>
                <a:lnTo>
                  <a:pt x="125655" y="414830"/>
                </a:lnTo>
                <a:lnTo>
                  <a:pt x="82183" y="373645"/>
                </a:lnTo>
                <a:lnTo>
                  <a:pt x="49094" y="334789"/>
                </a:lnTo>
                <a:lnTo>
                  <a:pt x="27840" y="284932"/>
                </a:lnTo>
                <a:lnTo>
                  <a:pt x="20020" y="225115"/>
                </a:lnTo>
                <a:lnTo>
                  <a:pt x="23264" y="171217"/>
                </a:lnTo>
                <a:lnTo>
                  <a:pt x="44732" y="126930"/>
                </a:lnTo>
                <a:lnTo>
                  <a:pt x="81648" y="79291"/>
                </a:lnTo>
                <a:lnTo>
                  <a:pt x="124940" y="47621"/>
                </a:lnTo>
                <a:lnTo>
                  <a:pt x="173860" y="31045"/>
                </a:lnTo>
                <a:lnTo>
                  <a:pt x="226898" y="16456"/>
                </a:lnTo>
                <a:lnTo>
                  <a:pt x="286835" y="24919"/>
                </a:lnTo>
                <a:lnTo>
                  <a:pt x="333185" y="50470"/>
                </a:lnTo>
                <a:lnTo>
                  <a:pt x="377947" y="84557"/>
                </a:lnTo>
                <a:lnTo>
                  <a:pt x="411369" y="121106"/>
                </a:lnTo>
                <a:lnTo>
                  <a:pt x="431773" y="170776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4" name="tree-rectification-3-pencil-echo">
            <a:extLst xmlns:a="http://schemas.openxmlformats.org/drawingml/2006/main">
              <a:ext uri="{FF2B5EF4-FFF2-40B4-BE49-F238E27FC236}">
                <a16:creationId xmlns:a16="http://schemas.microsoft.com/office/drawing/2014/main" id="{342C3750-9F20-4DE8-A0F0-A3FE314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7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3875" y="228753"/>
                </a:moveTo>
                <a:lnTo>
                  <a:pt x="434344" y="280351"/>
                </a:lnTo>
                <a:lnTo>
                  <a:pt x="412364" y="335298"/>
                </a:lnTo>
                <a:lnTo>
                  <a:pt x="371705" y="376297"/>
                </a:lnTo>
                <a:lnTo>
                  <a:pt x="331045" y="411473"/>
                </a:lnTo>
                <a:lnTo>
                  <a:pt x="285462" y="430519"/>
                </a:lnTo>
                <a:lnTo>
                  <a:pt x="232347" y="442252"/>
                </a:lnTo>
                <a:lnTo>
                  <a:pt x="176994" y="432100"/>
                </a:lnTo>
                <a:lnTo>
                  <a:pt x="125395" y="407923"/>
                </a:lnTo>
                <a:lnTo>
                  <a:pt x="81157" y="382445"/>
                </a:lnTo>
                <a:lnTo>
                  <a:pt x="47665" y="336826"/>
                </a:lnTo>
                <a:lnTo>
                  <a:pt x="24968" y="281799"/>
                </a:lnTo>
                <a:lnTo>
                  <a:pt x="17922" y="231034"/>
                </a:lnTo>
                <a:lnTo>
                  <a:pt x="24921" y="173279"/>
                </a:lnTo>
                <a:lnTo>
                  <a:pt x="50005" y="123421"/>
                </a:lnTo>
                <a:lnTo>
                  <a:pt x="77983" y="81585"/>
                </a:lnTo>
                <a:lnTo>
                  <a:pt x="124854" y="46225"/>
                </a:lnTo>
                <a:lnTo>
                  <a:pt x="177600" y="25200"/>
                </a:lnTo>
                <a:lnTo>
                  <a:pt x="228242" y="22181"/>
                </a:lnTo>
                <a:lnTo>
                  <a:pt x="286839" y="22958"/>
                </a:lnTo>
                <a:lnTo>
                  <a:pt x="333396" y="52545"/>
                </a:lnTo>
                <a:lnTo>
                  <a:pt x="373241" y="80462"/>
                </a:lnTo>
                <a:lnTo>
                  <a:pt x="407975" y="123578"/>
                </a:lnTo>
                <a:lnTo>
                  <a:pt x="430014" y="1712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5" name="tree-rectification-3">
            <a:extLst xmlns:a="http://schemas.openxmlformats.org/drawingml/2006/main">
              <a:ext uri="{FF2B5EF4-FFF2-40B4-BE49-F238E27FC236}">
                <a16:creationId xmlns:a16="http://schemas.microsoft.com/office/drawing/2014/main" id="{FDB594DC-215C-4147-B0B5-77C5F4B6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5633" y="226902"/>
                </a:moveTo>
                <a:lnTo>
                  <a:pt x="428969" y="278600"/>
                </a:lnTo>
                <a:lnTo>
                  <a:pt x="409336" y="335562"/>
                </a:lnTo>
                <a:lnTo>
                  <a:pt x="372041" y="375763"/>
                </a:lnTo>
                <a:lnTo>
                  <a:pt x="332661" y="413834"/>
                </a:lnTo>
                <a:lnTo>
                  <a:pt x="279525" y="427744"/>
                </a:lnTo>
                <a:lnTo>
                  <a:pt x="233145" y="440873"/>
                </a:lnTo>
                <a:lnTo>
                  <a:pt x="178104" y="427342"/>
                </a:lnTo>
                <a:lnTo>
                  <a:pt x="123187" y="410901"/>
                </a:lnTo>
                <a:lnTo>
                  <a:pt x="81382" y="376102"/>
                </a:lnTo>
                <a:lnTo>
                  <a:pt x="48810" y="335364"/>
                </a:lnTo>
                <a:lnTo>
                  <a:pt x="30426" y="285909"/>
                </a:lnTo>
                <a:lnTo>
                  <a:pt x="16696" y="229104"/>
                </a:lnTo>
                <a:lnTo>
                  <a:pt x="24267" y="178398"/>
                </a:lnTo>
                <a:lnTo>
                  <a:pt x="51319" y="124377"/>
                </a:lnTo>
                <a:lnTo>
                  <a:pt x="78063" y="79304"/>
                </a:lnTo>
                <a:lnTo>
                  <a:pt x="124569" y="50826"/>
                </a:lnTo>
                <a:lnTo>
                  <a:pt x="173291" y="28583"/>
                </a:lnTo>
                <a:lnTo>
                  <a:pt x="229214" y="17595"/>
                </a:lnTo>
                <a:lnTo>
                  <a:pt x="280676" y="22904"/>
                </a:lnTo>
                <a:lnTo>
                  <a:pt x="333168" y="47647"/>
                </a:lnTo>
                <a:lnTo>
                  <a:pt x="373304" y="83482"/>
                </a:lnTo>
                <a:lnTo>
                  <a:pt x="410827" y="123437"/>
                </a:lnTo>
                <a:lnTo>
                  <a:pt x="432388" y="177267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6" name="tree-rectification-4-pencil-echo">
            <a:extLst xmlns:a="http://schemas.openxmlformats.org/drawingml/2006/main">
              <a:ext uri="{FF2B5EF4-FFF2-40B4-BE49-F238E27FC236}">
                <a16:creationId xmlns:a16="http://schemas.microsoft.com/office/drawing/2014/main" id="{577A0CE5-3A0D-48D0-B012-250C16F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2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798" y="231904"/>
                </a:moveTo>
                <a:lnTo>
                  <a:pt x="431067" y="286050"/>
                </a:lnTo>
                <a:lnTo>
                  <a:pt x="415166" y="332361"/>
                </a:lnTo>
                <a:lnTo>
                  <a:pt x="374409" y="379296"/>
                </a:lnTo>
                <a:lnTo>
                  <a:pt x="330512" y="411929"/>
                </a:lnTo>
                <a:lnTo>
                  <a:pt x="281372" y="429319"/>
                </a:lnTo>
                <a:lnTo>
                  <a:pt x="225633" y="437753"/>
                </a:lnTo>
                <a:lnTo>
                  <a:pt x="179282" y="428551"/>
                </a:lnTo>
                <a:lnTo>
                  <a:pt x="119405" y="408867"/>
                </a:lnTo>
                <a:lnTo>
                  <a:pt x="81906" y="376444"/>
                </a:lnTo>
                <a:lnTo>
                  <a:pt x="49383" y="337310"/>
                </a:lnTo>
                <a:lnTo>
                  <a:pt x="24344" y="287630"/>
                </a:lnTo>
                <a:lnTo>
                  <a:pt x="23523" y="224940"/>
                </a:lnTo>
                <a:lnTo>
                  <a:pt x="24731" y="178135"/>
                </a:lnTo>
                <a:lnTo>
                  <a:pt x="48256" y="120747"/>
                </a:lnTo>
                <a:lnTo>
                  <a:pt x="84608" y="81957"/>
                </a:lnTo>
                <a:lnTo>
                  <a:pt x="121018" y="49306"/>
                </a:lnTo>
                <a:lnTo>
                  <a:pt x="171299" y="28306"/>
                </a:lnTo>
                <a:lnTo>
                  <a:pt x="232098" y="14810"/>
                </a:lnTo>
                <a:lnTo>
                  <a:pt x="281418" y="28725"/>
                </a:lnTo>
                <a:lnTo>
                  <a:pt x="331403" y="45401"/>
                </a:lnTo>
                <a:lnTo>
                  <a:pt x="377621" y="80127"/>
                </a:lnTo>
                <a:lnTo>
                  <a:pt x="404377" y="121920"/>
                </a:lnTo>
                <a:lnTo>
                  <a:pt x="430734" y="1767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7" name="tree-rectification-4">
            <a:extLst xmlns:a="http://schemas.openxmlformats.org/drawingml/2006/main">
              <a:ext uri="{FF2B5EF4-FFF2-40B4-BE49-F238E27FC236}">
                <a16:creationId xmlns:a16="http://schemas.microsoft.com/office/drawing/2014/main" id="{07CCDABE-029A-40B9-9AD1-F07A311C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4412" y="227128"/>
                </a:moveTo>
                <a:lnTo>
                  <a:pt x="432501" y="287343"/>
                </a:lnTo>
                <a:lnTo>
                  <a:pt x="405490" y="332765"/>
                </a:lnTo>
                <a:lnTo>
                  <a:pt x="377248" y="374718"/>
                </a:lnTo>
                <a:lnTo>
                  <a:pt x="332108" y="411435"/>
                </a:lnTo>
                <a:lnTo>
                  <a:pt x="286241" y="426671"/>
                </a:lnTo>
                <a:lnTo>
                  <a:pt x="230813" y="438058"/>
                </a:lnTo>
                <a:lnTo>
                  <a:pt x="176727" y="435987"/>
                </a:lnTo>
                <a:lnTo>
                  <a:pt x="121991" y="410956"/>
                </a:lnTo>
                <a:lnTo>
                  <a:pt x="78892" y="374499"/>
                </a:lnTo>
                <a:lnTo>
                  <a:pt x="47090" y="328344"/>
                </a:lnTo>
                <a:lnTo>
                  <a:pt x="27145" y="284176"/>
                </a:lnTo>
                <a:lnTo>
                  <a:pt x="19287" y="229997"/>
                </a:lnTo>
                <a:lnTo>
                  <a:pt x="24336" y="173537"/>
                </a:lnTo>
                <a:lnTo>
                  <a:pt x="46777" y="118876"/>
                </a:lnTo>
                <a:lnTo>
                  <a:pt x="81393" y="75063"/>
                </a:lnTo>
                <a:lnTo>
                  <a:pt x="118239" y="45530"/>
                </a:lnTo>
                <a:lnTo>
                  <a:pt x="174755" y="23628"/>
                </a:lnTo>
                <a:lnTo>
                  <a:pt x="224032" y="23462"/>
                </a:lnTo>
                <a:lnTo>
                  <a:pt x="284028" y="30501"/>
                </a:lnTo>
                <a:lnTo>
                  <a:pt x="333848" y="50763"/>
                </a:lnTo>
                <a:lnTo>
                  <a:pt x="376786" y="85558"/>
                </a:lnTo>
                <a:lnTo>
                  <a:pt x="414129" y="123658"/>
                </a:lnTo>
                <a:lnTo>
                  <a:pt x="428417" y="176650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8" name="tree-rectification-5-pencil-echo">
            <a:extLst xmlns:a="http://schemas.openxmlformats.org/drawingml/2006/main">
              <a:ext uri="{FF2B5EF4-FFF2-40B4-BE49-F238E27FC236}">
                <a16:creationId xmlns:a16="http://schemas.microsoft.com/office/drawing/2014/main" id="{2BBBF165-BA91-49CA-85AA-ADF89C82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8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082" y="230980"/>
                </a:moveTo>
                <a:lnTo>
                  <a:pt x="432134" y="287630"/>
                </a:lnTo>
                <a:lnTo>
                  <a:pt x="411261" y="329036"/>
                </a:lnTo>
                <a:lnTo>
                  <a:pt x="381229" y="377961"/>
                </a:lnTo>
                <a:lnTo>
                  <a:pt x="335153" y="413933"/>
                </a:lnTo>
                <a:lnTo>
                  <a:pt x="281226" y="431117"/>
                </a:lnTo>
                <a:lnTo>
                  <a:pt x="224821" y="437687"/>
                </a:lnTo>
                <a:lnTo>
                  <a:pt x="173231" y="425826"/>
                </a:lnTo>
                <a:lnTo>
                  <a:pt x="127634" y="412313"/>
                </a:lnTo>
                <a:lnTo>
                  <a:pt x="84134" y="374376"/>
                </a:lnTo>
                <a:lnTo>
                  <a:pt x="53356" y="334867"/>
                </a:lnTo>
                <a:lnTo>
                  <a:pt x="22324" y="284491"/>
                </a:lnTo>
                <a:lnTo>
                  <a:pt x="23302" y="225330"/>
                </a:lnTo>
                <a:lnTo>
                  <a:pt x="28079" y="175259"/>
                </a:lnTo>
                <a:lnTo>
                  <a:pt x="44897" y="127685"/>
                </a:lnTo>
                <a:lnTo>
                  <a:pt x="80237" y="74403"/>
                </a:lnTo>
                <a:lnTo>
                  <a:pt x="120091" y="44710"/>
                </a:lnTo>
                <a:lnTo>
                  <a:pt x="172053" y="27607"/>
                </a:lnTo>
                <a:lnTo>
                  <a:pt x="230579" y="14743"/>
                </a:lnTo>
                <a:lnTo>
                  <a:pt x="278641" y="24105"/>
                </a:lnTo>
                <a:lnTo>
                  <a:pt x="327735" y="48644"/>
                </a:lnTo>
                <a:lnTo>
                  <a:pt x="378082" y="82122"/>
                </a:lnTo>
                <a:lnTo>
                  <a:pt x="407563" y="128529"/>
                </a:lnTo>
                <a:lnTo>
                  <a:pt x="431898" y="1787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09" name="tree-rectification-5">
            <a:extLst xmlns:a="http://schemas.openxmlformats.org/drawingml/2006/main">
              <a:ext uri="{FF2B5EF4-FFF2-40B4-BE49-F238E27FC236}">
                <a16:creationId xmlns:a16="http://schemas.microsoft.com/office/drawing/2014/main" id="{75180FEF-90DE-438B-9898-D751A45E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206" y="229998"/>
                </a:moveTo>
                <a:lnTo>
                  <a:pt x="428717" y="281890"/>
                </a:lnTo>
                <a:lnTo>
                  <a:pt x="407559" y="328312"/>
                </a:lnTo>
                <a:lnTo>
                  <a:pt x="374929" y="377237"/>
                </a:lnTo>
                <a:lnTo>
                  <a:pt x="331023" y="408652"/>
                </a:lnTo>
                <a:lnTo>
                  <a:pt x="284882" y="428085"/>
                </a:lnTo>
                <a:lnTo>
                  <a:pt x="232891" y="440687"/>
                </a:lnTo>
                <a:lnTo>
                  <a:pt x="174914" y="428127"/>
                </a:lnTo>
                <a:lnTo>
                  <a:pt x="123212" y="410043"/>
                </a:lnTo>
                <a:lnTo>
                  <a:pt x="81649" y="376580"/>
                </a:lnTo>
                <a:lnTo>
                  <a:pt x="50814" y="331652"/>
                </a:lnTo>
                <a:lnTo>
                  <a:pt x="22542" y="279776"/>
                </a:lnTo>
                <a:lnTo>
                  <a:pt x="20381" y="232902"/>
                </a:lnTo>
                <a:lnTo>
                  <a:pt x="26788" y="173107"/>
                </a:lnTo>
                <a:lnTo>
                  <a:pt x="43623" y="123076"/>
                </a:lnTo>
                <a:lnTo>
                  <a:pt x="80797" y="85478"/>
                </a:lnTo>
                <a:lnTo>
                  <a:pt x="127021" y="48338"/>
                </a:lnTo>
                <a:lnTo>
                  <a:pt x="176997" y="24909"/>
                </a:lnTo>
                <a:lnTo>
                  <a:pt x="228822" y="20401"/>
                </a:lnTo>
                <a:lnTo>
                  <a:pt x="280910" y="25487"/>
                </a:lnTo>
                <a:lnTo>
                  <a:pt x="331575" y="41747"/>
                </a:lnTo>
                <a:lnTo>
                  <a:pt x="377479" y="80113"/>
                </a:lnTo>
                <a:lnTo>
                  <a:pt x="406271" y="126024"/>
                </a:lnTo>
                <a:lnTo>
                  <a:pt x="430711" y="177631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0" name="tree-rectification-6-pencil-echo">
            <a:extLst xmlns:a="http://schemas.openxmlformats.org/drawingml/2006/main">
              <a:ext uri="{FF2B5EF4-FFF2-40B4-BE49-F238E27FC236}">
                <a16:creationId xmlns:a16="http://schemas.microsoft.com/office/drawing/2014/main" id="{6A403A74-25F7-4726-9FFF-E2D387CA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3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7356" y="226800"/>
                </a:moveTo>
                <a:lnTo>
                  <a:pt x="430570" y="286351"/>
                </a:lnTo>
                <a:lnTo>
                  <a:pt x="414272" y="332072"/>
                </a:lnTo>
                <a:lnTo>
                  <a:pt x="378385" y="371817"/>
                </a:lnTo>
                <a:lnTo>
                  <a:pt x="329504" y="407637"/>
                </a:lnTo>
                <a:lnTo>
                  <a:pt x="283689" y="431520"/>
                </a:lnTo>
                <a:lnTo>
                  <a:pt x="224009" y="435397"/>
                </a:lnTo>
                <a:lnTo>
                  <a:pt x="171043" y="427441"/>
                </a:lnTo>
                <a:lnTo>
                  <a:pt x="125407" y="410759"/>
                </a:lnTo>
                <a:lnTo>
                  <a:pt x="79074" y="373705"/>
                </a:lnTo>
                <a:lnTo>
                  <a:pt x="53129" y="334818"/>
                </a:lnTo>
                <a:lnTo>
                  <a:pt x="29833" y="281548"/>
                </a:lnTo>
                <a:lnTo>
                  <a:pt x="23178" y="230905"/>
                </a:lnTo>
                <a:lnTo>
                  <a:pt x="30509" y="174115"/>
                </a:lnTo>
                <a:lnTo>
                  <a:pt x="45641" y="122481"/>
                </a:lnTo>
                <a:lnTo>
                  <a:pt x="81034" y="82026"/>
                </a:lnTo>
                <a:lnTo>
                  <a:pt x="126128" y="43252"/>
                </a:lnTo>
                <a:lnTo>
                  <a:pt x="179558" y="28235"/>
                </a:lnTo>
                <a:lnTo>
                  <a:pt x="227117" y="17400"/>
                </a:lnTo>
                <a:lnTo>
                  <a:pt x="286056" y="29117"/>
                </a:lnTo>
                <a:lnTo>
                  <a:pt x="331905" y="49086"/>
                </a:lnTo>
                <a:lnTo>
                  <a:pt x="372850" y="79858"/>
                </a:lnTo>
                <a:lnTo>
                  <a:pt x="407961" y="128309"/>
                </a:lnTo>
                <a:lnTo>
                  <a:pt x="433434" y="1732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11" name="tree-rectification-6">
            <a:extLst xmlns:a="http://schemas.openxmlformats.org/drawingml/2006/main">
              <a:ext uri="{FF2B5EF4-FFF2-40B4-BE49-F238E27FC236}">
                <a16:creationId xmlns:a16="http://schemas.microsoft.com/office/drawing/2014/main" id="{0B9D2F4B-3B60-4207-B5CF-8265A66E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9131" y="233152"/>
                </a:moveTo>
                <a:lnTo>
                  <a:pt x="429924" y="286844"/>
                </a:lnTo>
                <a:lnTo>
                  <a:pt x="414949" y="332510"/>
                </a:lnTo>
                <a:lnTo>
                  <a:pt x="380259" y="373919"/>
                </a:lnTo>
                <a:lnTo>
                  <a:pt x="338491" y="411770"/>
                </a:lnTo>
                <a:lnTo>
                  <a:pt x="282534" y="430155"/>
                </a:lnTo>
                <a:lnTo>
                  <a:pt x="233008" y="439070"/>
                </a:lnTo>
                <a:lnTo>
                  <a:pt x="175738" y="434224"/>
                </a:lnTo>
                <a:lnTo>
                  <a:pt x="125353" y="415226"/>
                </a:lnTo>
                <a:lnTo>
                  <a:pt x="79982" y="373994"/>
                </a:lnTo>
                <a:lnTo>
                  <a:pt x="51184" y="331771"/>
                </a:lnTo>
                <a:lnTo>
                  <a:pt x="29030" y="285723"/>
                </a:lnTo>
                <a:lnTo>
                  <a:pt x="15337" y="224963"/>
                </a:lnTo>
                <a:lnTo>
                  <a:pt x="28857" y="172262"/>
                </a:lnTo>
                <a:lnTo>
                  <a:pt x="47656" y="122163"/>
                </a:lnTo>
                <a:lnTo>
                  <a:pt x="82258" y="84650"/>
                </a:lnTo>
                <a:lnTo>
                  <a:pt x="120046" y="45310"/>
                </a:lnTo>
                <a:lnTo>
                  <a:pt x="172881" y="23925"/>
                </a:lnTo>
                <a:lnTo>
                  <a:pt x="232351" y="15466"/>
                </a:lnTo>
                <a:lnTo>
                  <a:pt x="284520" y="25936"/>
                </a:lnTo>
                <a:lnTo>
                  <a:pt x="336987" y="47696"/>
                </a:lnTo>
                <a:lnTo>
                  <a:pt x="376589" y="74174"/>
                </a:lnTo>
                <a:lnTo>
                  <a:pt x="406116" y="125034"/>
                </a:lnTo>
                <a:lnTo>
                  <a:pt x="430312" y="179435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2" name="tree-rectification-7-pencil-echo">
            <a:extLst xmlns:a="http://schemas.openxmlformats.org/drawingml/2006/main">
              <a:ext uri="{FF2B5EF4-FFF2-40B4-BE49-F238E27FC236}">
                <a16:creationId xmlns:a16="http://schemas.microsoft.com/office/drawing/2014/main" id="{57654896-EDEC-4934-A43E-7246477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92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1908" y="231643"/>
                </a:moveTo>
                <a:lnTo>
                  <a:pt x="426633" y="283044"/>
                </a:lnTo>
                <a:lnTo>
                  <a:pt x="409941" y="336049"/>
                </a:lnTo>
                <a:lnTo>
                  <a:pt x="375455" y="372416"/>
                </a:lnTo>
                <a:lnTo>
                  <a:pt x="332865" y="408417"/>
                </a:lnTo>
                <a:lnTo>
                  <a:pt x="284227" y="431402"/>
                </a:lnTo>
                <a:lnTo>
                  <a:pt x="227161" y="436826"/>
                </a:lnTo>
                <a:lnTo>
                  <a:pt x="173891" y="433260"/>
                </a:lnTo>
                <a:lnTo>
                  <a:pt x="120013" y="412028"/>
                </a:lnTo>
                <a:lnTo>
                  <a:pt x="84469" y="379463"/>
                </a:lnTo>
                <a:lnTo>
                  <a:pt x="49486" y="335069"/>
                </a:lnTo>
                <a:lnTo>
                  <a:pt x="27194" y="277942"/>
                </a:lnTo>
                <a:lnTo>
                  <a:pt x="15962" y="227438"/>
                </a:lnTo>
                <a:lnTo>
                  <a:pt x="29903" y="174521"/>
                </a:lnTo>
                <a:lnTo>
                  <a:pt x="44339" y="125031"/>
                </a:lnTo>
                <a:lnTo>
                  <a:pt x="80061" y="78205"/>
                </a:lnTo>
                <a:lnTo>
                  <a:pt x="124313" y="45429"/>
                </a:lnTo>
                <a:lnTo>
                  <a:pt x="175706" y="28711"/>
                </a:lnTo>
                <a:lnTo>
                  <a:pt x="227092" y="18179"/>
                </a:lnTo>
                <a:lnTo>
                  <a:pt x="281676" y="24910"/>
                </a:lnTo>
                <a:lnTo>
                  <a:pt x="334009" y="50857"/>
                </a:lnTo>
                <a:lnTo>
                  <a:pt x="380855" y="81380"/>
                </a:lnTo>
                <a:lnTo>
                  <a:pt x="414454" y="126306"/>
                </a:lnTo>
                <a:lnTo>
                  <a:pt x="427894" y="1732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13" name="tree-rectification-7">
            <a:extLst xmlns:a="http://schemas.openxmlformats.org/drawingml/2006/main">
              <a:ext uri="{FF2B5EF4-FFF2-40B4-BE49-F238E27FC236}">
                <a16:creationId xmlns:a16="http://schemas.microsoft.com/office/drawing/2014/main" id="{7B0612C5-217C-4A4C-92FF-83B098E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34358" y="231019"/>
                </a:moveTo>
                <a:lnTo>
                  <a:pt x="432863" y="279726"/>
                </a:lnTo>
                <a:lnTo>
                  <a:pt x="409166" y="336624"/>
                </a:lnTo>
                <a:lnTo>
                  <a:pt x="374478" y="373409"/>
                </a:lnTo>
                <a:lnTo>
                  <a:pt x="330447" y="414168"/>
                </a:lnTo>
                <a:lnTo>
                  <a:pt x="284051" y="434041"/>
                </a:lnTo>
                <a:lnTo>
                  <a:pt x="227256" y="436904"/>
                </a:lnTo>
                <a:lnTo>
                  <a:pt x="169512" y="432083"/>
                </a:lnTo>
                <a:lnTo>
                  <a:pt x="126145" y="406736"/>
                </a:lnTo>
                <a:lnTo>
                  <a:pt x="78914" y="372367"/>
                </a:lnTo>
                <a:lnTo>
                  <a:pt x="46792" y="337313"/>
                </a:lnTo>
                <a:lnTo>
                  <a:pt x="23069" y="286678"/>
                </a:lnTo>
                <a:lnTo>
                  <a:pt x="18702" y="226823"/>
                </a:lnTo>
                <a:lnTo>
                  <a:pt x="27000" y="172465"/>
                </a:lnTo>
                <a:lnTo>
                  <a:pt x="50195" y="125080"/>
                </a:lnTo>
                <a:lnTo>
                  <a:pt x="83324" y="79665"/>
                </a:lnTo>
                <a:lnTo>
                  <a:pt x="124009" y="44293"/>
                </a:lnTo>
                <a:lnTo>
                  <a:pt x="170904" y="22668"/>
                </a:lnTo>
                <a:lnTo>
                  <a:pt x="228950" y="21042"/>
                </a:lnTo>
                <a:lnTo>
                  <a:pt x="284349" y="28803"/>
                </a:lnTo>
                <a:lnTo>
                  <a:pt x="336707" y="43665"/>
                </a:lnTo>
                <a:lnTo>
                  <a:pt x="375045" y="83639"/>
                </a:lnTo>
                <a:lnTo>
                  <a:pt x="411267" y="123744"/>
                </a:lnTo>
                <a:lnTo>
                  <a:pt x="432571" y="174962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4" name="tree-rectification-8-pencil-echo">
            <a:extLst xmlns:a="http://schemas.openxmlformats.org/drawingml/2006/main">
              <a:ext uri="{FF2B5EF4-FFF2-40B4-BE49-F238E27FC236}">
                <a16:creationId xmlns:a16="http://schemas.microsoft.com/office/drawing/2014/main" id="{65FA93C9-A48A-4853-85D7-D0DE308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478" y="7531418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579" y="224167"/>
                </a:moveTo>
                <a:lnTo>
                  <a:pt x="430516" y="281240"/>
                </a:lnTo>
                <a:lnTo>
                  <a:pt x="414074" y="334452"/>
                </a:lnTo>
                <a:lnTo>
                  <a:pt x="377939" y="380033"/>
                </a:lnTo>
                <a:lnTo>
                  <a:pt x="336311" y="405700"/>
                </a:lnTo>
                <a:lnTo>
                  <a:pt x="287913" y="432208"/>
                </a:lnTo>
                <a:lnTo>
                  <a:pt x="225190" y="436203"/>
                </a:lnTo>
                <a:lnTo>
                  <a:pt x="175775" y="433438"/>
                </a:lnTo>
                <a:lnTo>
                  <a:pt x="121766" y="404422"/>
                </a:lnTo>
                <a:lnTo>
                  <a:pt x="76903" y="378958"/>
                </a:lnTo>
                <a:lnTo>
                  <a:pt x="47937" y="334818"/>
                </a:lnTo>
                <a:lnTo>
                  <a:pt x="21061" y="279502"/>
                </a:lnTo>
                <a:lnTo>
                  <a:pt x="22113" y="225267"/>
                </a:lnTo>
                <a:lnTo>
                  <a:pt x="22021" y="175207"/>
                </a:lnTo>
                <a:lnTo>
                  <a:pt x="47550" y="126291"/>
                </a:lnTo>
                <a:lnTo>
                  <a:pt x="82102" y="82583"/>
                </a:lnTo>
                <a:lnTo>
                  <a:pt x="126204" y="44568"/>
                </a:lnTo>
                <a:lnTo>
                  <a:pt x="174146" y="28336"/>
                </a:lnTo>
                <a:lnTo>
                  <a:pt x="231254" y="15577"/>
                </a:lnTo>
                <a:lnTo>
                  <a:pt x="281604" y="25551"/>
                </a:lnTo>
                <a:lnTo>
                  <a:pt x="329688" y="48640"/>
                </a:lnTo>
                <a:lnTo>
                  <a:pt x="381524" y="78834"/>
                </a:lnTo>
                <a:lnTo>
                  <a:pt x="407810" y="119844"/>
                </a:lnTo>
                <a:lnTo>
                  <a:pt x="428245" y="1753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15" name="tree-rectification-8">
            <a:extLst xmlns:a="http://schemas.openxmlformats.org/drawingml/2006/main">
              <a:ext uri="{FF2B5EF4-FFF2-40B4-BE49-F238E27FC236}">
                <a16:creationId xmlns:a16="http://schemas.microsoft.com/office/drawing/2014/main" id="{C25428F7-6478-4943-BB9D-6156AAC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custGeom xmlns:a="http://schemas.openxmlformats.org/drawingml/2006/main">
            <a:pathLst>
              <a:path w="457200" h="457200">
                <a:moveTo>
                  <a:pt x="440651" y="229012"/>
                </a:moveTo>
                <a:lnTo>
                  <a:pt x="434498" y="285782"/>
                </a:lnTo>
                <a:lnTo>
                  <a:pt x="410479" y="332792"/>
                </a:lnTo>
                <a:lnTo>
                  <a:pt x="373815" y="378239"/>
                </a:lnTo>
                <a:lnTo>
                  <a:pt x="333096" y="413686"/>
                </a:lnTo>
                <a:lnTo>
                  <a:pt x="280550" y="433276"/>
                </a:lnTo>
                <a:lnTo>
                  <a:pt x="227473" y="438530"/>
                </a:lnTo>
                <a:lnTo>
                  <a:pt x="174141" y="432840"/>
                </a:lnTo>
                <a:lnTo>
                  <a:pt x="120146" y="409365"/>
                </a:lnTo>
                <a:lnTo>
                  <a:pt x="77759" y="373617"/>
                </a:lnTo>
                <a:lnTo>
                  <a:pt x="49032" y="337559"/>
                </a:lnTo>
                <a:lnTo>
                  <a:pt x="27528" y="283840"/>
                </a:lnTo>
                <a:lnTo>
                  <a:pt x="17497" y="230137"/>
                </a:lnTo>
                <a:lnTo>
                  <a:pt x="30724" y="173196"/>
                </a:lnTo>
                <a:lnTo>
                  <a:pt x="46347" y="127569"/>
                </a:lnTo>
                <a:lnTo>
                  <a:pt x="81491" y="85663"/>
                </a:lnTo>
                <a:lnTo>
                  <a:pt x="120068" y="44444"/>
                </a:lnTo>
                <a:lnTo>
                  <a:pt x="172643" y="28979"/>
                </a:lnTo>
                <a:lnTo>
                  <a:pt x="223904" y="22948"/>
                </a:lnTo>
                <a:lnTo>
                  <a:pt x="281484" y="26929"/>
                </a:lnTo>
                <a:lnTo>
                  <a:pt x="329844" y="49208"/>
                </a:lnTo>
                <a:lnTo>
                  <a:pt x="378861" y="82216"/>
                </a:lnTo>
                <a:lnTo>
                  <a:pt x="408046" y="126835"/>
                </a:lnTo>
                <a:lnTo>
                  <a:pt x="432284" y="172018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16" name="generator-dataset-bottom-face-pencil-echo">
            <a:extLst xmlns:a="http://schemas.openxmlformats.org/drawingml/2006/main">
              <a:ext uri="{FF2B5EF4-FFF2-40B4-BE49-F238E27FC236}">
                <a16:creationId xmlns:a16="http://schemas.microsoft.com/office/drawing/2014/main" id="{16783411-7D30-4724-AE04-67B6455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553402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59851" y="132807"/>
                </a:moveTo>
                <a:lnTo>
                  <a:pt x="1844499" y="153866"/>
                </a:lnTo>
                <a:lnTo>
                  <a:pt x="1798199" y="171731"/>
                </a:lnTo>
                <a:lnTo>
                  <a:pt x="1726789" y="194679"/>
                </a:lnTo>
                <a:lnTo>
                  <a:pt x="1636519" y="210501"/>
                </a:lnTo>
                <a:lnTo>
                  <a:pt x="1489519" y="223382"/>
                </a:lnTo>
                <a:lnTo>
                  <a:pt x="1363658" y="236111"/>
                </a:lnTo>
                <a:lnTo>
                  <a:pt x="1198358" y="244449"/>
                </a:lnTo>
                <a:lnTo>
                  <a:pt x="1032471" y="248186"/>
                </a:lnTo>
                <a:lnTo>
                  <a:pt x="858950" y="248017"/>
                </a:lnTo>
                <a:lnTo>
                  <a:pt x="696657" y="242322"/>
                </a:lnTo>
                <a:lnTo>
                  <a:pt x="524847" y="236706"/>
                </a:lnTo>
                <a:lnTo>
                  <a:pt x="394136" y="223243"/>
                </a:lnTo>
                <a:lnTo>
                  <a:pt x="264934" y="211263"/>
                </a:lnTo>
                <a:lnTo>
                  <a:pt x="157093" y="194822"/>
                </a:lnTo>
                <a:lnTo>
                  <a:pt x="69618" y="173056"/>
                </a:lnTo>
                <a:lnTo>
                  <a:pt x="29858" y="157367"/>
                </a:lnTo>
                <a:lnTo>
                  <a:pt x="20074" y="131962"/>
                </a:lnTo>
                <a:lnTo>
                  <a:pt x="29144" y="114437"/>
                </a:lnTo>
                <a:lnTo>
                  <a:pt x="100662" y="91078"/>
                </a:lnTo>
                <a:lnTo>
                  <a:pt x="147521" y="74545"/>
                </a:lnTo>
                <a:lnTo>
                  <a:pt x="270324" y="57910"/>
                </a:lnTo>
                <a:lnTo>
                  <a:pt x="396981" y="43025"/>
                </a:lnTo>
                <a:lnTo>
                  <a:pt x="529670" y="32635"/>
                </a:lnTo>
                <a:lnTo>
                  <a:pt x="685277" y="21139"/>
                </a:lnTo>
                <a:lnTo>
                  <a:pt x="854838" y="18764"/>
                </a:lnTo>
                <a:lnTo>
                  <a:pt x="1025970" y="18097"/>
                </a:lnTo>
                <a:lnTo>
                  <a:pt x="1199187" y="22559"/>
                </a:lnTo>
                <a:lnTo>
                  <a:pt x="1350365" y="30166"/>
                </a:lnTo>
                <a:lnTo>
                  <a:pt x="1501482" y="43153"/>
                </a:lnTo>
                <a:lnTo>
                  <a:pt x="1635449" y="57253"/>
                </a:lnTo>
                <a:lnTo>
                  <a:pt x="1740498" y="73377"/>
                </a:lnTo>
                <a:lnTo>
                  <a:pt x="1808112" y="90962"/>
                </a:lnTo>
                <a:lnTo>
                  <a:pt x="1864424" y="108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17" name="genera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4D6D9394-D24A-4FBD-A892-4A17CC25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2450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1769" y="135703"/>
                </a:moveTo>
                <a:lnTo>
                  <a:pt x="1865375" y="153554"/>
                </a:lnTo>
                <a:lnTo>
                  <a:pt x="1822312" y="175748"/>
                </a:lnTo>
                <a:lnTo>
                  <a:pt x="1712197" y="193027"/>
                </a:lnTo>
                <a:lnTo>
                  <a:pt x="1619658" y="209120"/>
                </a:lnTo>
                <a:lnTo>
                  <a:pt x="1511193" y="227393"/>
                </a:lnTo>
                <a:lnTo>
                  <a:pt x="1351303" y="236557"/>
                </a:lnTo>
                <a:lnTo>
                  <a:pt x="1197353" y="244130"/>
                </a:lnTo>
                <a:lnTo>
                  <a:pt x="1026972" y="244861"/>
                </a:lnTo>
                <a:lnTo>
                  <a:pt x="860524" y="245058"/>
                </a:lnTo>
                <a:lnTo>
                  <a:pt x="693179" y="240472"/>
                </a:lnTo>
                <a:lnTo>
                  <a:pt x="524572" y="235684"/>
                </a:lnTo>
                <a:lnTo>
                  <a:pt x="381595" y="227288"/>
                </a:lnTo>
                <a:lnTo>
                  <a:pt x="258932" y="212487"/>
                </a:lnTo>
                <a:lnTo>
                  <a:pt x="154023" y="193873"/>
                </a:lnTo>
                <a:lnTo>
                  <a:pt x="74680" y="174624"/>
                </a:lnTo>
                <a:lnTo>
                  <a:pt x="22199" y="152100"/>
                </a:lnTo>
                <a:lnTo>
                  <a:pt x="39312" y="135379"/>
                </a:lnTo>
                <a:lnTo>
                  <a:pt x="36593" y="115104"/>
                </a:lnTo>
                <a:lnTo>
                  <a:pt x="78728" y="90795"/>
                </a:lnTo>
                <a:lnTo>
                  <a:pt x="142300" y="74172"/>
                </a:lnTo>
                <a:lnTo>
                  <a:pt x="248245" y="55779"/>
                </a:lnTo>
                <a:lnTo>
                  <a:pt x="397878" y="42072"/>
                </a:lnTo>
                <a:lnTo>
                  <a:pt x="526931" y="29524"/>
                </a:lnTo>
                <a:lnTo>
                  <a:pt x="686915" y="20971"/>
                </a:lnTo>
                <a:lnTo>
                  <a:pt x="860152" y="21787"/>
                </a:lnTo>
                <a:lnTo>
                  <a:pt x="1029215" y="19960"/>
                </a:lnTo>
                <a:lnTo>
                  <a:pt x="1192602" y="24078"/>
                </a:lnTo>
                <a:lnTo>
                  <a:pt x="1361829" y="29878"/>
                </a:lnTo>
                <a:lnTo>
                  <a:pt x="1495554" y="40870"/>
                </a:lnTo>
                <a:lnTo>
                  <a:pt x="1613805" y="59695"/>
                </a:lnTo>
                <a:lnTo>
                  <a:pt x="1739113" y="74244"/>
                </a:lnTo>
                <a:lnTo>
                  <a:pt x="1816127" y="93803"/>
                </a:lnTo>
                <a:lnTo>
                  <a:pt x="1848035" y="110790"/>
                </a:lnTo>
                <a:close/>
              </a:path>
            </a:pathLst>
          </a:custGeom>
          <a:solidFill xmlns:a="http://schemas.openxmlformats.org/drawingml/2006/main">
            <a:srgbClr val="C9DD70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18" name="generator-dataset-front-face-pencil-echo">
            <a:extLst xmlns:a="http://schemas.openxmlformats.org/drawingml/2006/main">
              <a:ext uri="{FF2B5EF4-FFF2-40B4-BE49-F238E27FC236}">
                <a16:creationId xmlns:a16="http://schemas.microsoft.com/office/drawing/2014/main" id="{D3D083F2-1FA9-42FE-A313-64F0EF5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5153025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4489"/>
                </a:moveTo>
                <a:lnTo>
                  <a:pt x="283029" y="18133"/>
                </a:lnTo>
                <a:lnTo>
                  <a:pt x="547007" y="23268"/>
                </a:lnTo>
                <a:lnTo>
                  <a:pt x="810986" y="23813"/>
                </a:lnTo>
                <a:lnTo>
                  <a:pt x="1074964" y="17674"/>
                </a:lnTo>
                <a:lnTo>
                  <a:pt x="1338943" y="18614"/>
                </a:lnTo>
                <a:lnTo>
                  <a:pt x="1602921" y="19429"/>
                </a:lnTo>
                <a:lnTo>
                  <a:pt x="1866900" y="28502"/>
                </a:lnTo>
                <a:lnTo>
                  <a:pt x="1873331" y="114300"/>
                </a:lnTo>
                <a:lnTo>
                  <a:pt x="1860127" y="209550"/>
                </a:lnTo>
                <a:lnTo>
                  <a:pt x="1874940" y="304800"/>
                </a:lnTo>
                <a:lnTo>
                  <a:pt x="1858218" y="400050"/>
                </a:lnTo>
                <a:lnTo>
                  <a:pt x="1871713" y="495300"/>
                </a:lnTo>
                <a:lnTo>
                  <a:pt x="1602921" y="495417"/>
                </a:lnTo>
                <a:lnTo>
                  <a:pt x="1338943" y="490768"/>
                </a:lnTo>
                <a:lnTo>
                  <a:pt x="1074964" y="503154"/>
                </a:lnTo>
                <a:lnTo>
                  <a:pt x="810986" y="488331"/>
                </a:lnTo>
                <a:lnTo>
                  <a:pt x="547007" y="487741"/>
                </a:lnTo>
                <a:lnTo>
                  <a:pt x="283029" y="495440"/>
                </a:lnTo>
                <a:lnTo>
                  <a:pt x="19050" y="492452"/>
                </a:lnTo>
                <a:lnTo>
                  <a:pt x="20603" y="400050"/>
                </a:lnTo>
                <a:lnTo>
                  <a:pt x="16791" y="304800"/>
                </a:lnTo>
                <a:lnTo>
                  <a:pt x="25468" y="209550"/>
                </a:lnTo>
                <a:lnTo>
                  <a:pt x="26248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19" name="genera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C620724E-6B0A-4C78-9812-4B6CA9E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43500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7738"/>
                </a:moveTo>
                <a:lnTo>
                  <a:pt x="283029" y="22052"/>
                </a:lnTo>
                <a:lnTo>
                  <a:pt x="547007" y="20436"/>
                </a:lnTo>
                <a:lnTo>
                  <a:pt x="810986" y="11293"/>
                </a:lnTo>
                <a:lnTo>
                  <a:pt x="1074964" y="12803"/>
                </a:lnTo>
                <a:lnTo>
                  <a:pt x="1338943" y="12936"/>
                </a:lnTo>
                <a:lnTo>
                  <a:pt x="1602921" y="18863"/>
                </a:lnTo>
                <a:lnTo>
                  <a:pt x="1866900" y="20490"/>
                </a:lnTo>
                <a:lnTo>
                  <a:pt x="1858034" y="114300"/>
                </a:lnTo>
                <a:lnTo>
                  <a:pt x="1863594" y="209550"/>
                </a:lnTo>
                <a:lnTo>
                  <a:pt x="1871565" y="304800"/>
                </a:lnTo>
                <a:lnTo>
                  <a:pt x="1861601" y="400050"/>
                </a:lnTo>
                <a:lnTo>
                  <a:pt x="1859638" y="495300"/>
                </a:lnTo>
                <a:lnTo>
                  <a:pt x="1602921" y="503662"/>
                </a:lnTo>
                <a:lnTo>
                  <a:pt x="1338943" y="504406"/>
                </a:lnTo>
                <a:lnTo>
                  <a:pt x="1074964" y="486725"/>
                </a:lnTo>
                <a:lnTo>
                  <a:pt x="810986" y="496258"/>
                </a:lnTo>
                <a:lnTo>
                  <a:pt x="547007" y="489584"/>
                </a:lnTo>
                <a:lnTo>
                  <a:pt x="283029" y="504820"/>
                </a:lnTo>
                <a:lnTo>
                  <a:pt x="19050" y="492344"/>
                </a:lnTo>
                <a:lnTo>
                  <a:pt x="10217" y="400050"/>
                </a:lnTo>
                <a:lnTo>
                  <a:pt x="11658" y="304800"/>
                </a:lnTo>
                <a:lnTo>
                  <a:pt x="14176" y="209550"/>
                </a:lnTo>
                <a:lnTo>
                  <a:pt x="27839" y="114300"/>
                </a:lnTo>
                <a:close/>
              </a:path>
            </a:pathLst>
          </a:custGeom>
          <a:solidFill xmlns:a="http://schemas.openxmlformats.org/drawingml/2006/main">
            <a:srgbClr val="DDF18B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0" name="generator-dataset-top-face-pencil-echo">
            <a:extLst xmlns:a="http://schemas.openxmlformats.org/drawingml/2006/main">
              <a:ext uri="{FF2B5EF4-FFF2-40B4-BE49-F238E27FC236}">
                <a16:creationId xmlns:a16="http://schemas.microsoft.com/office/drawing/2014/main" id="{ADB7A1FD-AD5C-475D-BFC4-AF064BA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501967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82513" y="132226"/>
                </a:moveTo>
                <a:lnTo>
                  <a:pt x="1865648" y="151711"/>
                </a:lnTo>
                <a:lnTo>
                  <a:pt x="1799623" y="173349"/>
                </a:lnTo>
                <a:lnTo>
                  <a:pt x="1737477" y="194856"/>
                </a:lnTo>
                <a:lnTo>
                  <a:pt x="1620682" y="209102"/>
                </a:lnTo>
                <a:lnTo>
                  <a:pt x="1512143" y="225513"/>
                </a:lnTo>
                <a:lnTo>
                  <a:pt x="1360613" y="236270"/>
                </a:lnTo>
                <a:lnTo>
                  <a:pt x="1190527" y="242823"/>
                </a:lnTo>
                <a:lnTo>
                  <a:pt x="1031378" y="246876"/>
                </a:lnTo>
                <a:lnTo>
                  <a:pt x="859245" y="247798"/>
                </a:lnTo>
                <a:lnTo>
                  <a:pt x="686438" y="244800"/>
                </a:lnTo>
                <a:lnTo>
                  <a:pt x="527733" y="235343"/>
                </a:lnTo>
                <a:lnTo>
                  <a:pt x="377129" y="224496"/>
                </a:lnTo>
                <a:lnTo>
                  <a:pt x="246201" y="212410"/>
                </a:lnTo>
                <a:lnTo>
                  <a:pt x="140914" y="194740"/>
                </a:lnTo>
                <a:lnTo>
                  <a:pt x="86457" y="177428"/>
                </a:lnTo>
                <a:lnTo>
                  <a:pt x="45764" y="156097"/>
                </a:lnTo>
                <a:lnTo>
                  <a:pt x="14549" y="135542"/>
                </a:lnTo>
                <a:lnTo>
                  <a:pt x="51055" y="112677"/>
                </a:lnTo>
                <a:lnTo>
                  <a:pt x="67364" y="90227"/>
                </a:lnTo>
                <a:lnTo>
                  <a:pt x="153591" y="70826"/>
                </a:lnTo>
                <a:lnTo>
                  <a:pt x="251897" y="54541"/>
                </a:lnTo>
                <a:lnTo>
                  <a:pt x="379909" y="40920"/>
                </a:lnTo>
                <a:lnTo>
                  <a:pt x="541224" y="31538"/>
                </a:lnTo>
                <a:lnTo>
                  <a:pt x="694049" y="25927"/>
                </a:lnTo>
                <a:lnTo>
                  <a:pt x="861229" y="21289"/>
                </a:lnTo>
                <a:lnTo>
                  <a:pt x="1029036" y="22136"/>
                </a:lnTo>
                <a:lnTo>
                  <a:pt x="1200753" y="23390"/>
                </a:lnTo>
                <a:lnTo>
                  <a:pt x="1363404" y="29256"/>
                </a:lnTo>
                <a:lnTo>
                  <a:pt x="1501263" y="42089"/>
                </a:lnTo>
                <a:lnTo>
                  <a:pt x="1619841" y="57185"/>
                </a:lnTo>
                <a:lnTo>
                  <a:pt x="1730849" y="72015"/>
                </a:lnTo>
                <a:lnTo>
                  <a:pt x="1785951" y="92625"/>
                </a:lnTo>
                <a:lnTo>
                  <a:pt x="1831133" y="113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1" name="genera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6EBA6B9E-2E69-4873-A896-3F3C9BB0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60180" y="134445"/>
                </a:moveTo>
                <a:lnTo>
                  <a:pt x="1848993" y="154464"/>
                </a:lnTo>
                <a:lnTo>
                  <a:pt x="1808026" y="172231"/>
                </a:lnTo>
                <a:lnTo>
                  <a:pt x="1742604" y="195268"/>
                </a:lnTo>
                <a:lnTo>
                  <a:pt x="1635315" y="210281"/>
                </a:lnTo>
                <a:lnTo>
                  <a:pt x="1506264" y="223516"/>
                </a:lnTo>
                <a:lnTo>
                  <a:pt x="1360806" y="238078"/>
                </a:lnTo>
                <a:lnTo>
                  <a:pt x="1199593" y="242904"/>
                </a:lnTo>
                <a:lnTo>
                  <a:pt x="1026654" y="246765"/>
                </a:lnTo>
                <a:lnTo>
                  <a:pt x="854344" y="249423"/>
                </a:lnTo>
                <a:lnTo>
                  <a:pt x="695823" y="241251"/>
                </a:lnTo>
                <a:lnTo>
                  <a:pt x="524942" y="237192"/>
                </a:lnTo>
                <a:lnTo>
                  <a:pt x="390419" y="225852"/>
                </a:lnTo>
                <a:lnTo>
                  <a:pt x="261777" y="211859"/>
                </a:lnTo>
                <a:lnTo>
                  <a:pt x="163230" y="194654"/>
                </a:lnTo>
                <a:lnTo>
                  <a:pt x="62980" y="174634"/>
                </a:lnTo>
                <a:lnTo>
                  <a:pt x="20054" y="155439"/>
                </a:lnTo>
                <a:lnTo>
                  <a:pt x="9193" y="131478"/>
                </a:lnTo>
                <a:lnTo>
                  <a:pt x="34422" y="115411"/>
                </a:lnTo>
                <a:lnTo>
                  <a:pt x="67034" y="88849"/>
                </a:lnTo>
                <a:lnTo>
                  <a:pt x="148045" y="73830"/>
                </a:lnTo>
                <a:lnTo>
                  <a:pt x="275291" y="58104"/>
                </a:lnTo>
                <a:lnTo>
                  <a:pt x="376178" y="38491"/>
                </a:lnTo>
                <a:lnTo>
                  <a:pt x="533301" y="30139"/>
                </a:lnTo>
                <a:lnTo>
                  <a:pt x="685119" y="22130"/>
                </a:lnTo>
                <a:lnTo>
                  <a:pt x="856628" y="19473"/>
                </a:lnTo>
                <a:lnTo>
                  <a:pt x="1026687" y="16990"/>
                </a:lnTo>
                <a:lnTo>
                  <a:pt x="1194062" y="24446"/>
                </a:lnTo>
                <a:lnTo>
                  <a:pt x="1363176" y="30456"/>
                </a:lnTo>
                <a:lnTo>
                  <a:pt x="1513072" y="41064"/>
                </a:lnTo>
                <a:lnTo>
                  <a:pt x="1621211" y="58213"/>
                </a:lnTo>
                <a:lnTo>
                  <a:pt x="1738364" y="69540"/>
                </a:lnTo>
                <a:lnTo>
                  <a:pt x="1805610" y="91133"/>
                </a:lnTo>
                <a:lnTo>
                  <a:pt x="1855155" y="109446"/>
                </a:lnTo>
                <a:close/>
              </a:path>
            </a:pathLst>
          </a:custGeom>
          <a:solidFill xmlns:a="http://schemas.openxmlformats.org/drawingml/2006/main">
            <a:srgbClr val="EDF7B1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2" name="implementor-dataset-bottom-face-pencil-echo">
            <a:extLst xmlns:a="http://schemas.openxmlformats.org/drawingml/2006/main">
              <a:ext uri="{FF2B5EF4-FFF2-40B4-BE49-F238E27FC236}">
                <a16:creationId xmlns:a16="http://schemas.microsoft.com/office/drawing/2014/main" id="{24F20163-076E-4E06-8974-1D474F4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671512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4858" y="134310"/>
                </a:moveTo>
                <a:lnTo>
                  <a:pt x="1869820" y="152374"/>
                </a:lnTo>
                <a:lnTo>
                  <a:pt x="1788262" y="171746"/>
                </a:lnTo>
                <a:lnTo>
                  <a:pt x="1739417" y="191565"/>
                </a:lnTo>
                <a:lnTo>
                  <a:pt x="1637389" y="209944"/>
                </a:lnTo>
                <a:lnTo>
                  <a:pt x="1490670" y="222476"/>
                </a:lnTo>
                <a:lnTo>
                  <a:pt x="1349057" y="233207"/>
                </a:lnTo>
                <a:lnTo>
                  <a:pt x="1195694" y="243890"/>
                </a:lnTo>
                <a:lnTo>
                  <a:pt x="1025407" y="246082"/>
                </a:lnTo>
                <a:lnTo>
                  <a:pt x="859841" y="247080"/>
                </a:lnTo>
                <a:lnTo>
                  <a:pt x="687152" y="244030"/>
                </a:lnTo>
                <a:lnTo>
                  <a:pt x="533661" y="236199"/>
                </a:lnTo>
                <a:lnTo>
                  <a:pt x="388182" y="225591"/>
                </a:lnTo>
                <a:lnTo>
                  <a:pt x="256071" y="208733"/>
                </a:lnTo>
                <a:lnTo>
                  <a:pt x="151574" y="193570"/>
                </a:lnTo>
                <a:lnTo>
                  <a:pt x="76791" y="175969"/>
                </a:lnTo>
                <a:lnTo>
                  <a:pt x="23808" y="157814"/>
                </a:lnTo>
                <a:lnTo>
                  <a:pt x="39366" y="135971"/>
                </a:lnTo>
                <a:lnTo>
                  <a:pt x="49783" y="111467"/>
                </a:lnTo>
                <a:lnTo>
                  <a:pt x="75372" y="91353"/>
                </a:lnTo>
                <a:lnTo>
                  <a:pt x="150226" y="72501"/>
                </a:lnTo>
                <a:lnTo>
                  <a:pt x="256712" y="57213"/>
                </a:lnTo>
                <a:lnTo>
                  <a:pt x="379429" y="41916"/>
                </a:lnTo>
                <a:lnTo>
                  <a:pt x="527854" y="31592"/>
                </a:lnTo>
                <a:lnTo>
                  <a:pt x="687344" y="21943"/>
                </a:lnTo>
                <a:lnTo>
                  <a:pt x="858974" y="20155"/>
                </a:lnTo>
                <a:lnTo>
                  <a:pt x="1024940" y="21067"/>
                </a:lnTo>
                <a:lnTo>
                  <a:pt x="1192309" y="24319"/>
                </a:lnTo>
                <a:lnTo>
                  <a:pt x="1352202" y="32802"/>
                </a:lnTo>
                <a:lnTo>
                  <a:pt x="1497118" y="40688"/>
                </a:lnTo>
                <a:lnTo>
                  <a:pt x="1629358" y="54834"/>
                </a:lnTo>
                <a:lnTo>
                  <a:pt x="1723742" y="75890"/>
                </a:lnTo>
                <a:lnTo>
                  <a:pt x="1821680" y="93902"/>
                </a:lnTo>
                <a:lnTo>
                  <a:pt x="1866761" y="1098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3" name="implemento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EC7D9905-DF2D-4CE8-90E3-E16C015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70560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47698" y="133184"/>
                </a:moveTo>
                <a:lnTo>
                  <a:pt x="1862152" y="152130"/>
                </a:lnTo>
                <a:lnTo>
                  <a:pt x="1822328" y="173958"/>
                </a:lnTo>
                <a:lnTo>
                  <a:pt x="1736834" y="192891"/>
                </a:lnTo>
                <a:lnTo>
                  <a:pt x="1613409" y="207318"/>
                </a:lnTo>
                <a:lnTo>
                  <a:pt x="1509430" y="223719"/>
                </a:lnTo>
                <a:lnTo>
                  <a:pt x="1360018" y="239017"/>
                </a:lnTo>
                <a:lnTo>
                  <a:pt x="1201127" y="245316"/>
                </a:lnTo>
                <a:lnTo>
                  <a:pt x="1031687" y="248068"/>
                </a:lnTo>
                <a:lnTo>
                  <a:pt x="853558" y="248240"/>
                </a:lnTo>
                <a:lnTo>
                  <a:pt x="696983" y="241489"/>
                </a:lnTo>
                <a:lnTo>
                  <a:pt x="524057" y="238797"/>
                </a:lnTo>
                <a:lnTo>
                  <a:pt x="395007" y="224122"/>
                </a:lnTo>
                <a:lnTo>
                  <a:pt x="251510" y="212245"/>
                </a:lnTo>
                <a:lnTo>
                  <a:pt x="161265" y="194602"/>
                </a:lnTo>
                <a:lnTo>
                  <a:pt x="87107" y="176444"/>
                </a:lnTo>
                <a:lnTo>
                  <a:pt x="40895" y="154220"/>
                </a:lnTo>
                <a:lnTo>
                  <a:pt x="32686" y="130468"/>
                </a:lnTo>
                <a:lnTo>
                  <a:pt x="51761" y="112026"/>
                </a:lnTo>
                <a:lnTo>
                  <a:pt x="64057" y="90618"/>
                </a:lnTo>
                <a:lnTo>
                  <a:pt x="143606" y="73268"/>
                </a:lnTo>
                <a:lnTo>
                  <a:pt x="249304" y="53580"/>
                </a:lnTo>
                <a:lnTo>
                  <a:pt x="385739" y="43455"/>
                </a:lnTo>
                <a:lnTo>
                  <a:pt x="531516" y="31204"/>
                </a:lnTo>
                <a:lnTo>
                  <a:pt x="688528" y="22056"/>
                </a:lnTo>
                <a:lnTo>
                  <a:pt x="859836" y="18668"/>
                </a:lnTo>
                <a:lnTo>
                  <a:pt x="1029981" y="21500"/>
                </a:lnTo>
                <a:lnTo>
                  <a:pt x="1198622" y="21881"/>
                </a:lnTo>
                <a:lnTo>
                  <a:pt x="1350927" y="31302"/>
                </a:lnTo>
                <a:lnTo>
                  <a:pt x="1507778" y="39274"/>
                </a:lnTo>
                <a:lnTo>
                  <a:pt x="1615261" y="56901"/>
                </a:lnTo>
                <a:lnTo>
                  <a:pt x="1715182" y="72394"/>
                </a:lnTo>
                <a:lnTo>
                  <a:pt x="1799336" y="92807"/>
                </a:lnTo>
                <a:lnTo>
                  <a:pt x="1839619" y="109652"/>
                </a:lnTo>
                <a:close/>
              </a:path>
            </a:pathLst>
          </a:custGeom>
          <a:solidFill xmlns:a="http://schemas.openxmlformats.org/drawingml/2006/main">
            <a:srgbClr val="7FBE6D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4" name="implementor-dataset-front-face-pencil-echo">
            <a:extLst xmlns:a="http://schemas.openxmlformats.org/drawingml/2006/main">
              <a:ext uri="{FF2B5EF4-FFF2-40B4-BE49-F238E27FC236}">
                <a16:creationId xmlns:a16="http://schemas.microsoft.com/office/drawing/2014/main" id="{1D3036CB-F04F-46AD-8FEE-A39ADA62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6334125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25698"/>
                </a:moveTo>
                <a:lnTo>
                  <a:pt x="283029" y="17008"/>
                </a:lnTo>
                <a:lnTo>
                  <a:pt x="547007" y="25580"/>
                </a:lnTo>
                <a:lnTo>
                  <a:pt x="810986" y="21954"/>
                </a:lnTo>
                <a:lnTo>
                  <a:pt x="1074964" y="12236"/>
                </a:lnTo>
                <a:lnTo>
                  <a:pt x="1338943" y="27863"/>
                </a:lnTo>
                <a:lnTo>
                  <a:pt x="1602921" y="26408"/>
                </a:lnTo>
                <a:lnTo>
                  <a:pt x="1866900" y="11119"/>
                </a:lnTo>
                <a:lnTo>
                  <a:pt x="1859342" y="114300"/>
                </a:lnTo>
                <a:lnTo>
                  <a:pt x="1869880" y="209550"/>
                </a:lnTo>
                <a:lnTo>
                  <a:pt x="1868978" y="304800"/>
                </a:lnTo>
                <a:lnTo>
                  <a:pt x="1869453" y="400050"/>
                </a:lnTo>
                <a:lnTo>
                  <a:pt x="1862235" y="495300"/>
                </a:lnTo>
                <a:lnTo>
                  <a:pt x="1602921" y="503548"/>
                </a:lnTo>
                <a:lnTo>
                  <a:pt x="1338943" y="487224"/>
                </a:lnTo>
                <a:lnTo>
                  <a:pt x="1074964" y="502873"/>
                </a:lnTo>
                <a:lnTo>
                  <a:pt x="810986" y="490516"/>
                </a:lnTo>
                <a:lnTo>
                  <a:pt x="547007" y="495548"/>
                </a:lnTo>
                <a:lnTo>
                  <a:pt x="283029" y="501746"/>
                </a:lnTo>
                <a:lnTo>
                  <a:pt x="19050" y="498850"/>
                </a:lnTo>
                <a:lnTo>
                  <a:pt x="10407" y="400050"/>
                </a:lnTo>
                <a:lnTo>
                  <a:pt x="12593" y="304800"/>
                </a:lnTo>
                <a:lnTo>
                  <a:pt x="11172" y="209550"/>
                </a:lnTo>
                <a:lnTo>
                  <a:pt x="10611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5" name="implemento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479F0C8F-EEEB-4E15-B183-021043D9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24600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4750"/>
                </a:moveTo>
                <a:lnTo>
                  <a:pt x="283029" y="14982"/>
                </a:lnTo>
                <a:lnTo>
                  <a:pt x="547007" y="25154"/>
                </a:lnTo>
                <a:lnTo>
                  <a:pt x="810986" y="25661"/>
                </a:lnTo>
                <a:lnTo>
                  <a:pt x="1074964" y="21401"/>
                </a:lnTo>
                <a:lnTo>
                  <a:pt x="1338943" y="19408"/>
                </a:lnTo>
                <a:lnTo>
                  <a:pt x="1602921" y="23800"/>
                </a:lnTo>
                <a:lnTo>
                  <a:pt x="1866900" y="10280"/>
                </a:lnTo>
                <a:lnTo>
                  <a:pt x="1861684" y="114300"/>
                </a:lnTo>
                <a:lnTo>
                  <a:pt x="1875687" y="209550"/>
                </a:lnTo>
                <a:lnTo>
                  <a:pt x="1860837" y="304800"/>
                </a:lnTo>
                <a:lnTo>
                  <a:pt x="1876133" y="400050"/>
                </a:lnTo>
                <a:lnTo>
                  <a:pt x="1865537" y="495300"/>
                </a:lnTo>
                <a:lnTo>
                  <a:pt x="1602921" y="486513"/>
                </a:lnTo>
                <a:lnTo>
                  <a:pt x="1338943" y="487322"/>
                </a:lnTo>
                <a:lnTo>
                  <a:pt x="1074964" y="504328"/>
                </a:lnTo>
                <a:lnTo>
                  <a:pt x="810986" y="490134"/>
                </a:lnTo>
                <a:lnTo>
                  <a:pt x="547007" y="491426"/>
                </a:lnTo>
                <a:lnTo>
                  <a:pt x="283029" y="497149"/>
                </a:lnTo>
                <a:lnTo>
                  <a:pt x="19050" y="501646"/>
                </a:lnTo>
                <a:lnTo>
                  <a:pt x="13296" y="400050"/>
                </a:lnTo>
                <a:lnTo>
                  <a:pt x="27842" y="304800"/>
                </a:lnTo>
                <a:lnTo>
                  <a:pt x="10817" y="209550"/>
                </a:lnTo>
                <a:lnTo>
                  <a:pt x="28187" y="114300"/>
                </a:lnTo>
                <a:close/>
              </a:path>
            </a:pathLst>
          </a:custGeom>
          <a:solidFill xmlns:a="http://schemas.openxmlformats.org/drawingml/2006/main">
            <a:srgbClr val="9DDA84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6" name="implementor-dataset-top-face-pencil-echo">
            <a:extLst xmlns:a="http://schemas.openxmlformats.org/drawingml/2006/main">
              <a:ext uri="{FF2B5EF4-FFF2-40B4-BE49-F238E27FC236}">
                <a16:creationId xmlns:a16="http://schemas.microsoft.com/office/drawing/2014/main" id="{932C7D3C-CA0F-48ED-B21B-AEE605E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620077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80453" y="133202"/>
                </a:moveTo>
                <a:lnTo>
                  <a:pt x="1845305" y="152891"/>
                </a:lnTo>
                <a:lnTo>
                  <a:pt x="1784404" y="176773"/>
                </a:lnTo>
                <a:lnTo>
                  <a:pt x="1728177" y="193196"/>
                </a:lnTo>
                <a:lnTo>
                  <a:pt x="1618268" y="212183"/>
                </a:lnTo>
                <a:lnTo>
                  <a:pt x="1498540" y="223808"/>
                </a:lnTo>
                <a:lnTo>
                  <a:pt x="1359426" y="235601"/>
                </a:lnTo>
                <a:lnTo>
                  <a:pt x="1194035" y="244539"/>
                </a:lnTo>
                <a:lnTo>
                  <a:pt x="1026225" y="247312"/>
                </a:lnTo>
                <a:lnTo>
                  <a:pt x="857105" y="247477"/>
                </a:lnTo>
                <a:lnTo>
                  <a:pt x="683476" y="243944"/>
                </a:lnTo>
                <a:lnTo>
                  <a:pt x="535849" y="236584"/>
                </a:lnTo>
                <a:lnTo>
                  <a:pt x="388596" y="225952"/>
                </a:lnTo>
                <a:lnTo>
                  <a:pt x="274871" y="209887"/>
                </a:lnTo>
                <a:lnTo>
                  <a:pt x="150467" y="196546"/>
                </a:lnTo>
                <a:lnTo>
                  <a:pt x="67926" y="176526"/>
                </a:lnTo>
                <a:lnTo>
                  <a:pt x="17378" y="155269"/>
                </a:lnTo>
                <a:lnTo>
                  <a:pt x="12989" y="135879"/>
                </a:lnTo>
                <a:lnTo>
                  <a:pt x="17174" y="109253"/>
                </a:lnTo>
                <a:lnTo>
                  <a:pt x="83305" y="91216"/>
                </a:lnTo>
                <a:lnTo>
                  <a:pt x="151536" y="71660"/>
                </a:lnTo>
                <a:lnTo>
                  <a:pt x="272872" y="55423"/>
                </a:lnTo>
                <a:lnTo>
                  <a:pt x="391498" y="42914"/>
                </a:lnTo>
                <a:lnTo>
                  <a:pt x="532375" y="29623"/>
                </a:lnTo>
                <a:lnTo>
                  <a:pt x="685923" y="21580"/>
                </a:lnTo>
                <a:lnTo>
                  <a:pt x="861987" y="21078"/>
                </a:lnTo>
                <a:lnTo>
                  <a:pt x="1028311" y="18224"/>
                </a:lnTo>
                <a:lnTo>
                  <a:pt x="1201839" y="21664"/>
                </a:lnTo>
                <a:lnTo>
                  <a:pt x="1353814" y="29377"/>
                </a:lnTo>
                <a:lnTo>
                  <a:pt x="1489397" y="41584"/>
                </a:lnTo>
                <a:lnTo>
                  <a:pt x="1621279" y="58681"/>
                </a:lnTo>
                <a:lnTo>
                  <a:pt x="1726428" y="74927"/>
                </a:lnTo>
                <a:lnTo>
                  <a:pt x="1795533" y="91575"/>
                </a:lnTo>
                <a:lnTo>
                  <a:pt x="1834527" y="1137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7" name="implementor-dataset-top-face">
            <a:extLst xmlns:a="http://schemas.openxmlformats.org/drawingml/2006/main">
              <a:ext uri="{FF2B5EF4-FFF2-40B4-BE49-F238E27FC236}">
                <a16:creationId xmlns:a16="http://schemas.microsoft.com/office/drawing/2014/main" id="{C3FCA98C-57EF-49E6-993F-29B10CEF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9125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61218" y="132023"/>
                </a:moveTo>
                <a:lnTo>
                  <a:pt x="1834570" y="155046"/>
                </a:lnTo>
                <a:lnTo>
                  <a:pt x="1805876" y="177857"/>
                </a:lnTo>
                <a:lnTo>
                  <a:pt x="1743371" y="196395"/>
                </a:lnTo>
                <a:lnTo>
                  <a:pt x="1636482" y="209327"/>
                </a:lnTo>
                <a:lnTo>
                  <a:pt x="1507064" y="223790"/>
                </a:lnTo>
                <a:lnTo>
                  <a:pt x="1356321" y="235964"/>
                </a:lnTo>
                <a:lnTo>
                  <a:pt x="1190634" y="242707"/>
                </a:lnTo>
                <a:lnTo>
                  <a:pt x="1024457" y="245024"/>
                </a:lnTo>
                <a:lnTo>
                  <a:pt x="858321" y="248025"/>
                </a:lnTo>
                <a:lnTo>
                  <a:pt x="683341" y="244190"/>
                </a:lnTo>
                <a:lnTo>
                  <a:pt x="539603" y="233600"/>
                </a:lnTo>
                <a:lnTo>
                  <a:pt x="380634" y="225275"/>
                </a:lnTo>
                <a:lnTo>
                  <a:pt x="261469" y="210913"/>
                </a:lnTo>
                <a:lnTo>
                  <a:pt x="172743" y="194837"/>
                </a:lnTo>
                <a:lnTo>
                  <a:pt x="87717" y="171282"/>
                </a:lnTo>
                <a:lnTo>
                  <a:pt x="34182" y="153760"/>
                </a:lnTo>
                <a:lnTo>
                  <a:pt x="10092" y="134892"/>
                </a:lnTo>
                <a:lnTo>
                  <a:pt x="27678" y="111434"/>
                </a:lnTo>
                <a:lnTo>
                  <a:pt x="65249" y="89060"/>
                </a:lnTo>
                <a:lnTo>
                  <a:pt x="168963" y="72952"/>
                </a:lnTo>
                <a:lnTo>
                  <a:pt x="263114" y="57386"/>
                </a:lnTo>
                <a:lnTo>
                  <a:pt x="372829" y="42032"/>
                </a:lnTo>
                <a:lnTo>
                  <a:pt x="527911" y="31969"/>
                </a:lnTo>
                <a:lnTo>
                  <a:pt x="686125" y="20557"/>
                </a:lnTo>
                <a:lnTo>
                  <a:pt x="857945" y="17399"/>
                </a:lnTo>
                <a:lnTo>
                  <a:pt x="1027144" y="17613"/>
                </a:lnTo>
                <a:lnTo>
                  <a:pt x="1194052" y="24388"/>
                </a:lnTo>
                <a:lnTo>
                  <a:pt x="1353492" y="30130"/>
                </a:lnTo>
                <a:lnTo>
                  <a:pt x="1488744" y="44761"/>
                </a:lnTo>
                <a:lnTo>
                  <a:pt x="1635415" y="55751"/>
                </a:lnTo>
                <a:lnTo>
                  <a:pt x="1734772" y="72844"/>
                </a:lnTo>
                <a:lnTo>
                  <a:pt x="1800479" y="91245"/>
                </a:lnTo>
                <a:lnTo>
                  <a:pt x="1840718" y="111471"/>
                </a:lnTo>
                <a:close/>
              </a:path>
            </a:pathLst>
          </a:custGeom>
          <a:solidFill xmlns:a="http://schemas.openxmlformats.org/drawingml/2006/main">
            <a:srgbClr val="BDE8AA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8" name="rectifier-dataset-bottom-face-pencil-echo">
            <a:extLst xmlns:a="http://schemas.openxmlformats.org/drawingml/2006/main">
              <a:ext uri="{FF2B5EF4-FFF2-40B4-BE49-F238E27FC236}">
                <a16:creationId xmlns:a16="http://schemas.microsoft.com/office/drawing/2014/main" id="{8A4BF086-DFB5-41ED-AB2A-BD8EC1D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789622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61690" y="130467"/>
                </a:moveTo>
                <a:lnTo>
                  <a:pt x="1837609" y="152192"/>
                </a:lnTo>
                <a:lnTo>
                  <a:pt x="1811682" y="175151"/>
                </a:lnTo>
                <a:lnTo>
                  <a:pt x="1727519" y="192971"/>
                </a:lnTo>
                <a:lnTo>
                  <a:pt x="1611337" y="208824"/>
                </a:lnTo>
                <a:lnTo>
                  <a:pt x="1495746" y="225604"/>
                </a:lnTo>
                <a:lnTo>
                  <a:pt x="1350661" y="232904"/>
                </a:lnTo>
                <a:lnTo>
                  <a:pt x="1189211" y="242708"/>
                </a:lnTo>
                <a:lnTo>
                  <a:pt x="1031184" y="247614"/>
                </a:lnTo>
                <a:lnTo>
                  <a:pt x="859098" y="246637"/>
                </a:lnTo>
                <a:lnTo>
                  <a:pt x="691692" y="241590"/>
                </a:lnTo>
                <a:lnTo>
                  <a:pt x="523213" y="235726"/>
                </a:lnTo>
                <a:lnTo>
                  <a:pt x="386098" y="225030"/>
                </a:lnTo>
                <a:lnTo>
                  <a:pt x="267276" y="209331"/>
                </a:lnTo>
                <a:lnTo>
                  <a:pt x="140795" y="194671"/>
                </a:lnTo>
                <a:lnTo>
                  <a:pt x="64149" y="177428"/>
                </a:lnTo>
                <a:lnTo>
                  <a:pt x="19592" y="156983"/>
                </a:lnTo>
                <a:lnTo>
                  <a:pt x="17198" y="130136"/>
                </a:lnTo>
                <a:lnTo>
                  <a:pt x="32991" y="112217"/>
                </a:lnTo>
                <a:lnTo>
                  <a:pt x="76543" y="90227"/>
                </a:lnTo>
                <a:lnTo>
                  <a:pt x="165524" y="71182"/>
                </a:lnTo>
                <a:lnTo>
                  <a:pt x="265325" y="58017"/>
                </a:lnTo>
                <a:lnTo>
                  <a:pt x="394305" y="45203"/>
                </a:lnTo>
                <a:lnTo>
                  <a:pt x="532898" y="31992"/>
                </a:lnTo>
                <a:lnTo>
                  <a:pt x="692420" y="23973"/>
                </a:lnTo>
                <a:lnTo>
                  <a:pt x="859055" y="20684"/>
                </a:lnTo>
                <a:lnTo>
                  <a:pt x="1029425" y="21002"/>
                </a:lnTo>
                <a:lnTo>
                  <a:pt x="1193517" y="23092"/>
                </a:lnTo>
                <a:lnTo>
                  <a:pt x="1351296" y="32363"/>
                </a:lnTo>
                <a:lnTo>
                  <a:pt x="1510667" y="41465"/>
                </a:lnTo>
                <a:lnTo>
                  <a:pt x="1632340" y="53381"/>
                </a:lnTo>
                <a:lnTo>
                  <a:pt x="1740307" y="72668"/>
                </a:lnTo>
                <a:lnTo>
                  <a:pt x="1792174" y="95664"/>
                </a:lnTo>
                <a:lnTo>
                  <a:pt x="1858869" y="1115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29" name="rectifier-dataset-bottom-face">
            <a:extLst xmlns:a="http://schemas.openxmlformats.org/drawingml/2006/main">
              <a:ext uri="{FF2B5EF4-FFF2-40B4-BE49-F238E27FC236}">
                <a16:creationId xmlns:a16="http://schemas.microsoft.com/office/drawing/2014/main" id="{EFD2EA3A-7F93-4595-83B1-F302D250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88670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48150" y="132519"/>
                </a:moveTo>
                <a:lnTo>
                  <a:pt x="1861306" y="151503"/>
                </a:lnTo>
                <a:lnTo>
                  <a:pt x="1804965" y="177249"/>
                </a:lnTo>
                <a:lnTo>
                  <a:pt x="1742607" y="193752"/>
                </a:lnTo>
                <a:lnTo>
                  <a:pt x="1632638" y="212417"/>
                </a:lnTo>
                <a:lnTo>
                  <a:pt x="1503280" y="222862"/>
                </a:lnTo>
                <a:lnTo>
                  <a:pt x="1363032" y="236508"/>
                </a:lnTo>
                <a:lnTo>
                  <a:pt x="1200150" y="243333"/>
                </a:lnTo>
                <a:lnTo>
                  <a:pt x="1027443" y="247909"/>
                </a:lnTo>
                <a:lnTo>
                  <a:pt x="854450" y="249325"/>
                </a:lnTo>
                <a:lnTo>
                  <a:pt x="688369" y="245714"/>
                </a:lnTo>
                <a:lnTo>
                  <a:pt x="527170" y="237025"/>
                </a:lnTo>
                <a:lnTo>
                  <a:pt x="387181" y="223598"/>
                </a:lnTo>
                <a:lnTo>
                  <a:pt x="264684" y="208610"/>
                </a:lnTo>
                <a:lnTo>
                  <a:pt x="163045" y="194075"/>
                </a:lnTo>
                <a:lnTo>
                  <a:pt x="71296" y="175427"/>
                </a:lnTo>
                <a:lnTo>
                  <a:pt x="17031" y="151563"/>
                </a:lnTo>
                <a:lnTo>
                  <a:pt x="20245" y="130278"/>
                </a:lnTo>
                <a:lnTo>
                  <a:pt x="42189" y="112087"/>
                </a:lnTo>
                <a:lnTo>
                  <a:pt x="82563" y="91380"/>
                </a:lnTo>
                <a:lnTo>
                  <a:pt x="145498" y="73649"/>
                </a:lnTo>
                <a:lnTo>
                  <a:pt x="269177" y="56992"/>
                </a:lnTo>
                <a:lnTo>
                  <a:pt x="393217" y="45358"/>
                </a:lnTo>
                <a:lnTo>
                  <a:pt x="532084" y="33322"/>
                </a:lnTo>
                <a:lnTo>
                  <a:pt x="684825" y="23141"/>
                </a:lnTo>
                <a:lnTo>
                  <a:pt x="855657" y="17291"/>
                </a:lnTo>
                <a:lnTo>
                  <a:pt x="1030350" y="19303"/>
                </a:lnTo>
                <a:lnTo>
                  <a:pt x="1194023" y="22795"/>
                </a:lnTo>
                <a:lnTo>
                  <a:pt x="1351538" y="31927"/>
                </a:lnTo>
                <a:lnTo>
                  <a:pt x="1514666" y="42050"/>
                </a:lnTo>
                <a:lnTo>
                  <a:pt x="1611511" y="56278"/>
                </a:lnTo>
                <a:lnTo>
                  <a:pt x="1722370" y="73133"/>
                </a:lnTo>
                <a:lnTo>
                  <a:pt x="1807508" y="93233"/>
                </a:lnTo>
                <a:lnTo>
                  <a:pt x="1831568" y="110321"/>
                </a:lnTo>
                <a:close/>
              </a:path>
            </a:pathLst>
          </a:custGeom>
          <a:solidFill xmlns:a="http://schemas.openxmlformats.org/drawingml/2006/main">
            <a:srgbClr val="318A8C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30" name="rectifier-dataset-front-face-pencil-echo">
            <a:extLst xmlns:a="http://schemas.openxmlformats.org/drawingml/2006/main">
              <a:ext uri="{FF2B5EF4-FFF2-40B4-BE49-F238E27FC236}">
                <a16:creationId xmlns:a16="http://schemas.microsoft.com/office/drawing/2014/main" id="{CE333A8E-3D26-43F4-B045-7B6B695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7515225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24030"/>
                </a:moveTo>
                <a:lnTo>
                  <a:pt x="283029" y="23159"/>
                </a:lnTo>
                <a:lnTo>
                  <a:pt x="547007" y="11087"/>
                </a:lnTo>
                <a:lnTo>
                  <a:pt x="810986" y="19735"/>
                </a:lnTo>
                <a:lnTo>
                  <a:pt x="1074964" y="22519"/>
                </a:lnTo>
                <a:lnTo>
                  <a:pt x="1338943" y="22630"/>
                </a:lnTo>
                <a:lnTo>
                  <a:pt x="1602921" y="21368"/>
                </a:lnTo>
                <a:lnTo>
                  <a:pt x="1866900" y="23109"/>
                </a:lnTo>
                <a:lnTo>
                  <a:pt x="1865733" y="114300"/>
                </a:lnTo>
                <a:lnTo>
                  <a:pt x="1863163" y="209550"/>
                </a:lnTo>
                <a:lnTo>
                  <a:pt x="1875934" y="304800"/>
                </a:lnTo>
                <a:lnTo>
                  <a:pt x="1865243" y="400050"/>
                </a:lnTo>
                <a:lnTo>
                  <a:pt x="1870493" y="495300"/>
                </a:lnTo>
                <a:lnTo>
                  <a:pt x="1602921" y="496976"/>
                </a:lnTo>
                <a:lnTo>
                  <a:pt x="1338943" y="488435"/>
                </a:lnTo>
                <a:lnTo>
                  <a:pt x="1074964" y="487678"/>
                </a:lnTo>
                <a:lnTo>
                  <a:pt x="810986" y="494696"/>
                </a:lnTo>
                <a:lnTo>
                  <a:pt x="547007" y="493883"/>
                </a:lnTo>
                <a:lnTo>
                  <a:pt x="283029" y="497811"/>
                </a:lnTo>
                <a:lnTo>
                  <a:pt x="19050" y="499773"/>
                </a:lnTo>
                <a:lnTo>
                  <a:pt x="25396" y="400050"/>
                </a:lnTo>
                <a:lnTo>
                  <a:pt x="12838" y="304800"/>
                </a:lnTo>
                <a:lnTo>
                  <a:pt x="16797" y="209550"/>
                </a:lnTo>
                <a:lnTo>
                  <a:pt x="24450" y="114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31" name="rectifier-dataset-front-face">
            <a:extLst xmlns:a="http://schemas.openxmlformats.org/drawingml/2006/main">
              <a:ext uri="{FF2B5EF4-FFF2-40B4-BE49-F238E27FC236}">
                <a16:creationId xmlns:a16="http://schemas.microsoft.com/office/drawing/2014/main" id="{D1B56D59-F40B-44C3-929C-AE3ACC68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05700"/>
            <a:ext cx="1885950" cy="514350"/>
          </a:xfrm>
          <a:custGeom xmlns:a="http://schemas.openxmlformats.org/drawingml/2006/main">
            <a:pathLst>
              <a:path w="1885950" h="514350">
                <a:moveTo>
                  <a:pt x="19050" y="12442"/>
                </a:moveTo>
                <a:lnTo>
                  <a:pt x="283029" y="14478"/>
                </a:lnTo>
                <a:lnTo>
                  <a:pt x="547007" y="12469"/>
                </a:lnTo>
                <a:lnTo>
                  <a:pt x="810986" y="23477"/>
                </a:lnTo>
                <a:lnTo>
                  <a:pt x="1074964" y="19296"/>
                </a:lnTo>
                <a:lnTo>
                  <a:pt x="1338943" y="22401"/>
                </a:lnTo>
                <a:lnTo>
                  <a:pt x="1602921" y="15582"/>
                </a:lnTo>
                <a:lnTo>
                  <a:pt x="1866900" y="25741"/>
                </a:lnTo>
                <a:lnTo>
                  <a:pt x="1873377" y="114300"/>
                </a:lnTo>
                <a:lnTo>
                  <a:pt x="1864821" y="209550"/>
                </a:lnTo>
                <a:lnTo>
                  <a:pt x="1864845" y="304800"/>
                </a:lnTo>
                <a:lnTo>
                  <a:pt x="1867295" y="400050"/>
                </a:lnTo>
                <a:lnTo>
                  <a:pt x="1872808" y="495300"/>
                </a:lnTo>
                <a:lnTo>
                  <a:pt x="1602921" y="497723"/>
                </a:lnTo>
                <a:lnTo>
                  <a:pt x="1338943" y="503528"/>
                </a:lnTo>
                <a:lnTo>
                  <a:pt x="1074964" y="500539"/>
                </a:lnTo>
                <a:lnTo>
                  <a:pt x="810986" y="500698"/>
                </a:lnTo>
                <a:lnTo>
                  <a:pt x="547007" y="504541"/>
                </a:lnTo>
                <a:lnTo>
                  <a:pt x="283029" y="488249"/>
                </a:lnTo>
                <a:lnTo>
                  <a:pt x="19050" y="486803"/>
                </a:lnTo>
                <a:lnTo>
                  <a:pt x="21573" y="400050"/>
                </a:lnTo>
                <a:lnTo>
                  <a:pt x="17255" y="304800"/>
                </a:lnTo>
                <a:lnTo>
                  <a:pt x="20145" y="209550"/>
                </a:lnTo>
                <a:lnTo>
                  <a:pt x="18459" y="114300"/>
                </a:lnTo>
                <a:close/>
              </a:path>
            </a:pathLst>
          </a:custGeom>
          <a:solidFill xmlns:a="http://schemas.openxmlformats.org/drawingml/2006/main">
            <a:srgbClr val="43A8A7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32" name="rectifier-dataset-top-face-pencil-echo">
            <a:extLst xmlns:a="http://schemas.openxmlformats.org/drawingml/2006/main">
              <a:ext uri="{FF2B5EF4-FFF2-40B4-BE49-F238E27FC236}">
                <a16:creationId xmlns:a16="http://schemas.microsoft.com/office/drawing/2014/main" id="{2901A838-99E8-411C-8D03-4450FD6F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785" y="7381875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2239" y="132679"/>
                </a:moveTo>
                <a:lnTo>
                  <a:pt x="1860332" y="153316"/>
                </a:lnTo>
                <a:lnTo>
                  <a:pt x="1824180" y="172437"/>
                </a:lnTo>
                <a:lnTo>
                  <a:pt x="1740405" y="196399"/>
                </a:lnTo>
                <a:lnTo>
                  <a:pt x="1618524" y="212052"/>
                </a:lnTo>
                <a:lnTo>
                  <a:pt x="1499371" y="224878"/>
                </a:lnTo>
                <a:lnTo>
                  <a:pt x="1350094" y="233353"/>
                </a:lnTo>
                <a:lnTo>
                  <a:pt x="1192796" y="240932"/>
                </a:lnTo>
                <a:lnTo>
                  <a:pt x="1026836" y="246592"/>
                </a:lnTo>
                <a:lnTo>
                  <a:pt x="856999" y="249806"/>
                </a:lnTo>
                <a:lnTo>
                  <a:pt x="683449" y="244348"/>
                </a:lnTo>
                <a:lnTo>
                  <a:pt x="527799" y="234549"/>
                </a:lnTo>
                <a:lnTo>
                  <a:pt x="397312" y="224398"/>
                </a:lnTo>
                <a:lnTo>
                  <a:pt x="268190" y="211423"/>
                </a:lnTo>
                <a:lnTo>
                  <a:pt x="151259" y="196704"/>
                </a:lnTo>
                <a:lnTo>
                  <a:pt x="63864" y="173844"/>
                </a:lnTo>
                <a:lnTo>
                  <a:pt x="22679" y="151861"/>
                </a:lnTo>
                <a:lnTo>
                  <a:pt x="37647" y="133255"/>
                </a:lnTo>
                <a:lnTo>
                  <a:pt x="36626" y="110365"/>
                </a:lnTo>
                <a:lnTo>
                  <a:pt x="68767" y="89227"/>
                </a:lnTo>
                <a:lnTo>
                  <a:pt x="155628" y="74815"/>
                </a:lnTo>
                <a:lnTo>
                  <a:pt x="268271" y="56168"/>
                </a:lnTo>
                <a:lnTo>
                  <a:pt x="382928" y="40729"/>
                </a:lnTo>
                <a:lnTo>
                  <a:pt x="531877" y="33017"/>
                </a:lnTo>
                <a:lnTo>
                  <a:pt x="688169" y="23636"/>
                </a:lnTo>
                <a:lnTo>
                  <a:pt x="857768" y="19440"/>
                </a:lnTo>
                <a:lnTo>
                  <a:pt x="1028940" y="18087"/>
                </a:lnTo>
                <a:lnTo>
                  <a:pt x="1200573" y="22754"/>
                </a:lnTo>
                <a:lnTo>
                  <a:pt x="1348495" y="32362"/>
                </a:lnTo>
                <a:lnTo>
                  <a:pt x="1504491" y="43176"/>
                </a:lnTo>
                <a:lnTo>
                  <a:pt x="1630891" y="57870"/>
                </a:lnTo>
                <a:lnTo>
                  <a:pt x="1712838" y="75592"/>
                </a:lnTo>
                <a:lnTo>
                  <a:pt x="1795474" y="92339"/>
                </a:lnTo>
                <a:lnTo>
                  <a:pt x="1848688" y="112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  <a:prstDash val="solid"/>
          </a:ln>
        </p:spPr>
      </p:sp>
      <p:sp>
        <p:nvSpPr>
          <p:cNvPr id="133" name="rectifier-dataset-top-face">
            <a:extLst xmlns:a="http://schemas.openxmlformats.org/drawingml/2006/main">
              <a:ext uri="{FF2B5EF4-FFF2-40B4-BE49-F238E27FC236}">
                <a16:creationId xmlns:a16="http://schemas.microsoft.com/office/drawing/2014/main" id="{F5C1561E-3451-4A75-AB6A-3A1C074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72350"/>
            <a:ext cx="1885950" cy="266700"/>
          </a:xfrm>
          <a:custGeom xmlns:a="http://schemas.openxmlformats.org/drawingml/2006/main">
            <a:pathLst>
              <a:path w="1885950" h="266700">
                <a:moveTo>
                  <a:pt x="1878428" y="132225"/>
                </a:moveTo>
                <a:lnTo>
                  <a:pt x="1853792" y="154424"/>
                </a:lnTo>
                <a:lnTo>
                  <a:pt x="1807079" y="176450"/>
                </a:lnTo>
                <a:lnTo>
                  <a:pt x="1719454" y="190347"/>
                </a:lnTo>
                <a:lnTo>
                  <a:pt x="1637148" y="211161"/>
                </a:lnTo>
                <a:lnTo>
                  <a:pt x="1495841" y="225727"/>
                </a:lnTo>
                <a:lnTo>
                  <a:pt x="1356794" y="238177"/>
                </a:lnTo>
                <a:lnTo>
                  <a:pt x="1201626" y="244668"/>
                </a:lnTo>
                <a:lnTo>
                  <a:pt x="1026408" y="247438"/>
                </a:lnTo>
                <a:lnTo>
                  <a:pt x="856178" y="248338"/>
                </a:lnTo>
                <a:lnTo>
                  <a:pt x="690816" y="245093"/>
                </a:lnTo>
                <a:lnTo>
                  <a:pt x="535556" y="232370"/>
                </a:lnTo>
                <a:lnTo>
                  <a:pt x="391530" y="222527"/>
                </a:lnTo>
                <a:lnTo>
                  <a:pt x="246597" y="213218"/>
                </a:lnTo>
                <a:lnTo>
                  <a:pt x="171546" y="195320"/>
                </a:lnTo>
                <a:lnTo>
                  <a:pt x="65488" y="178114"/>
                </a:lnTo>
                <a:lnTo>
                  <a:pt x="17211" y="156208"/>
                </a:lnTo>
                <a:lnTo>
                  <a:pt x="11235" y="132830"/>
                </a:lnTo>
                <a:lnTo>
                  <a:pt x="17597" y="112808"/>
                </a:lnTo>
                <a:lnTo>
                  <a:pt x="83658" y="89166"/>
                </a:lnTo>
                <a:lnTo>
                  <a:pt x="144829" y="73309"/>
                </a:lnTo>
                <a:lnTo>
                  <a:pt x="254750" y="54329"/>
                </a:lnTo>
                <a:lnTo>
                  <a:pt x="379812" y="41581"/>
                </a:lnTo>
                <a:lnTo>
                  <a:pt x="536759" y="31442"/>
                </a:lnTo>
                <a:lnTo>
                  <a:pt x="686854" y="20913"/>
                </a:lnTo>
                <a:lnTo>
                  <a:pt x="859341" y="20553"/>
                </a:lnTo>
                <a:lnTo>
                  <a:pt x="1031061" y="19166"/>
                </a:lnTo>
                <a:lnTo>
                  <a:pt x="1192294" y="26493"/>
                </a:lnTo>
                <a:lnTo>
                  <a:pt x="1361373" y="30276"/>
                </a:lnTo>
                <a:lnTo>
                  <a:pt x="1487133" y="43227"/>
                </a:lnTo>
                <a:lnTo>
                  <a:pt x="1613009" y="57275"/>
                </a:lnTo>
                <a:lnTo>
                  <a:pt x="1742319" y="73304"/>
                </a:lnTo>
                <a:lnTo>
                  <a:pt x="1800984" y="90810"/>
                </a:lnTo>
                <a:lnTo>
                  <a:pt x="1867793" y="113079"/>
                </a:lnTo>
                <a:close/>
              </a:path>
            </a:pathLst>
          </a:custGeom>
          <a:solidFill xmlns:a="http://schemas.openxmlformats.org/drawingml/2006/main">
            <a:srgbClr val="72C5C4"/>
          </a:solidFill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34" name="specialized-training-pencil-echo">
            <a:extLst xmlns:a="http://schemas.openxmlformats.org/drawingml/2006/main">
              <a:ext uri="{FF2B5EF4-FFF2-40B4-BE49-F238E27FC236}">
                <a16:creationId xmlns:a16="http://schemas.microsoft.com/office/drawing/2014/main" id="{CBA73876-1A10-4109-941C-A3605F9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285" y="4829175"/>
            <a:ext cx="533400" cy="3543300"/>
          </a:xfrm>
          <a:custGeom xmlns:a="http://schemas.openxmlformats.org/drawingml/2006/main">
            <a:pathLst>
              <a:path w="533400" h="3543300">
                <a:moveTo>
                  <a:pt x="57150" y="22991"/>
                </a:moveTo>
                <a:lnTo>
                  <a:pt x="127000" y="26535"/>
                </a:lnTo>
                <a:lnTo>
                  <a:pt x="196850" y="12480"/>
                </a:lnTo>
                <a:lnTo>
                  <a:pt x="266700" y="18714"/>
                </a:lnTo>
                <a:lnTo>
                  <a:pt x="336550" y="27377"/>
                </a:lnTo>
                <a:lnTo>
                  <a:pt x="406400" y="24287"/>
                </a:lnTo>
                <a:lnTo>
                  <a:pt x="476250" y="16828"/>
                </a:lnTo>
                <a:lnTo>
                  <a:pt x="513114" y="29337"/>
                </a:lnTo>
                <a:lnTo>
                  <a:pt x="514404" y="37148"/>
                </a:lnTo>
                <a:lnTo>
                  <a:pt x="509679" y="57150"/>
                </a:lnTo>
                <a:lnTo>
                  <a:pt x="507629" y="914400"/>
                </a:lnTo>
                <a:lnTo>
                  <a:pt x="514847" y="1771650"/>
                </a:lnTo>
                <a:lnTo>
                  <a:pt x="511097" y="2628900"/>
                </a:lnTo>
                <a:lnTo>
                  <a:pt x="508813" y="3486150"/>
                </a:lnTo>
                <a:lnTo>
                  <a:pt x="514833" y="3506153"/>
                </a:lnTo>
                <a:lnTo>
                  <a:pt x="516068" y="3513963"/>
                </a:lnTo>
                <a:lnTo>
                  <a:pt x="476250" y="3518255"/>
                </a:lnTo>
                <a:lnTo>
                  <a:pt x="406400" y="3528838"/>
                </a:lnTo>
                <a:lnTo>
                  <a:pt x="336550" y="3529864"/>
                </a:lnTo>
                <a:lnTo>
                  <a:pt x="266700" y="3523115"/>
                </a:lnTo>
                <a:lnTo>
                  <a:pt x="196850" y="3515860"/>
                </a:lnTo>
                <a:lnTo>
                  <a:pt x="127000" y="3526421"/>
                </a:lnTo>
                <a:lnTo>
                  <a:pt x="57150" y="3518593"/>
                </a:lnTo>
                <a:lnTo>
                  <a:pt x="20048" y="3513963"/>
                </a:lnTo>
                <a:lnTo>
                  <a:pt x="19890" y="3506153"/>
                </a:lnTo>
                <a:lnTo>
                  <a:pt x="9821" y="3486150"/>
                </a:lnTo>
                <a:lnTo>
                  <a:pt x="13968" y="2628900"/>
                </a:lnTo>
                <a:lnTo>
                  <a:pt x="18528" y="1771650"/>
                </a:lnTo>
                <a:lnTo>
                  <a:pt x="22759" y="914400"/>
                </a:lnTo>
                <a:lnTo>
                  <a:pt x="18364" y="57150"/>
                </a:lnTo>
                <a:lnTo>
                  <a:pt x="20616" y="37148"/>
                </a:lnTo>
                <a:lnTo>
                  <a:pt x="20613" y="29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97883"/>
            </a:solidFill>
            <a:prstDash val="solid"/>
          </a:ln>
        </p:spPr>
      </p:sp>
      <p:sp>
        <p:nvSpPr>
          <p:cNvPr id="135" name="specialized-training">
            <a:extLst xmlns:a="http://schemas.openxmlformats.org/drawingml/2006/main">
              <a:ext uri="{FF2B5EF4-FFF2-40B4-BE49-F238E27FC236}">
                <a16:creationId xmlns:a16="http://schemas.microsoft.com/office/drawing/2014/main" id="{EB0165F0-7B29-454D-855E-0A9DC42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9650"/>
            <a:ext cx="533400" cy="3543300"/>
          </a:xfrm>
          <a:custGeom xmlns:a="http://schemas.openxmlformats.org/drawingml/2006/main">
            <a:pathLst>
              <a:path w="533400" h="3543300">
                <a:moveTo>
                  <a:pt x="57150" y="10975"/>
                </a:moveTo>
                <a:lnTo>
                  <a:pt x="127000" y="11686"/>
                </a:lnTo>
                <a:lnTo>
                  <a:pt x="196850" y="27524"/>
                </a:lnTo>
                <a:lnTo>
                  <a:pt x="266700" y="19976"/>
                </a:lnTo>
                <a:lnTo>
                  <a:pt x="336550" y="15610"/>
                </a:lnTo>
                <a:lnTo>
                  <a:pt x="406400" y="13614"/>
                </a:lnTo>
                <a:lnTo>
                  <a:pt x="476250" y="25033"/>
                </a:lnTo>
                <a:lnTo>
                  <a:pt x="512519" y="29337"/>
                </a:lnTo>
                <a:lnTo>
                  <a:pt x="516341" y="37148"/>
                </a:lnTo>
                <a:lnTo>
                  <a:pt x="521696" y="57150"/>
                </a:lnTo>
                <a:lnTo>
                  <a:pt x="517827" y="914400"/>
                </a:lnTo>
                <a:lnTo>
                  <a:pt x="512609" y="1771650"/>
                </a:lnTo>
                <a:lnTo>
                  <a:pt x="508132" y="2628900"/>
                </a:lnTo>
                <a:lnTo>
                  <a:pt x="516542" y="3486150"/>
                </a:lnTo>
                <a:lnTo>
                  <a:pt x="514825" y="3506153"/>
                </a:lnTo>
                <a:lnTo>
                  <a:pt x="514537" y="3513963"/>
                </a:lnTo>
                <a:lnTo>
                  <a:pt x="476250" y="3526613"/>
                </a:lnTo>
                <a:lnTo>
                  <a:pt x="406400" y="3520511"/>
                </a:lnTo>
                <a:lnTo>
                  <a:pt x="336550" y="3523479"/>
                </a:lnTo>
                <a:lnTo>
                  <a:pt x="266700" y="3529379"/>
                </a:lnTo>
                <a:lnTo>
                  <a:pt x="196850" y="3526289"/>
                </a:lnTo>
                <a:lnTo>
                  <a:pt x="127000" y="3520119"/>
                </a:lnTo>
                <a:lnTo>
                  <a:pt x="57150" y="3522362"/>
                </a:lnTo>
                <a:lnTo>
                  <a:pt x="20449" y="3513963"/>
                </a:lnTo>
                <a:lnTo>
                  <a:pt x="20640" y="3506153"/>
                </a:lnTo>
                <a:lnTo>
                  <a:pt x="10483" y="3486150"/>
                </a:lnTo>
                <a:lnTo>
                  <a:pt x="13872" y="2628900"/>
                </a:lnTo>
                <a:lnTo>
                  <a:pt x="27736" y="1771650"/>
                </a:lnTo>
                <a:lnTo>
                  <a:pt x="13517" y="914400"/>
                </a:lnTo>
                <a:lnTo>
                  <a:pt x="13101" y="57150"/>
                </a:lnTo>
                <a:lnTo>
                  <a:pt x="20429" y="37148"/>
                </a:lnTo>
                <a:lnTo>
                  <a:pt x="17918" y="29337"/>
                </a:lnTo>
                <a:close/>
              </a:path>
            </a:pathLst>
          </a:custGeom>
          <a:solidFill xmlns:a="http://schemas.openxmlformats.org/drawingml/2006/main">
            <a:srgbClr val="F3ADB7"/>
          </a:solidFill>
          <a:ln xmlns:a="http://schemas.openxmlformats.org/drawingml/2006/main" w="20955">
            <a:solidFill>
              <a:srgbClr val="8B555D"/>
            </a:solidFill>
            <a:prstDash val="solid"/>
          </a:ln>
        </p:spPr>
      </p:sp>
      <p:sp>
        <p:nvSpPr>
          <p:cNvPr id="136" name="training-left-port-1">
            <a:extLst xmlns:a="http://schemas.openxmlformats.org/drawingml/2006/main">
              <a:ext uri="{FF2B5EF4-FFF2-40B4-BE49-F238E27FC236}">
                <a16:creationId xmlns:a16="http://schemas.microsoft.com/office/drawing/2014/main" id="{92C2D6E2-161D-492B-BD88-40B94964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raining-left-port-2">
            <a:extLst xmlns:a="http://schemas.openxmlformats.org/drawingml/2006/main">
              <a:ext uri="{FF2B5EF4-FFF2-40B4-BE49-F238E27FC236}">
                <a16:creationId xmlns:a16="http://schemas.microsoft.com/office/drawing/2014/main" id="{9C705196-C343-4FF7-A530-187CCBF2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4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raining-left-port-3">
            <a:extLst xmlns:a="http://schemas.openxmlformats.org/drawingml/2006/main">
              <a:ext uri="{FF2B5EF4-FFF2-40B4-BE49-F238E27FC236}">
                <a16:creationId xmlns:a16="http://schemas.microsoft.com/office/drawing/2014/main" id="{8E5C422E-6D4D-4DF9-94B5-C55363D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72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raining-right-port-1">
            <a:extLst xmlns:a="http://schemas.openxmlformats.org/drawingml/2006/main">
              <a:ext uri="{FF2B5EF4-FFF2-40B4-BE49-F238E27FC236}">
                <a16:creationId xmlns:a16="http://schemas.microsoft.com/office/drawing/2014/main" id="{984F844D-9A4F-43F0-8080-736EEF1C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training-right-port-2">
            <a:extLst xmlns:a="http://schemas.openxmlformats.org/drawingml/2006/main">
              <a:ext uri="{FF2B5EF4-FFF2-40B4-BE49-F238E27FC236}">
                <a16:creationId xmlns:a16="http://schemas.microsoft.com/office/drawing/2014/main" id="{232C1599-C585-4B3D-B642-3353E41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training-right-port-3">
            <a:extLst xmlns:a="http://schemas.openxmlformats.org/drawingml/2006/main">
              <a:ext uri="{FF2B5EF4-FFF2-40B4-BE49-F238E27FC236}">
                <a16:creationId xmlns:a16="http://schemas.microsoft.com/office/drawing/2014/main" id="{9853846D-7C1F-43B4-ABE1-B66CAEAD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9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generator-meta-lane-pencil-echo">
            <a:extLst xmlns:a="http://schemas.openxmlformats.org/drawingml/2006/main">
              <a:ext uri="{FF2B5EF4-FFF2-40B4-BE49-F238E27FC236}">
                <a16:creationId xmlns:a16="http://schemas.microsoft.com/office/drawing/2014/main" id="{D0224F81-7CB0-43C1-B548-ADC2167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85" y="4829175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21308"/>
                </a:moveTo>
                <a:lnTo>
                  <a:pt x="425450" y="12157"/>
                </a:lnTo>
                <a:lnTo>
                  <a:pt x="822325" y="12282"/>
                </a:lnTo>
                <a:lnTo>
                  <a:pt x="1219200" y="22459"/>
                </a:lnTo>
                <a:lnTo>
                  <a:pt x="1616075" y="18315"/>
                </a:lnTo>
                <a:lnTo>
                  <a:pt x="2012950" y="23852"/>
                </a:lnTo>
                <a:lnTo>
                  <a:pt x="2409825" y="23741"/>
                </a:lnTo>
                <a:lnTo>
                  <a:pt x="2428186" y="24194"/>
                </a:lnTo>
                <a:lnTo>
                  <a:pt x="2421649" y="18574"/>
                </a:lnTo>
                <a:lnTo>
                  <a:pt x="2411128" y="28575"/>
                </a:lnTo>
                <a:lnTo>
                  <a:pt x="2427239" y="271463"/>
                </a:lnTo>
                <a:lnTo>
                  <a:pt x="2427304" y="514350"/>
                </a:lnTo>
                <a:lnTo>
                  <a:pt x="2420833" y="757238"/>
                </a:lnTo>
                <a:lnTo>
                  <a:pt x="2420667" y="1000125"/>
                </a:lnTo>
                <a:lnTo>
                  <a:pt x="2417600" y="1010126"/>
                </a:lnTo>
                <a:lnTo>
                  <a:pt x="2431025" y="1004506"/>
                </a:lnTo>
                <a:lnTo>
                  <a:pt x="2409825" y="1012197"/>
                </a:lnTo>
                <a:lnTo>
                  <a:pt x="2012950" y="1008503"/>
                </a:lnTo>
                <a:lnTo>
                  <a:pt x="1616075" y="1008181"/>
                </a:lnTo>
                <a:lnTo>
                  <a:pt x="1219200" y="1001369"/>
                </a:lnTo>
                <a:lnTo>
                  <a:pt x="822325" y="1011429"/>
                </a:lnTo>
                <a:lnTo>
                  <a:pt x="425450" y="1002747"/>
                </a:lnTo>
                <a:lnTo>
                  <a:pt x="28575" y="1013209"/>
                </a:lnTo>
                <a:lnTo>
                  <a:pt x="10613" y="1004506"/>
                </a:lnTo>
                <a:lnTo>
                  <a:pt x="19124" y="1010126"/>
                </a:lnTo>
                <a:lnTo>
                  <a:pt x="16860" y="1000125"/>
                </a:lnTo>
                <a:lnTo>
                  <a:pt x="27074" y="757238"/>
                </a:lnTo>
                <a:lnTo>
                  <a:pt x="15018" y="514350"/>
                </a:lnTo>
                <a:lnTo>
                  <a:pt x="14091" y="271463"/>
                </a:lnTo>
                <a:lnTo>
                  <a:pt x="14635" y="28575"/>
                </a:lnTo>
                <a:lnTo>
                  <a:pt x="18130" y="18574"/>
                </a:lnTo>
                <a:lnTo>
                  <a:pt x="7269" y="24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AEB9AB"/>
            </a:solidFill>
            <a:prstDash val="solid"/>
          </a:ln>
        </p:spPr>
      </p:sp>
      <p:sp>
        <p:nvSpPr>
          <p:cNvPr id="143" name="generator-meta-lane">
            <a:extLst xmlns:a="http://schemas.openxmlformats.org/drawingml/2006/main">
              <a:ext uri="{FF2B5EF4-FFF2-40B4-BE49-F238E27FC236}">
                <a16:creationId xmlns:a16="http://schemas.microsoft.com/office/drawing/2014/main" id="{F0465671-F744-499A-B992-0BE8B2A7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819650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16807"/>
                </a:moveTo>
                <a:lnTo>
                  <a:pt x="425450" y="22883"/>
                </a:lnTo>
                <a:lnTo>
                  <a:pt x="822325" y="21498"/>
                </a:lnTo>
                <a:lnTo>
                  <a:pt x="1219200" y="17843"/>
                </a:lnTo>
                <a:lnTo>
                  <a:pt x="1616075" y="15874"/>
                </a:lnTo>
                <a:lnTo>
                  <a:pt x="2012950" y="27782"/>
                </a:lnTo>
                <a:lnTo>
                  <a:pt x="2409825" y="11793"/>
                </a:lnTo>
                <a:lnTo>
                  <a:pt x="2430361" y="24194"/>
                </a:lnTo>
                <a:lnTo>
                  <a:pt x="2418310" y="18574"/>
                </a:lnTo>
                <a:lnTo>
                  <a:pt x="2423618" y="28575"/>
                </a:lnTo>
                <a:lnTo>
                  <a:pt x="2427776" y="271463"/>
                </a:lnTo>
                <a:lnTo>
                  <a:pt x="2418284" y="514350"/>
                </a:lnTo>
                <a:lnTo>
                  <a:pt x="2412428" y="757238"/>
                </a:lnTo>
                <a:lnTo>
                  <a:pt x="2410179" y="1000125"/>
                </a:lnTo>
                <a:lnTo>
                  <a:pt x="2421083" y="1010126"/>
                </a:lnTo>
                <a:lnTo>
                  <a:pt x="2429783" y="1004506"/>
                </a:lnTo>
                <a:lnTo>
                  <a:pt x="2409825" y="1013788"/>
                </a:lnTo>
                <a:lnTo>
                  <a:pt x="2012950" y="1005601"/>
                </a:lnTo>
                <a:lnTo>
                  <a:pt x="1616075" y="1005363"/>
                </a:lnTo>
                <a:lnTo>
                  <a:pt x="1219200" y="1015477"/>
                </a:lnTo>
                <a:lnTo>
                  <a:pt x="822325" y="1017771"/>
                </a:lnTo>
                <a:lnTo>
                  <a:pt x="425450" y="1008151"/>
                </a:lnTo>
                <a:lnTo>
                  <a:pt x="28575" y="1008477"/>
                </a:lnTo>
                <a:lnTo>
                  <a:pt x="9978" y="1004506"/>
                </a:lnTo>
                <a:lnTo>
                  <a:pt x="20770" y="1010126"/>
                </a:lnTo>
                <a:lnTo>
                  <a:pt x="23133" y="1000125"/>
                </a:lnTo>
                <a:lnTo>
                  <a:pt x="22815" y="757238"/>
                </a:lnTo>
                <a:lnTo>
                  <a:pt x="9920" y="514350"/>
                </a:lnTo>
                <a:lnTo>
                  <a:pt x="16947" y="271463"/>
                </a:lnTo>
                <a:lnTo>
                  <a:pt x="18287" y="28575"/>
                </a:lnTo>
                <a:lnTo>
                  <a:pt x="16999" y="18574"/>
                </a:lnTo>
                <a:lnTo>
                  <a:pt x="9501" y="24194"/>
                </a:lnTo>
                <a:close/>
              </a:path>
            </a:pathLst>
          </a:custGeom>
          <a:solidFill xmlns:a="http://schemas.openxmlformats.org/drawingml/2006/main">
            <a:srgbClr val="DFEFD7"/>
          </a:solidFill>
          <a:ln xmlns:a="http://schemas.openxmlformats.org/drawingml/2006/main" w="10478">
            <a:solidFill>
              <a:srgbClr val="C9D2C6"/>
            </a:solidFill>
            <a:prstDash val="solid"/>
          </a:ln>
        </p:spPr>
      </p:sp>
      <p:sp>
        <p:nvSpPr>
          <p:cNvPr id="144" name="implementor-meta-lane-pencil-echo">
            <a:extLst xmlns:a="http://schemas.openxmlformats.org/drawingml/2006/main">
              <a:ext uri="{FF2B5EF4-FFF2-40B4-BE49-F238E27FC236}">
                <a16:creationId xmlns:a16="http://schemas.microsoft.com/office/drawing/2014/main" id="{73014F22-0453-4D11-98AD-7FACAFAF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85" y="6029325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15480"/>
                </a:moveTo>
                <a:lnTo>
                  <a:pt x="425450" y="24468"/>
                </a:lnTo>
                <a:lnTo>
                  <a:pt x="822325" y="12592"/>
                </a:lnTo>
                <a:lnTo>
                  <a:pt x="1219200" y="13845"/>
                </a:lnTo>
                <a:lnTo>
                  <a:pt x="1616075" y="19585"/>
                </a:lnTo>
                <a:lnTo>
                  <a:pt x="2012950" y="11245"/>
                </a:lnTo>
                <a:lnTo>
                  <a:pt x="2409825" y="23618"/>
                </a:lnTo>
                <a:lnTo>
                  <a:pt x="2426220" y="24194"/>
                </a:lnTo>
                <a:lnTo>
                  <a:pt x="2421653" y="18574"/>
                </a:lnTo>
                <a:lnTo>
                  <a:pt x="2421410" y="28575"/>
                </a:lnTo>
                <a:lnTo>
                  <a:pt x="2426267" y="271463"/>
                </a:lnTo>
                <a:lnTo>
                  <a:pt x="2414953" y="514350"/>
                </a:lnTo>
                <a:lnTo>
                  <a:pt x="2420904" y="757238"/>
                </a:lnTo>
                <a:lnTo>
                  <a:pt x="2417207" y="1000125"/>
                </a:lnTo>
                <a:lnTo>
                  <a:pt x="2421233" y="1010126"/>
                </a:lnTo>
                <a:lnTo>
                  <a:pt x="2427681" y="1004506"/>
                </a:lnTo>
                <a:lnTo>
                  <a:pt x="2409825" y="1004199"/>
                </a:lnTo>
                <a:lnTo>
                  <a:pt x="2012950" y="1009834"/>
                </a:lnTo>
                <a:lnTo>
                  <a:pt x="1616075" y="1012039"/>
                </a:lnTo>
                <a:lnTo>
                  <a:pt x="1219200" y="1013199"/>
                </a:lnTo>
                <a:lnTo>
                  <a:pt x="822325" y="1008599"/>
                </a:lnTo>
                <a:lnTo>
                  <a:pt x="425450" y="1004119"/>
                </a:lnTo>
                <a:lnTo>
                  <a:pt x="28575" y="1014995"/>
                </a:lnTo>
                <a:lnTo>
                  <a:pt x="7360" y="1004506"/>
                </a:lnTo>
                <a:lnTo>
                  <a:pt x="19427" y="1010126"/>
                </a:lnTo>
                <a:lnTo>
                  <a:pt x="12227" y="1000125"/>
                </a:lnTo>
                <a:lnTo>
                  <a:pt x="10816" y="757238"/>
                </a:lnTo>
                <a:lnTo>
                  <a:pt x="20776" y="514350"/>
                </a:lnTo>
                <a:lnTo>
                  <a:pt x="10968" y="271463"/>
                </a:lnTo>
                <a:lnTo>
                  <a:pt x="23107" y="28575"/>
                </a:lnTo>
                <a:lnTo>
                  <a:pt x="18362" y="18574"/>
                </a:lnTo>
                <a:lnTo>
                  <a:pt x="7819" y="24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AEB9AB"/>
            </a:solidFill>
            <a:prstDash val="solid"/>
          </a:ln>
        </p:spPr>
      </p:sp>
      <p:sp>
        <p:nvSpPr>
          <p:cNvPr id="145" name="implementor-meta-lane">
            <a:extLst xmlns:a="http://schemas.openxmlformats.org/drawingml/2006/main">
              <a:ext uri="{FF2B5EF4-FFF2-40B4-BE49-F238E27FC236}">
                <a16:creationId xmlns:a16="http://schemas.microsoft.com/office/drawing/2014/main" id="{E691716B-177A-4412-B27B-4EE373E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19800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26501"/>
                </a:moveTo>
                <a:lnTo>
                  <a:pt x="425450" y="13037"/>
                </a:lnTo>
                <a:lnTo>
                  <a:pt x="822325" y="20943"/>
                </a:lnTo>
                <a:lnTo>
                  <a:pt x="1219200" y="12135"/>
                </a:lnTo>
                <a:lnTo>
                  <a:pt x="1616075" y="27743"/>
                </a:lnTo>
                <a:lnTo>
                  <a:pt x="2012950" y="28419"/>
                </a:lnTo>
                <a:lnTo>
                  <a:pt x="2409825" y="14575"/>
                </a:lnTo>
                <a:lnTo>
                  <a:pt x="2429260" y="24194"/>
                </a:lnTo>
                <a:lnTo>
                  <a:pt x="2421303" y="18574"/>
                </a:lnTo>
                <a:lnTo>
                  <a:pt x="2420750" y="28575"/>
                </a:lnTo>
                <a:lnTo>
                  <a:pt x="2417254" y="271463"/>
                </a:lnTo>
                <a:lnTo>
                  <a:pt x="2414477" y="514350"/>
                </a:lnTo>
                <a:lnTo>
                  <a:pt x="2423705" y="757238"/>
                </a:lnTo>
                <a:lnTo>
                  <a:pt x="2413015" y="1000125"/>
                </a:lnTo>
                <a:lnTo>
                  <a:pt x="2418445" y="1010126"/>
                </a:lnTo>
                <a:lnTo>
                  <a:pt x="2430773" y="1004506"/>
                </a:lnTo>
                <a:lnTo>
                  <a:pt x="2409825" y="1007863"/>
                </a:lnTo>
                <a:lnTo>
                  <a:pt x="2012950" y="1004484"/>
                </a:lnTo>
                <a:lnTo>
                  <a:pt x="1616075" y="1011988"/>
                </a:lnTo>
                <a:lnTo>
                  <a:pt x="1219200" y="1004118"/>
                </a:lnTo>
                <a:lnTo>
                  <a:pt x="822325" y="1018208"/>
                </a:lnTo>
                <a:lnTo>
                  <a:pt x="425450" y="1002795"/>
                </a:lnTo>
                <a:lnTo>
                  <a:pt x="28575" y="1001266"/>
                </a:lnTo>
                <a:lnTo>
                  <a:pt x="7840" y="1004506"/>
                </a:lnTo>
                <a:lnTo>
                  <a:pt x="16791" y="1010126"/>
                </a:lnTo>
                <a:lnTo>
                  <a:pt x="20885" y="1000125"/>
                </a:lnTo>
                <a:lnTo>
                  <a:pt x="16554" y="757238"/>
                </a:lnTo>
                <a:lnTo>
                  <a:pt x="10174" y="514350"/>
                </a:lnTo>
                <a:lnTo>
                  <a:pt x="17244" y="271463"/>
                </a:lnTo>
                <a:lnTo>
                  <a:pt x="25679" y="28575"/>
                </a:lnTo>
                <a:lnTo>
                  <a:pt x="20094" y="18574"/>
                </a:lnTo>
                <a:lnTo>
                  <a:pt x="10001" y="24194"/>
                </a:lnTo>
                <a:close/>
              </a:path>
            </a:pathLst>
          </a:custGeom>
          <a:solidFill xmlns:a="http://schemas.openxmlformats.org/drawingml/2006/main">
            <a:srgbClr val="DFEFD7"/>
          </a:solidFill>
          <a:ln xmlns:a="http://schemas.openxmlformats.org/drawingml/2006/main" w="10478">
            <a:solidFill>
              <a:srgbClr val="C9D2C6"/>
            </a:solidFill>
            <a:prstDash val="solid"/>
          </a:ln>
        </p:spPr>
      </p:sp>
      <p:sp>
        <p:nvSpPr>
          <p:cNvPr id="146" name="rectifier-meta-lane-pencil-echo">
            <a:extLst xmlns:a="http://schemas.openxmlformats.org/drawingml/2006/main">
              <a:ext uri="{FF2B5EF4-FFF2-40B4-BE49-F238E27FC236}">
                <a16:creationId xmlns:a16="http://schemas.microsoft.com/office/drawing/2014/main" id="{06E222E4-35A6-4C13-9BD8-82F2C930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185" y="7229475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17818"/>
                </a:moveTo>
                <a:lnTo>
                  <a:pt x="425450" y="10157"/>
                </a:lnTo>
                <a:lnTo>
                  <a:pt x="822325" y="14470"/>
                </a:lnTo>
                <a:lnTo>
                  <a:pt x="1219200" y="13236"/>
                </a:lnTo>
                <a:lnTo>
                  <a:pt x="1616075" y="12505"/>
                </a:lnTo>
                <a:lnTo>
                  <a:pt x="2012950" y="27912"/>
                </a:lnTo>
                <a:lnTo>
                  <a:pt x="2409825" y="10136"/>
                </a:lnTo>
                <a:lnTo>
                  <a:pt x="2431053" y="24194"/>
                </a:lnTo>
                <a:lnTo>
                  <a:pt x="2419446" y="18574"/>
                </a:lnTo>
                <a:lnTo>
                  <a:pt x="2424894" y="28575"/>
                </a:lnTo>
                <a:lnTo>
                  <a:pt x="2420685" y="271463"/>
                </a:lnTo>
                <a:lnTo>
                  <a:pt x="2427489" y="514350"/>
                </a:lnTo>
                <a:lnTo>
                  <a:pt x="2410437" y="757238"/>
                </a:lnTo>
                <a:lnTo>
                  <a:pt x="2410598" y="1000125"/>
                </a:lnTo>
                <a:lnTo>
                  <a:pt x="2418519" y="1010126"/>
                </a:lnTo>
                <a:lnTo>
                  <a:pt x="2426305" y="1004506"/>
                </a:lnTo>
                <a:lnTo>
                  <a:pt x="2409825" y="1013649"/>
                </a:lnTo>
                <a:lnTo>
                  <a:pt x="2012950" y="1010526"/>
                </a:lnTo>
                <a:lnTo>
                  <a:pt x="1616075" y="1005209"/>
                </a:lnTo>
                <a:lnTo>
                  <a:pt x="1219200" y="1007715"/>
                </a:lnTo>
                <a:lnTo>
                  <a:pt x="822325" y="1012166"/>
                </a:lnTo>
                <a:lnTo>
                  <a:pt x="425450" y="1016665"/>
                </a:lnTo>
                <a:lnTo>
                  <a:pt x="28575" y="1015751"/>
                </a:lnTo>
                <a:lnTo>
                  <a:pt x="8427" y="1004506"/>
                </a:lnTo>
                <a:lnTo>
                  <a:pt x="17982" y="1010126"/>
                </a:lnTo>
                <a:lnTo>
                  <a:pt x="9786" y="1000125"/>
                </a:lnTo>
                <a:lnTo>
                  <a:pt x="19839" y="757238"/>
                </a:lnTo>
                <a:lnTo>
                  <a:pt x="14069" y="514350"/>
                </a:lnTo>
                <a:lnTo>
                  <a:pt x="18232" y="271463"/>
                </a:lnTo>
                <a:lnTo>
                  <a:pt x="18567" y="28575"/>
                </a:lnTo>
                <a:lnTo>
                  <a:pt x="17756" y="18574"/>
                </a:lnTo>
                <a:lnTo>
                  <a:pt x="11757" y="24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AEB9AB"/>
            </a:solidFill>
            <a:prstDash val="solid"/>
          </a:ln>
        </p:spPr>
      </p:sp>
      <p:sp>
        <p:nvSpPr>
          <p:cNvPr id="147" name="rectifier-meta-lane">
            <a:extLst xmlns:a="http://schemas.openxmlformats.org/drawingml/2006/main">
              <a:ext uri="{FF2B5EF4-FFF2-40B4-BE49-F238E27FC236}">
                <a16:creationId xmlns:a16="http://schemas.microsoft.com/office/drawing/2014/main" id="{5A5788EF-6490-418E-89E6-C671144C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219950"/>
            <a:ext cx="2438400" cy="1028700"/>
          </a:xfrm>
          <a:custGeom xmlns:a="http://schemas.openxmlformats.org/drawingml/2006/main">
            <a:pathLst>
              <a:path w="2438400" h="1028700">
                <a:moveTo>
                  <a:pt x="28575" y="20492"/>
                </a:moveTo>
                <a:lnTo>
                  <a:pt x="425450" y="15467"/>
                </a:lnTo>
                <a:lnTo>
                  <a:pt x="822325" y="10714"/>
                </a:lnTo>
                <a:lnTo>
                  <a:pt x="1219200" y="26066"/>
                </a:lnTo>
                <a:lnTo>
                  <a:pt x="1616075" y="18704"/>
                </a:lnTo>
                <a:lnTo>
                  <a:pt x="2012950" y="22356"/>
                </a:lnTo>
                <a:lnTo>
                  <a:pt x="2409825" y="11460"/>
                </a:lnTo>
                <a:lnTo>
                  <a:pt x="2430000" y="24194"/>
                </a:lnTo>
                <a:lnTo>
                  <a:pt x="2417222" y="18574"/>
                </a:lnTo>
                <a:lnTo>
                  <a:pt x="2412492" y="28575"/>
                </a:lnTo>
                <a:lnTo>
                  <a:pt x="2411788" y="271463"/>
                </a:lnTo>
                <a:lnTo>
                  <a:pt x="2423350" y="514350"/>
                </a:lnTo>
                <a:lnTo>
                  <a:pt x="2420344" y="757238"/>
                </a:lnTo>
                <a:lnTo>
                  <a:pt x="2417417" y="1000125"/>
                </a:lnTo>
                <a:lnTo>
                  <a:pt x="2417784" y="1010126"/>
                </a:lnTo>
                <a:lnTo>
                  <a:pt x="2430094" y="1004506"/>
                </a:lnTo>
                <a:lnTo>
                  <a:pt x="2409825" y="1010092"/>
                </a:lnTo>
                <a:lnTo>
                  <a:pt x="2012950" y="1002256"/>
                </a:lnTo>
                <a:lnTo>
                  <a:pt x="1616075" y="1005662"/>
                </a:lnTo>
                <a:lnTo>
                  <a:pt x="1219200" y="1010338"/>
                </a:lnTo>
                <a:lnTo>
                  <a:pt x="822325" y="1004928"/>
                </a:lnTo>
                <a:lnTo>
                  <a:pt x="425450" y="1014440"/>
                </a:lnTo>
                <a:lnTo>
                  <a:pt x="28575" y="1011013"/>
                </a:lnTo>
                <a:lnTo>
                  <a:pt x="9563" y="1004506"/>
                </a:lnTo>
                <a:lnTo>
                  <a:pt x="20924" y="1010126"/>
                </a:lnTo>
                <a:lnTo>
                  <a:pt x="24906" y="1000125"/>
                </a:lnTo>
                <a:lnTo>
                  <a:pt x="18559" y="757238"/>
                </a:lnTo>
                <a:lnTo>
                  <a:pt x="26190" y="514350"/>
                </a:lnTo>
                <a:lnTo>
                  <a:pt x="18371" y="271463"/>
                </a:lnTo>
                <a:lnTo>
                  <a:pt x="18538" y="28575"/>
                </a:lnTo>
                <a:lnTo>
                  <a:pt x="21115" y="18574"/>
                </a:lnTo>
                <a:lnTo>
                  <a:pt x="7921" y="24194"/>
                </a:lnTo>
                <a:close/>
              </a:path>
            </a:pathLst>
          </a:custGeom>
          <a:solidFill xmlns:a="http://schemas.openxmlformats.org/drawingml/2006/main">
            <a:srgbClr val="DFEFD7"/>
          </a:solidFill>
          <a:ln xmlns:a="http://schemas.openxmlformats.org/drawingml/2006/main" w="10478">
            <a:solidFill>
              <a:srgbClr val="C9D2C6"/>
            </a:solidFill>
            <a:prstDash val="solid"/>
          </a:ln>
        </p:spPr>
      </p:sp>
      <p:sp>
        <p:nvSpPr>
          <p:cNvPr id="148" name="generator-meta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4E698D63-6611-4B7F-B871-112C5A8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728" y="50739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7437" y="258010"/>
                </a:moveTo>
                <a:lnTo>
                  <a:pt x="489259" y="320926"/>
                </a:lnTo>
                <a:lnTo>
                  <a:pt x="457690" y="377385"/>
                </a:lnTo>
                <a:lnTo>
                  <a:pt x="424871" y="424767"/>
                </a:lnTo>
                <a:lnTo>
                  <a:pt x="379586" y="464692"/>
                </a:lnTo>
                <a:lnTo>
                  <a:pt x="318148" y="488389"/>
                </a:lnTo>
                <a:lnTo>
                  <a:pt x="253448" y="495307"/>
                </a:lnTo>
                <a:lnTo>
                  <a:pt x="197744" y="485097"/>
                </a:lnTo>
                <a:lnTo>
                  <a:pt x="139180" y="466886"/>
                </a:lnTo>
                <a:lnTo>
                  <a:pt x="83984" y="426675"/>
                </a:lnTo>
                <a:lnTo>
                  <a:pt x="48553" y="373333"/>
                </a:lnTo>
                <a:lnTo>
                  <a:pt x="23687" y="321465"/>
                </a:lnTo>
                <a:lnTo>
                  <a:pt x="17954" y="260575"/>
                </a:lnTo>
                <a:lnTo>
                  <a:pt x="22335" y="196602"/>
                </a:lnTo>
                <a:lnTo>
                  <a:pt x="50942" y="136671"/>
                </a:lnTo>
                <a:lnTo>
                  <a:pt x="87136" y="93328"/>
                </a:lnTo>
                <a:lnTo>
                  <a:pt x="135862" y="49052"/>
                </a:lnTo>
                <a:lnTo>
                  <a:pt x="194503" y="26378"/>
                </a:lnTo>
                <a:lnTo>
                  <a:pt x="257447" y="20347"/>
                </a:lnTo>
                <a:lnTo>
                  <a:pt x="322356" y="26892"/>
                </a:lnTo>
                <a:lnTo>
                  <a:pt x="381294" y="48104"/>
                </a:lnTo>
                <a:lnTo>
                  <a:pt x="421594" y="87859"/>
                </a:lnTo>
                <a:lnTo>
                  <a:pt x="461729" y="136042"/>
                </a:lnTo>
                <a:lnTo>
                  <a:pt x="483038" y="195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49" name="genera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2EFCC009-D20B-4D0B-B106-1F21340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673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5349" y="256805"/>
                </a:moveTo>
                <a:lnTo>
                  <a:pt x="491343" y="319373"/>
                </a:lnTo>
                <a:lnTo>
                  <a:pt x="466080" y="379340"/>
                </a:lnTo>
                <a:lnTo>
                  <a:pt x="425723" y="422626"/>
                </a:lnTo>
                <a:lnTo>
                  <a:pt x="377550" y="461532"/>
                </a:lnTo>
                <a:lnTo>
                  <a:pt x="321457" y="489106"/>
                </a:lnTo>
                <a:lnTo>
                  <a:pt x="252440" y="496881"/>
                </a:lnTo>
                <a:lnTo>
                  <a:pt x="195407" y="489750"/>
                </a:lnTo>
                <a:lnTo>
                  <a:pt x="139264" y="463321"/>
                </a:lnTo>
                <a:lnTo>
                  <a:pt x="91652" y="424734"/>
                </a:lnTo>
                <a:lnTo>
                  <a:pt x="52078" y="374834"/>
                </a:lnTo>
                <a:lnTo>
                  <a:pt x="28062" y="321698"/>
                </a:lnTo>
                <a:lnTo>
                  <a:pt x="22060" y="259102"/>
                </a:lnTo>
                <a:lnTo>
                  <a:pt x="22605" y="195434"/>
                </a:lnTo>
                <a:lnTo>
                  <a:pt x="51663" y="142836"/>
                </a:lnTo>
                <a:lnTo>
                  <a:pt x="92298" y="90935"/>
                </a:lnTo>
                <a:lnTo>
                  <a:pt x="136750" y="56762"/>
                </a:lnTo>
                <a:lnTo>
                  <a:pt x="191343" y="23229"/>
                </a:lnTo>
                <a:lnTo>
                  <a:pt x="255308" y="23775"/>
                </a:lnTo>
                <a:lnTo>
                  <a:pt x="319129" y="30159"/>
                </a:lnTo>
                <a:lnTo>
                  <a:pt x="377797" y="53738"/>
                </a:lnTo>
                <a:lnTo>
                  <a:pt x="428264" y="86373"/>
                </a:lnTo>
                <a:lnTo>
                  <a:pt x="461360" y="136935"/>
                </a:lnTo>
                <a:lnTo>
                  <a:pt x="482407" y="1960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50" name="implementor-meta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E93FD8B0-8C90-49B7-8FE3-1E38CBC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728" y="627411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2661" y="258943"/>
                </a:moveTo>
                <a:lnTo>
                  <a:pt x="492703" y="318153"/>
                </a:lnTo>
                <a:lnTo>
                  <a:pt x="464374" y="374186"/>
                </a:lnTo>
                <a:lnTo>
                  <a:pt x="424462" y="423110"/>
                </a:lnTo>
                <a:lnTo>
                  <a:pt x="380174" y="461353"/>
                </a:lnTo>
                <a:lnTo>
                  <a:pt x="317573" y="484776"/>
                </a:lnTo>
                <a:lnTo>
                  <a:pt x="259939" y="493621"/>
                </a:lnTo>
                <a:lnTo>
                  <a:pt x="196230" y="492022"/>
                </a:lnTo>
                <a:lnTo>
                  <a:pt x="141324" y="460328"/>
                </a:lnTo>
                <a:lnTo>
                  <a:pt x="91100" y="421370"/>
                </a:lnTo>
                <a:lnTo>
                  <a:pt x="48309" y="373928"/>
                </a:lnTo>
                <a:lnTo>
                  <a:pt x="28457" y="314041"/>
                </a:lnTo>
                <a:lnTo>
                  <a:pt x="17026" y="253763"/>
                </a:lnTo>
                <a:lnTo>
                  <a:pt x="23599" y="190459"/>
                </a:lnTo>
                <a:lnTo>
                  <a:pt x="49786" y="133155"/>
                </a:lnTo>
                <a:lnTo>
                  <a:pt x="93787" y="88861"/>
                </a:lnTo>
                <a:lnTo>
                  <a:pt x="139810" y="44724"/>
                </a:lnTo>
                <a:lnTo>
                  <a:pt x="195570" y="26982"/>
                </a:lnTo>
                <a:lnTo>
                  <a:pt x="256993" y="20937"/>
                </a:lnTo>
                <a:lnTo>
                  <a:pt x="314826" y="25475"/>
                </a:lnTo>
                <a:lnTo>
                  <a:pt x="377845" y="52635"/>
                </a:lnTo>
                <a:lnTo>
                  <a:pt x="430510" y="89688"/>
                </a:lnTo>
                <a:lnTo>
                  <a:pt x="468877" y="139008"/>
                </a:lnTo>
                <a:lnTo>
                  <a:pt x="490070" y="1958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51" name="implementor-meta-avatar-slot">
            <a:extLst xmlns:a="http://schemas.openxmlformats.org/drawingml/2006/main">
              <a:ext uri="{FF2B5EF4-FFF2-40B4-BE49-F238E27FC236}">
                <a16:creationId xmlns:a16="http://schemas.microsoft.com/office/drawing/2014/main" id="{F0CADF66-CF41-4A73-9EFA-73557AD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6745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8003" y="261904"/>
                </a:moveTo>
                <a:lnTo>
                  <a:pt x="483738" y="316333"/>
                </a:lnTo>
                <a:lnTo>
                  <a:pt x="465133" y="378313"/>
                </a:lnTo>
                <a:lnTo>
                  <a:pt x="423955" y="424930"/>
                </a:lnTo>
                <a:lnTo>
                  <a:pt x="375424" y="463486"/>
                </a:lnTo>
                <a:lnTo>
                  <a:pt x="316451" y="492147"/>
                </a:lnTo>
                <a:lnTo>
                  <a:pt x="252733" y="492865"/>
                </a:lnTo>
                <a:lnTo>
                  <a:pt x="195399" y="486846"/>
                </a:lnTo>
                <a:lnTo>
                  <a:pt x="136651" y="462625"/>
                </a:lnTo>
                <a:lnTo>
                  <a:pt x="88188" y="419445"/>
                </a:lnTo>
                <a:lnTo>
                  <a:pt x="54684" y="375528"/>
                </a:lnTo>
                <a:lnTo>
                  <a:pt x="30163" y="318097"/>
                </a:lnTo>
                <a:lnTo>
                  <a:pt x="24111" y="260166"/>
                </a:lnTo>
                <a:lnTo>
                  <a:pt x="29491" y="200632"/>
                </a:lnTo>
                <a:lnTo>
                  <a:pt x="56856" y="138470"/>
                </a:lnTo>
                <a:lnTo>
                  <a:pt x="87704" y="91092"/>
                </a:lnTo>
                <a:lnTo>
                  <a:pt x="131954" y="49806"/>
                </a:lnTo>
                <a:lnTo>
                  <a:pt x="199262" y="24855"/>
                </a:lnTo>
                <a:lnTo>
                  <a:pt x="261434" y="17520"/>
                </a:lnTo>
                <a:lnTo>
                  <a:pt x="320590" y="22737"/>
                </a:lnTo>
                <a:lnTo>
                  <a:pt x="379444" y="49513"/>
                </a:lnTo>
                <a:lnTo>
                  <a:pt x="427723" y="86762"/>
                </a:lnTo>
                <a:lnTo>
                  <a:pt x="465879" y="137623"/>
                </a:lnTo>
                <a:lnTo>
                  <a:pt x="486641" y="1912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152" name="rectifier-meta-avatar-slot-pencil-echo">
            <a:extLst xmlns:a="http://schemas.openxmlformats.org/drawingml/2006/main">
              <a:ext uri="{FF2B5EF4-FFF2-40B4-BE49-F238E27FC236}">
                <a16:creationId xmlns:a16="http://schemas.microsoft.com/office/drawing/2014/main" id="{4FC3A0A2-9E12-4795-BFD7-A97D01C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728" y="7474268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0913" y="259409"/>
                </a:moveTo>
                <a:lnTo>
                  <a:pt x="488848" y="315651"/>
                </a:lnTo>
                <a:lnTo>
                  <a:pt x="466843" y="374763"/>
                </a:lnTo>
                <a:lnTo>
                  <a:pt x="431539" y="424814"/>
                </a:lnTo>
                <a:lnTo>
                  <a:pt x="375089" y="466991"/>
                </a:lnTo>
                <a:lnTo>
                  <a:pt x="317482" y="486479"/>
                </a:lnTo>
                <a:lnTo>
                  <a:pt x="259074" y="496155"/>
                </a:lnTo>
                <a:lnTo>
                  <a:pt x="194649" y="484546"/>
                </a:lnTo>
                <a:lnTo>
                  <a:pt x="142116" y="459568"/>
                </a:lnTo>
                <a:lnTo>
                  <a:pt x="83853" y="424466"/>
                </a:lnTo>
                <a:lnTo>
                  <a:pt x="54203" y="373798"/>
                </a:lnTo>
                <a:lnTo>
                  <a:pt x="27038" y="319252"/>
                </a:lnTo>
                <a:lnTo>
                  <a:pt x="20263" y="255668"/>
                </a:lnTo>
                <a:lnTo>
                  <a:pt x="28898" y="197690"/>
                </a:lnTo>
                <a:lnTo>
                  <a:pt x="53533" y="140384"/>
                </a:lnTo>
                <a:lnTo>
                  <a:pt x="86833" y="84599"/>
                </a:lnTo>
                <a:lnTo>
                  <a:pt x="131817" y="48615"/>
                </a:lnTo>
                <a:lnTo>
                  <a:pt x="191789" y="28470"/>
                </a:lnTo>
                <a:lnTo>
                  <a:pt x="252638" y="19324"/>
                </a:lnTo>
                <a:lnTo>
                  <a:pt x="314104" y="27912"/>
                </a:lnTo>
                <a:lnTo>
                  <a:pt x="377118" y="57244"/>
                </a:lnTo>
                <a:lnTo>
                  <a:pt x="423537" y="90931"/>
                </a:lnTo>
                <a:lnTo>
                  <a:pt x="465083" y="139486"/>
                </a:lnTo>
                <a:lnTo>
                  <a:pt x="490685" y="1947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0">
            <a:solidFill>
              <a:srgbClr val="777777"/>
            </a:solidFill>
            <a:prstDash val="solid"/>
          </a:ln>
        </p:spPr>
      </p:sp>
      <p:sp>
        <p:nvSpPr>
          <p:cNvPr id="153" name="rectifier-meta-avatar-slot">
            <a:extLst xmlns:a="http://schemas.openxmlformats.org/drawingml/2006/main">
              <a:ext uri="{FF2B5EF4-FFF2-40B4-BE49-F238E27FC236}">
                <a16:creationId xmlns:a16="http://schemas.microsoft.com/office/drawing/2014/main" id="{444B3E79-42ED-4100-A226-056F6B7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67600"/>
            <a:ext cx="514350" cy="514350"/>
          </a:xfrm>
          <a:custGeom xmlns:a="http://schemas.openxmlformats.org/drawingml/2006/main">
            <a:pathLst>
              <a:path w="514350" h="514350">
                <a:moveTo>
                  <a:pt x="498020" y="255786"/>
                </a:moveTo>
                <a:lnTo>
                  <a:pt x="487488" y="321479"/>
                </a:lnTo>
                <a:lnTo>
                  <a:pt x="460780" y="370890"/>
                </a:lnTo>
                <a:lnTo>
                  <a:pt x="419655" y="425908"/>
                </a:lnTo>
                <a:lnTo>
                  <a:pt x="377402" y="456628"/>
                </a:lnTo>
                <a:lnTo>
                  <a:pt x="315107" y="490250"/>
                </a:lnTo>
                <a:lnTo>
                  <a:pt x="254619" y="499775"/>
                </a:lnTo>
                <a:lnTo>
                  <a:pt x="192354" y="489942"/>
                </a:lnTo>
                <a:lnTo>
                  <a:pt x="140015" y="460261"/>
                </a:lnTo>
                <a:lnTo>
                  <a:pt x="94220" y="425271"/>
                </a:lnTo>
                <a:lnTo>
                  <a:pt x="50312" y="381201"/>
                </a:lnTo>
                <a:lnTo>
                  <a:pt x="24535" y="323821"/>
                </a:lnTo>
                <a:lnTo>
                  <a:pt x="21360" y="258850"/>
                </a:lnTo>
                <a:lnTo>
                  <a:pt x="31364" y="197319"/>
                </a:lnTo>
                <a:lnTo>
                  <a:pt x="57558" y="137129"/>
                </a:lnTo>
                <a:lnTo>
                  <a:pt x="90944" y="92116"/>
                </a:lnTo>
                <a:lnTo>
                  <a:pt x="143977" y="53475"/>
                </a:lnTo>
                <a:lnTo>
                  <a:pt x="194591" y="28404"/>
                </a:lnTo>
                <a:lnTo>
                  <a:pt x="255553" y="16920"/>
                </a:lnTo>
                <a:lnTo>
                  <a:pt x="316207" y="23406"/>
                </a:lnTo>
                <a:lnTo>
                  <a:pt x="380104" y="47592"/>
                </a:lnTo>
                <a:lnTo>
                  <a:pt x="422244" y="91640"/>
                </a:lnTo>
                <a:lnTo>
                  <a:pt x="462045" y="135256"/>
                </a:lnTo>
                <a:lnTo>
                  <a:pt x="491767" y="1926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cxnSp>
        <p:nvCxnSpPr>
          <p:cNvPr id="466" name=""/>
          <p:cNvCxnSpPr>
            <a:stCxn xmlns:a="http://schemas.openxmlformats.org/drawingml/2006/main" id="10" idx="0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16200000" flipH="1">
            <a:off x="2038350" y="95250"/>
            <a:ext cx="13335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267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" name=""/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16200000" flipH="1">
            <a:off x="1704975" y="1114425"/>
            <a:ext cx="1485900" cy="13144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552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102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428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9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99160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609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0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90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" name="design-to-implemen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1ECC4606-D94A-4A41-B381-BB0CB83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485" y="22764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4272" y="109619"/>
                </a:moveTo>
                <a:lnTo>
                  <a:pt x="221790" y="117063"/>
                </a:lnTo>
                <a:lnTo>
                  <a:pt x="217784" y="23943"/>
                </a:lnTo>
                <a:lnTo>
                  <a:pt x="379677" y="198310"/>
                </a:lnTo>
                <a:lnTo>
                  <a:pt x="217894" y="379022"/>
                </a:lnTo>
                <a:lnTo>
                  <a:pt x="214971" y="282050"/>
                </a:lnTo>
                <a:lnTo>
                  <a:pt x="20984" y="2838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0" name="design-to-implement-marker">
            <a:extLst xmlns:a="http://schemas.openxmlformats.org/drawingml/2006/main">
              <a:ext uri="{FF2B5EF4-FFF2-40B4-BE49-F238E27FC236}">
                <a16:creationId xmlns:a16="http://schemas.microsoft.com/office/drawing/2014/main" id="{A95B90DE-D55A-42AE-BA7F-25B265A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2809" y="108786"/>
                </a:moveTo>
                <a:lnTo>
                  <a:pt x="213208" y="115727"/>
                </a:lnTo>
                <a:lnTo>
                  <a:pt x="214453" y="21024"/>
                </a:lnTo>
                <a:lnTo>
                  <a:pt x="379419" y="202302"/>
                </a:lnTo>
                <a:lnTo>
                  <a:pt x="224121" y="374978"/>
                </a:lnTo>
                <a:lnTo>
                  <a:pt x="224607" y="283979"/>
                </a:lnTo>
                <a:lnTo>
                  <a:pt x="21864" y="2910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61" name="implement-to-execution-marker-pencil-echo">
            <a:extLst xmlns:a="http://schemas.openxmlformats.org/drawingml/2006/main">
              <a:ext uri="{FF2B5EF4-FFF2-40B4-BE49-F238E27FC236}">
                <a16:creationId xmlns:a16="http://schemas.microsoft.com/office/drawing/2014/main" id="{36512CCE-51D3-4E4B-BE47-52606035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835" y="22764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3341" y="108454"/>
                </a:moveTo>
                <a:lnTo>
                  <a:pt x="223369" y="112416"/>
                </a:lnTo>
                <a:lnTo>
                  <a:pt x="226796" y="22733"/>
                </a:lnTo>
                <a:lnTo>
                  <a:pt x="384534" y="201458"/>
                </a:lnTo>
                <a:lnTo>
                  <a:pt x="217794" y="375977"/>
                </a:lnTo>
                <a:lnTo>
                  <a:pt x="214557" y="284740"/>
                </a:lnTo>
                <a:lnTo>
                  <a:pt x="20642" y="28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2" name="implement-to-execution-marker">
            <a:extLst xmlns:a="http://schemas.openxmlformats.org/drawingml/2006/main">
              <a:ext uri="{FF2B5EF4-FFF2-40B4-BE49-F238E27FC236}">
                <a16:creationId xmlns:a16="http://schemas.microsoft.com/office/drawing/2014/main" id="{DC51AFF4-E0B4-4256-BF38-0082A66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18671" y="106678"/>
                </a:moveTo>
                <a:lnTo>
                  <a:pt x="216412" y="105744"/>
                </a:lnTo>
                <a:lnTo>
                  <a:pt x="224466" y="15825"/>
                </a:lnTo>
                <a:lnTo>
                  <a:pt x="379174" y="206393"/>
                </a:lnTo>
                <a:lnTo>
                  <a:pt x="216024" y="374231"/>
                </a:lnTo>
                <a:lnTo>
                  <a:pt x="217446" y="285773"/>
                </a:lnTo>
                <a:lnTo>
                  <a:pt x="15000" y="2859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63" name="execution-to-rectify-marker-pencil-echo">
            <a:extLst xmlns:a="http://schemas.openxmlformats.org/drawingml/2006/main">
              <a:ext uri="{FF2B5EF4-FFF2-40B4-BE49-F238E27FC236}">
                <a16:creationId xmlns:a16="http://schemas.microsoft.com/office/drawing/2014/main" id="{92B568DA-B50B-4DFD-B3E6-897C96E4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85" y="22764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23260" y="112818"/>
                </a:moveTo>
                <a:lnTo>
                  <a:pt x="223184" y="109982"/>
                </a:lnTo>
                <a:lnTo>
                  <a:pt x="226898" y="16513"/>
                </a:lnTo>
                <a:lnTo>
                  <a:pt x="384362" y="196427"/>
                </a:lnTo>
                <a:lnTo>
                  <a:pt x="218743" y="376254"/>
                </a:lnTo>
                <a:lnTo>
                  <a:pt x="225137" y="295073"/>
                </a:lnTo>
                <a:lnTo>
                  <a:pt x="23008" y="295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4" name="execution-to-rectify-marker">
            <a:extLst xmlns:a="http://schemas.openxmlformats.org/drawingml/2006/main">
              <a:ext uri="{FF2B5EF4-FFF2-40B4-BE49-F238E27FC236}">
                <a16:creationId xmlns:a16="http://schemas.microsoft.com/office/drawing/2014/main" id="{180BD7FF-26A5-476F-AE98-411C85CB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669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15750" y="107656"/>
                </a:moveTo>
                <a:lnTo>
                  <a:pt x="226890" y="118253"/>
                </a:lnTo>
                <a:lnTo>
                  <a:pt x="214505" y="20154"/>
                </a:lnTo>
                <a:lnTo>
                  <a:pt x="381889" y="197263"/>
                </a:lnTo>
                <a:lnTo>
                  <a:pt x="220918" y="385708"/>
                </a:lnTo>
                <a:lnTo>
                  <a:pt x="220519" y="284800"/>
                </a:lnTo>
                <a:lnTo>
                  <a:pt x="13821" y="288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65" name="panel-a-to-tree-marker-pencil-echo">
            <a:extLst xmlns:a="http://schemas.openxmlformats.org/drawingml/2006/main">
              <a:ext uri="{FF2B5EF4-FFF2-40B4-BE49-F238E27FC236}">
                <a16:creationId xmlns:a16="http://schemas.microsoft.com/office/drawing/2014/main" id="{400E6280-4B18-4BDF-B2DF-BA04FC1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" y="3686175"/>
            <a:ext cx="381000" cy="457200"/>
          </a:xfrm>
          <a:custGeom xmlns:a="http://schemas.openxmlformats.org/drawingml/2006/main">
            <a:pathLst>
              <a:path w="381000" h="457200">
                <a:moveTo>
                  <a:pt x="113156" y="27437"/>
                </a:moveTo>
                <a:lnTo>
                  <a:pt x="101821" y="253686"/>
                </a:lnTo>
                <a:lnTo>
                  <a:pt x="10541" y="252607"/>
                </a:lnTo>
                <a:lnTo>
                  <a:pt x="194136" y="438245"/>
                </a:lnTo>
                <a:lnTo>
                  <a:pt x="360992" y="248803"/>
                </a:lnTo>
                <a:lnTo>
                  <a:pt x="273654" y="256999"/>
                </a:lnTo>
                <a:lnTo>
                  <a:pt x="273441" y="215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66" name="panel-a-to-tree-marker">
            <a:extLst xmlns:a="http://schemas.openxmlformats.org/drawingml/2006/main">
              <a:ext uri="{FF2B5EF4-FFF2-40B4-BE49-F238E27FC236}">
                <a16:creationId xmlns:a16="http://schemas.microsoft.com/office/drawing/2014/main" id="{0BEC9120-2EE5-4059-A1B3-752A4CB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81000" cy="457200"/>
          </a:xfrm>
          <a:custGeom xmlns:a="http://schemas.openxmlformats.org/drawingml/2006/main">
            <a:pathLst>
              <a:path w="381000" h="457200">
                <a:moveTo>
                  <a:pt x="108882" y="21843"/>
                </a:moveTo>
                <a:lnTo>
                  <a:pt x="104053" y="246269"/>
                </a:lnTo>
                <a:lnTo>
                  <a:pt x="15559" y="246371"/>
                </a:lnTo>
                <a:lnTo>
                  <a:pt x="184559" y="439175"/>
                </a:lnTo>
                <a:lnTo>
                  <a:pt x="366675" y="253508"/>
                </a:lnTo>
                <a:lnTo>
                  <a:pt x="272872" y="256185"/>
                </a:lnTo>
                <a:lnTo>
                  <a:pt x="270247" y="240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cxnSp>
        <p:nvCxnSpPr>
          <p:cNvPr id="479" name=""/>
          <p:cNvCxnSpPr>
            <a:stCxn xmlns:a="http://schemas.openxmlformats.org/drawingml/2006/main" id="15" idx="2"/>
            <a:endCxn xmlns:a="http://schemas.openxmlformats.org/drawingml/2006/main" id="166" idx="0"/>
          </p:cNvCxnSpPr>
          <p:nvPr/>
        </p:nvCxnSpPr>
        <p:spPr>
          <a:xfrm xmlns:a="http://schemas.openxmlformats.org/drawingml/2006/main">
            <a:off x="1428750" y="3390900"/>
            <a:ext cx="190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1336" cap="rnd">
            <a:solidFill>
              <a:srgbClr val="11111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"/>
          <p:cNvCxnSpPr>
            <a:stCxn xmlns:a="http://schemas.openxmlformats.org/drawingml/2006/main" id="87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 flipV="1">
            <a:off x="6686550" y="5400675"/>
            <a:ext cx="300990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71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" name=""/>
          <p:cNvCxnSpPr>
            <a:stCxn xmlns:a="http://schemas.openxmlformats.org/drawingml/2006/main" id="99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7924800" y="6429375"/>
            <a:ext cx="1771650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62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"/>
          <p:cNvCxnSpPr>
            <a:stCxn xmlns:a="http://schemas.openxmlformats.org/drawingml/2006/main" id="115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8458200" y="7753350"/>
            <a:ext cx="1238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38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tree-to-generator-datase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66F46A56-97ED-4EF9-AA4A-EE2C9075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5191125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7808" y="112084"/>
                </a:moveTo>
                <a:lnTo>
                  <a:pt x="214950" y="110807"/>
                </a:lnTo>
                <a:lnTo>
                  <a:pt x="221982" y="23046"/>
                </a:lnTo>
                <a:lnTo>
                  <a:pt x="387254" y="187669"/>
                </a:lnTo>
                <a:lnTo>
                  <a:pt x="224566" y="368578"/>
                </a:lnTo>
                <a:lnTo>
                  <a:pt x="220676" y="275498"/>
                </a:lnTo>
                <a:lnTo>
                  <a:pt x="18769" y="2811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72" name="tree-to-generator-dataset-marker">
            <a:extLst xmlns:a="http://schemas.openxmlformats.org/drawingml/2006/main">
              <a:ext uri="{FF2B5EF4-FFF2-40B4-BE49-F238E27FC236}">
                <a16:creationId xmlns:a16="http://schemas.microsoft.com/office/drawing/2014/main" id="{2A5106EE-73A3-435C-A1E0-F6002859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81600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6915" y="110956"/>
                </a:moveTo>
                <a:lnTo>
                  <a:pt x="213859" y="103316"/>
                </a:lnTo>
                <a:lnTo>
                  <a:pt x="225218" y="23390"/>
                </a:lnTo>
                <a:lnTo>
                  <a:pt x="376664" y="196026"/>
                </a:lnTo>
                <a:lnTo>
                  <a:pt x="220983" y="361233"/>
                </a:lnTo>
                <a:lnTo>
                  <a:pt x="220254" y="275559"/>
                </a:lnTo>
                <a:lnTo>
                  <a:pt x="24177" y="2802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73" name="tree-to-implementor-datase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D6E346D1-E60C-4420-91C0-1FB28DF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6372225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5123" y="103301"/>
                </a:moveTo>
                <a:lnTo>
                  <a:pt x="221787" y="110763"/>
                </a:lnTo>
                <a:lnTo>
                  <a:pt x="227156" y="19258"/>
                </a:lnTo>
                <a:lnTo>
                  <a:pt x="382112" y="189611"/>
                </a:lnTo>
                <a:lnTo>
                  <a:pt x="213628" y="367961"/>
                </a:lnTo>
                <a:lnTo>
                  <a:pt x="221452" y="270201"/>
                </a:lnTo>
                <a:lnTo>
                  <a:pt x="23959" y="2692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74" name="tree-to-implementor-dataset-marker">
            <a:extLst xmlns:a="http://schemas.openxmlformats.org/drawingml/2006/main">
              <a:ext uri="{FF2B5EF4-FFF2-40B4-BE49-F238E27FC236}">
                <a16:creationId xmlns:a16="http://schemas.microsoft.com/office/drawing/2014/main" id="{B3DD084B-BF1C-484C-8797-0B3ED7B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362700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6799" y="106852"/>
                </a:moveTo>
                <a:lnTo>
                  <a:pt x="224271" y="105075"/>
                </a:lnTo>
                <a:lnTo>
                  <a:pt x="220381" y="12173"/>
                </a:lnTo>
                <a:lnTo>
                  <a:pt x="384853" y="188830"/>
                </a:lnTo>
                <a:lnTo>
                  <a:pt x="214476" y="360208"/>
                </a:lnTo>
                <a:lnTo>
                  <a:pt x="214623" y="277155"/>
                </a:lnTo>
                <a:lnTo>
                  <a:pt x="17052" y="2810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175" name="tree-to-rectifier-dataset-marker-pencil-echo">
            <a:extLst xmlns:a="http://schemas.openxmlformats.org/drawingml/2006/main">
              <a:ext uri="{FF2B5EF4-FFF2-40B4-BE49-F238E27FC236}">
                <a16:creationId xmlns:a16="http://schemas.microsoft.com/office/drawing/2014/main" id="{BBC75FDD-F1DE-4BA7-8443-1A74CD31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7553325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5258" y="112326"/>
                </a:moveTo>
                <a:lnTo>
                  <a:pt x="219721" y="113006"/>
                </a:lnTo>
                <a:lnTo>
                  <a:pt x="222555" y="25540"/>
                </a:lnTo>
                <a:lnTo>
                  <a:pt x="385965" y="196336"/>
                </a:lnTo>
                <a:lnTo>
                  <a:pt x="224460" y="366153"/>
                </a:lnTo>
                <a:lnTo>
                  <a:pt x="213618" y="280267"/>
                </a:lnTo>
                <a:lnTo>
                  <a:pt x="13302" y="268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76" name="tree-to-rectifier-dataset-marker">
            <a:extLst xmlns:a="http://schemas.openxmlformats.org/drawingml/2006/main">
              <a:ext uri="{FF2B5EF4-FFF2-40B4-BE49-F238E27FC236}">
                <a16:creationId xmlns:a16="http://schemas.microsoft.com/office/drawing/2014/main" id="{C185ED71-BB34-48C2-AD96-19F48092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543800"/>
            <a:ext cx="400050" cy="381000"/>
          </a:xfrm>
          <a:custGeom xmlns:a="http://schemas.openxmlformats.org/drawingml/2006/main">
            <a:pathLst>
              <a:path w="400050" h="381000">
                <a:moveTo>
                  <a:pt x="13484" y="104615"/>
                </a:moveTo>
                <a:lnTo>
                  <a:pt x="226896" y="109090"/>
                </a:lnTo>
                <a:lnTo>
                  <a:pt x="219413" y="13275"/>
                </a:lnTo>
                <a:lnTo>
                  <a:pt x="379527" y="188071"/>
                </a:lnTo>
                <a:lnTo>
                  <a:pt x="217460" y="356547"/>
                </a:lnTo>
                <a:lnTo>
                  <a:pt x="226817" y="279347"/>
                </a:lnTo>
                <a:lnTo>
                  <a:pt x="13858" y="2718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cxnSp>
        <p:nvCxnSpPr>
          <p:cNvPr id="489" name=""/>
          <p:cNvCxnSpPr>
            <a:stCxn xmlns:a="http://schemas.openxmlformats.org/drawingml/2006/main" id="119" idx="3"/>
            <a:endCxn xmlns:a="http://schemas.openxmlformats.org/drawingml/2006/main" id="136" idx="2"/>
          </p:cNvCxnSpPr>
          <p:nvPr/>
        </p:nvCxnSpPr>
        <p:spPr>
          <a:xfrm xmlns:a="http://schemas.openxmlformats.org/drawingml/2006/main">
            <a:off x="11582400" y="54006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228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"/>
          <p:cNvCxnSpPr>
            <a:stCxn xmlns:a="http://schemas.openxmlformats.org/drawingml/2006/main" id="139" idx="6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12363450" y="53340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9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"/>
          <p:cNvCxnSpPr>
            <a:stCxn xmlns:a="http://schemas.openxmlformats.org/drawingml/2006/main" id="125" idx="3"/>
            <a:endCxn xmlns:a="http://schemas.openxmlformats.org/drawingml/2006/main" id="137" idx="2"/>
          </p:cNvCxnSpPr>
          <p:nvPr/>
        </p:nvCxnSpPr>
        <p:spPr>
          <a:xfrm xmlns:a="http://schemas.openxmlformats.org/drawingml/2006/main">
            <a:off x="11582400" y="65817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1336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"/>
          <p:cNvCxnSpPr>
            <a:stCxn xmlns:a="http://schemas.openxmlformats.org/drawingml/2006/main" id="140" idx="6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12363450" y="65341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81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"/>
          <p:cNvCxnSpPr>
            <a:stCxn xmlns:a="http://schemas.openxmlformats.org/drawingml/2006/main" id="131" idx="3"/>
            <a:endCxn xmlns:a="http://schemas.openxmlformats.org/drawingml/2006/main" id="138" idx="2"/>
          </p:cNvCxnSpPr>
          <p:nvPr/>
        </p:nvCxnSpPr>
        <p:spPr>
          <a:xfrm xmlns:a="http://schemas.openxmlformats.org/drawingml/2006/main">
            <a:off x="11582400" y="77628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171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4" name=""/>
          <p:cNvCxnSpPr>
            <a:stCxn xmlns:a="http://schemas.openxmlformats.org/drawingml/2006/main" id="141" idx="6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12363450" y="77343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5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rot="5400000">
            <a:off x="638175" y="1514475"/>
            <a:ext cx="952500" cy="66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2289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96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rot="16200000" flipH="1">
            <a:off x="1276350" y="1543050"/>
            <a:ext cx="952500" cy="609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0098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9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23950" y="2667000"/>
            <a:ext cx="590550" cy="0"/>
          </a:xfrm>
          <a:prstGeom xmlns:a="http://schemas.openxmlformats.org/drawingml/2006/main" prst="curvedConnector2">
            <a:avLst/>
          </a:prstGeom>
          <a:ln xmlns:a="http://schemas.openxmlformats.org/drawingml/2006/main" w="21336" cap="rnd">
            <a:solidFill>
              <a:srgbClr val="11111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98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rot="5400000">
            <a:off x="4057650" y="2371725"/>
            <a:ext cx="190500" cy="3810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95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9" name=""/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rot="16200000" flipH="1">
            <a:off x="4886325" y="2324100"/>
            <a:ext cx="57150" cy="742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"/>
          <p:cNvCxnSpPr>
            <a:stCxn xmlns:a="http://schemas.openxmlformats.org/drawingml/2006/main" id="37" idx="1"/>
            <a:endCxn xmlns:a="http://schemas.openxmlformats.org/drawingml/2006/main" id="39" idx="0"/>
          </p:cNvCxnSpPr>
          <p:nvPr/>
        </p:nvCxnSpPr>
        <p:spPr>
          <a:xfrm xmlns:a="http://schemas.openxmlformats.org/drawingml/2006/main" rot="5400000">
            <a:off x="4686300" y="2667000"/>
            <a:ext cx="142875" cy="6572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62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" name=""/>
          <p:cNvCxnSpPr>
            <a:stCxn xmlns:a="http://schemas.openxmlformats.org/drawingml/2006/main" id="39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rot="16200000" flipH="1">
            <a:off x="3990975" y="2628900"/>
            <a:ext cx="209550" cy="6667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2" name=""/>
          <p:cNvCxnSpPr>
            <a:stCxn xmlns:a="http://schemas.openxmlformats.org/drawingml/2006/main" id="33" idx="2"/>
            <a:endCxn xmlns:a="http://schemas.openxmlformats.org/drawingml/2006/main" id="37" idx="1"/>
          </p:cNvCxnSpPr>
          <p:nvPr/>
        </p:nvCxnSpPr>
        <p:spPr>
          <a:xfrm xmlns:a="http://schemas.openxmlformats.org/drawingml/2006/main" rot="16200000" flipH="1">
            <a:off x="4391025" y="2228850"/>
            <a:ext cx="66675" cy="13239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533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3" name=""/>
          <p:cNvCxnSpPr>
            <a:stCxn xmlns:a="http://schemas.openxmlformats.org/drawingml/2006/main" id="47" idx="0"/>
            <a:endCxn xmlns:a="http://schemas.openxmlformats.org/drawingml/2006/main" id="49" idx="1"/>
          </p:cNvCxnSpPr>
          <p:nvPr/>
        </p:nvCxnSpPr>
        <p:spPr>
          <a:xfrm xmlns:a="http://schemas.openxmlformats.org/drawingml/2006/main" rot="5400000">
            <a:off x="6981825" y="2105025"/>
            <a:ext cx="142875" cy="523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526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4" name="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rot="16200000" flipH="1">
            <a:off x="7839075" y="2133600"/>
            <a:ext cx="57150" cy="7429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00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5" name=""/>
          <p:cNvCxnSpPr>
            <a:stCxn xmlns:a="http://schemas.openxmlformats.org/drawingml/2006/main" id="51" idx="1"/>
            <a:endCxn xmlns:a="http://schemas.openxmlformats.org/drawingml/2006/main" id="53" idx="0"/>
          </p:cNvCxnSpPr>
          <p:nvPr/>
        </p:nvCxnSpPr>
        <p:spPr>
          <a:xfrm xmlns:a="http://schemas.openxmlformats.org/drawingml/2006/main" rot="5400000">
            <a:off x="7610475" y="2581275"/>
            <a:ext cx="314325" cy="5810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"/>
          <p:cNvCxnSpPr>
            <a:stCxn xmlns:a="http://schemas.openxmlformats.org/drawingml/2006/main" id="53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rot="16200000" flipH="1">
            <a:off x="7019925" y="2571750"/>
            <a:ext cx="228600" cy="685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7" name=""/>
          <p:cNvCxnSpPr>
            <a:stCxn xmlns:a="http://schemas.openxmlformats.org/drawingml/2006/main" id="47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rot="16200000" flipH="1">
            <a:off x="7467600" y="2124075"/>
            <a:ext cx="95250" cy="10858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57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1563350" y="2514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105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9" name=""/>
          <p:cNvCxnSpPr>
            <a:stCxn xmlns:a="http://schemas.openxmlformats.org/drawingml/2006/main" id="23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1563350" y="2514600"/>
            <a:ext cx="323850" cy="0"/>
          </a:xfrm>
          <a:prstGeom xmlns:a="http://schemas.openxmlformats.org/drawingml/2006/main" prst="curvedConnector2">
            <a:avLst/>
          </a:prstGeom>
          <a:ln xmlns:a="http://schemas.openxmlformats.org/drawingml/2006/main" w="2324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rectify-feedback-marker-pencil-echo">
            <a:extLst xmlns:a="http://schemas.openxmlformats.org/drawingml/2006/main">
              <a:ext uri="{FF2B5EF4-FFF2-40B4-BE49-F238E27FC236}">
                <a16:creationId xmlns:a16="http://schemas.microsoft.com/office/drawing/2014/main" id="{1AD5D2D3-4B4B-4674-9E41-831E0247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85" y="273367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0318" y="110693"/>
                </a:moveTo>
                <a:lnTo>
                  <a:pt x="181750" y="111543"/>
                </a:lnTo>
                <a:lnTo>
                  <a:pt x="185363" y="14616"/>
                </a:lnTo>
                <a:lnTo>
                  <a:pt x="20781" y="198186"/>
                </a:lnTo>
                <a:lnTo>
                  <a:pt x="180690" y="382706"/>
                </a:lnTo>
                <a:lnTo>
                  <a:pt x="182392" y="286857"/>
                </a:lnTo>
                <a:lnTo>
                  <a:pt x="378356" y="288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99" name="rectify-feedback-marker">
            <a:extLst xmlns:a="http://schemas.openxmlformats.org/drawingml/2006/main">
              <a:ext uri="{FF2B5EF4-FFF2-40B4-BE49-F238E27FC236}">
                <a16:creationId xmlns:a16="http://schemas.microsoft.com/office/drawing/2014/main" id="{9E25E60B-D3A3-426F-82F3-CD5E401A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241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387335" y="109657"/>
                </a:moveTo>
                <a:lnTo>
                  <a:pt x="183990" y="112059"/>
                </a:lnTo>
                <a:lnTo>
                  <a:pt x="173491" y="23220"/>
                </a:lnTo>
                <a:lnTo>
                  <a:pt x="24089" y="206966"/>
                </a:lnTo>
                <a:lnTo>
                  <a:pt x="180592" y="379014"/>
                </a:lnTo>
                <a:lnTo>
                  <a:pt x="176998" y="290531"/>
                </a:lnTo>
                <a:lnTo>
                  <a:pt x="379786" y="2815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cxnSp>
        <p:nvCxnSpPr>
          <p:cNvPr id="512" name=""/>
          <p:cNvCxnSpPr>
            <a:stCxn xmlns:a="http://schemas.openxmlformats.org/drawingml/2006/main" id="41" idx="0"/>
            <a:endCxn xmlns:a="http://schemas.openxmlformats.org/drawingml/2006/main" id="43" idx="1"/>
          </p:cNvCxnSpPr>
          <p:nvPr/>
        </p:nvCxnSpPr>
        <p:spPr>
          <a:xfrm xmlns:a="http://schemas.openxmlformats.org/drawingml/2006/main" rot="5400000">
            <a:off x="9896475" y="2181225"/>
            <a:ext cx="114300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00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 rot="16200000" flipH="1">
            <a:off x="10525125" y="2333625"/>
            <a:ext cx="209550" cy="571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"/>
          <p:cNvCxnSpPr>
            <a:stCxn xmlns:a="http://schemas.openxmlformats.org/drawingml/2006/main" id="55" idx="2"/>
            <a:endCxn xmlns:a="http://schemas.openxmlformats.org/drawingml/2006/main" id="57" idx="1"/>
          </p:cNvCxnSpPr>
          <p:nvPr/>
        </p:nvCxnSpPr>
        <p:spPr>
          <a:xfrm xmlns:a="http://schemas.openxmlformats.org/drawingml/2006/main" rot="16200000" flipH="1">
            <a:off x="12811125" y="2876550"/>
            <a:ext cx="66675" cy="6000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62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"/>
          <p:cNvCxnSpPr>
            <a:stCxn xmlns:a="http://schemas.openxmlformats.org/drawingml/2006/main" id="57" idx="0"/>
            <a:endCxn xmlns:a="http://schemas.openxmlformats.org/drawingml/2006/main" id="59" idx="1"/>
          </p:cNvCxnSpPr>
          <p:nvPr/>
        </p:nvCxnSpPr>
        <p:spPr>
          <a:xfrm xmlns:a="http://schemas.openxmlformats.org/drawingml/2006/main" rot="5400000">
            <a:off x="13677900" y="2667000"/>
            <a:ext cx="9525" cy="638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"/>
          <p:cNvCxnSpPr>
            <a:stCxn xmlns:a="http://schemas.openxmlformats.org/drawingml/2006/main" id="81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rot="5400000">
            <a:off x="4029075" y="4381500"/>
            <a:ext cx="190500" cy="14097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193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rot="16200000" flipH="1">
            <a:off x="4781550" y="5038725"/>
            <a:ext cx="19050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" name=""/>
          <p:cNvCxnSpPr>
            <a:stCxn xmlns:a="http://schemas.openxmlformats.org/drawingml/2006/main" id="81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 rot="16200000" flipH="1">
            <a:off x="5534025" y="4286250"/>
            <a:ext cx="190500" cy="1600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"/>
          <p:cNvCxnSpPr>
            <a:stCxn xmlns:a="http://schemas.openxmlformats.org/drawingml/2006/main" id="83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 rot="5400000">
            <a:off x="2638425" y="5410200"/>
            <a:ext cx="495300" cy="1066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86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" name=""/>
          <p:cNvCxnSpPr>
            <a:stCxn xmlns:a="http://schemas.openxmlformats.org/drawingml/2006/main" id="83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3419475" y="5695950"/>
            <a:ext cx="0" cy="495300"/>
          </a:xfrm>
          <a:prstGeom xmlns:a="http://schemas.openxmlformats.org/drawingml/2006/main" prst="curvedConnector2">
            <a:avLst/>
          </a:prstGeom>
          <a:ln xmlns:a="http://schemas.openxmlformats.org/drawingml/2006/main" w="1762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"/>
          <p:cNvCxnSpPr>
            <a:stCxn xmlns:a="http://schemas.openxmlformats.org/drawingml/2006/main" id="85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 rot="5400000">
            <a:off x="4457700" y="5724525"/>
            <a:ext cx="495300" cy="438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431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"/>
          <p:cNvCxnSpPr>
            <a:stCxn xmlns:a="http://schemas.openxmlformats.org/drawingml/2006/main" id="85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 rot="16200000" flipH="1">
            <a:off x="4991100" y="5629275"/>
            <a:ext cx="495300" cy="628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240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3" name=""/>
          <p:cNvCxnSpPr>
            <a:stCxn xmlns:a="http://schemas.openxmlformats.org/drawingml/2006/main" id="87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 rot="16200000" flipH="1">
            <a:off x="6276975" y="5848350"/>
            <a:ext cx="495300" cy="190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"/>
          <p:cNvCxnSpPr>
            <a:stCxn xmlns:a="http://schemas.openxmlformats.org/drawingml/2006/main" id="87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 rot="16200000" flipH="1">
            <a:off x="6810375" y="5314950"/>
            <a:ext cx="495300" cy="12573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954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5" name=""/>
          <p:cNvCxnSpPr>
            <a:stCxn xmlns:a="http://schemas.openxmlformats.org/drawingml/2006/main" id="89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 rot="5400000">
            <a:off x="1462088" y="6634163"/>
            <a:ext cx="857250" cy="923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"/>
          <p:cNvCxnSpPr>
            <a:stCxn xmlns:a="http://schemas.openxmlformats.org/drawingml/2006/main" id="91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rot="5400000">
            <a:off x="2481263" y="6586538"/>
            <a:ext cx="857250" cy="1019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"/>
          <p:cNvCxnSpPr>
            <a:stCxn xmlns:a="http://schemas.openxmlformats.org/drawingml/2006/main" id="91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 rot="5400000">
            <a:off x="2967038" y="7072313"/>
            <a:ext cx="857250" cy="476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8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"/>
          <p:cNvCxnSpPr>
            <a:stCxn xmlns:a="http://schemas.openxmlformats.org/drawingml/2006/main" id="93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 rot="5400000">
            <a:off x="3986213" y="7024688"/>
            <a:ext cx="857250" cy="142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28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"/>
          <p:cNvCxnSpPr>
            <a:stCxn xmlns:a="http://schemas.openxmlformats.org/drawingml/2006/main" id="95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 rot="5400000">
            <a:off x="5005388" y="6977063"/>
            <a:ext cx="857250" cy="2381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526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" name=""/>
          <p:cNvCxnSpPr>
            <a:stCxn xmlns:a="http://schemas.openxmlformats.org/drawingml/2006/main" id="97" idx="2"/>
            <a:endCxn xmlns:a="http://schemas.openxmlformats.org/drawingml/2006/main" id="111" idx="0"/>
          </p:cNvCxnSpPr>
          <p:nvPr/>
        </p:nvCxnSpPr>
        <p:spPr>
          <a:xfrm xmlns:a="http://schemas.openxmlformats.org/drawingml/2006/main" rot="5400000">
            <a:off x="6024563" y="6929438"/>
            <a:ext cx="857250" cy="333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002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" name=""/>
          <p:cNvCxnSpPr>
            <a:stCxn xmlns:a="http://schemas.openxmlformats.org/drawingml/2006/main" id="97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 rot="16200000" flipH="1">
            <a:off x="6510338" y="6777038"/>
            <a:ext cx="857250" cy="638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7907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"/>
          <p:cNvCxnSpPr>
            <a:stCxn xmlns:a="http://schemas.openxmlformats.org/drawingml/2006/main" id="99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 rot="16200000" flipH="1">
            <a:off x="7529513" y="6824663"/>
            <a:ext cx="857250" cy="5429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666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"/>
          <p:cNvCxnSpPr>
            <a:stCxn xmlns:a="http://schemas.openxmlformats.org/drawingml/2006/main" id="103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26289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8479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" name=""/>
          <p:cNvCxnSpPr>
            <a:stCxn xmlns:a="http://schemas.openxmlformats.org/drawingml/2006/main" id="111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6515100" y="7753350"/>
            <a:ext cx="514350" cy="0"/>
          </a:xfrm>
          <a:prstGeom xmlns:a="http://schemas.openxmlformats.org/drawingml/2006/main" prst="curvedConnector2">
            <a:avLst/>
          </a:prstGeom>
          <a:ln xmlns:a="http://schemas.openxmlformats.org/drawingml/2006/main" w="16288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5" name=""/>
          <p:cNvCxnSpPr>
            <a:stCxn xmlns:a="http://schemas.openxmlformats.org/drawingml/2006/main" id="115" idx="3"/>
            <a:endCxn xmlns:a="http://schemas.openxmlformats.org/drawingml/2006/main" id="99" idx="3"/>
          </p:cNvCxnSpPr>
          <p:nvPr/>
        </p:nvCxnSpPr>
        <p:spPr>
          <a:xfrm xmlns:a="http://schemas.openxmlformats.org/drawingml/2006/main" rot="16200000" flipH="1">
            <a:off x="7529513" y="6824663"/>
            <a:ext cx="1323975" cy="5334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194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536" name=""/>
          <p:cNvCxnSpPr>
            <a:stCxn xmlns:a="http://schemas.openxmlformats.org/drawingml/2006/main" id="99" idx="3"/>
            <a:endCxn xmlns:a="http://schemas.openxmlformats.org/drawingml/2006/main" id="87" idx="3"/>
          </p:cNvCxnSpPr>
          <p:nvPr/>
        </p:nvCxnSpPr>
        <p:spPr>
          <a:xfrm xmlns:a="http://schemas.openxmlformats.org/drawingml/2006/main" rot="16200000" flipH="1">
            <a:off x="6810375" y="5314950"/>
            <a:ext cx="990600" cy="1238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2670" cap="rnd">
            <a:solidFill>
              <a:srgbClr val="11111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2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FA2F8740-33B5-4AC1-BFEC-2F20408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MAS² for Automatically Constructing Multi-Agent Systems</a:t>
            </a:r>
          </a:p>
        </p:txBody>
      </p:sp>
      <p:sp>
        <p:nvSpPr>
          <p:cNvPr id="226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D1CE2704-EAD2-49A8-B8A1-C5F7BD91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52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Collaborative Tree</a:t>
            </a:r>
          </a:p>
        </p:txBody>
      </p:sp>
      <p:sp>
        <p:nvSpPr>
          <p:cNvPr id="227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C5482A81-8DF4-4135-BDB1-15BE46E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Specializing Meta Agents</a:t>
            </a:r>
          </a:p>
        </p:txBody>
      </p:sp>
      <p:sp>
        <p:nvSpPr>
          <p:cNvPr id="228" name="generator-role">
            <a:extLst xmlns:a="http://schemas.openxmlformats.org/drawingml/2006/main">
              <a:ext uri="{FF2B5EF4-FFF2-40B4-BE49-F238E27FC236}">
                <a16:creationId xmlns:a16="http://schemas.microsoft.com/office/drawing/2014/main" id="{D0A01FFC-9D96-422A-8399-6F197FEB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229" name="generator-symbol">
            <a:extLst xmlns:a="http://schemas.openxmlformats.org/drawingml/2006/main">
              <a:ext uri="{FF2B5EF4-FFF2-40B4-BE49-F238E27FC236}">
                <a16:creationId xmlns:a16="http://schemas.microsoft.com/office/drawing/2014/main" id="{B30F0C06-B307-4FFB-8D53-A839F8F1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A_gen</a:t>
            </a:r>
          </a:p>
        </p:txBody>
      </p:sp>
      <p:sp>
        <p:nvSpPr>
          <p:cNvPr id="230" name="mas2-label">
            <a:extLst xmlns:a="http://schemas.openxmlformats.org/drawingml/2006/main">
              <a:ext uri="{FF2B5EF4-FFF2-40B4-BE49-F238E27FC236}">
                <a16:creationId xmlns:a16="http://schemas.microsoft.com/office/drawing/2014/main" id="{8AA6CD1F-8B59-47CD-A45B-2720C860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66875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MAS²</a:t>
            </a:r>
          </a:p>
        </p:txBody>
      </p:sp>
      <p:sp>
        <p:nvSpPr>
          <p:cNvPr id="231" name="implementor-role">
            <a:extLst xmlns:a="http://schemas.openxmlformats.org/drawingml/2006/main">
              <a:ext uri="{FF2B5EF4-FFF2-40B4-BE49-F238E27FC236}">
                <a16:creationId xmlns:a16="http://schemas.microsoft.com/office/drawing/2014/main" id="{7FF4A9F1-55E5-4BD6-A999-105812B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0099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A_imp</a:t>
            </a:r>
          </a:p>
        </p:txBody>
      </p:sp>
      <p:sp>
        <p:nvSpPr>
          <p:cNvPr id="232" name="rectifier-role">
            <a:extLst xmlns:a="http://schemas.openxmlformats.org/drawingml/2006/main">
              <a:ext uri="{FF2B5EF4-FFF2-40B4-BE49-F238E27FC236}">
                <a16:creationId xmlns:a16="http://schemas.microsoft.com/office/drawing/2014/main" id="{DA622AE7-ABAC-4527-8C2D-134AC4A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A_rec</a:t>
            </a:r>
          </a:p>
        </p:txBody>
      </p:sp>
      <p:sp>
        <p:nvSpPr>
          <p:cNvPr id="233" name="query-prefix">
            <a:extLst xmlns:a="http://schemas.openxmlformats.org/drawingml/2006/main">
              <a:ext uri="{FF2B5EF4-FFF2-40B4-BE49-F238E27FC236}">
                <a16:creationId xmlns:a16="http://schemas.microsoft.com/office/drawing/2014/main" id="{C6024070-D598-4A21-B8B9-487F69A6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Task Query:</a:t>
            </a:r>
          </a:p>
        </p:txBody>
      </p:sp>
      <p:sp>
        <p:nvSpPr>
          <p:cNvPr id="234" name="query-content">
            <a:extLst xmlns:a="http://schemas.openxmlformats.org/drawingml/2006/main">
              <a:ext uri="{FF2B5EF4-FFF2-40B4-BE49-F238E27FC236}">
                <a16:creationId xmlns:a16="http://schemas.microsoft.com/office/drawing/2014/main" id="{667609C8-6D50-4B4B-B283-B758D252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0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According to Google Finance, when was the first year Apple stock went above $5 (without adjusting for stock split)?</a:t>
            </a:r>
          </a:p>
        </p:txBody>
      </p:sp>
      <p:sp>
        <p:nvSpPr>
          <p:cNvPr id="235" name="design-title">
            <a:extLst xmlns:a="http://schemas.openxmlformats.org/drawingml/2006/main">
              <a:ext uri="{FF2B5EF4-FFF2-40B4-BE49-F238E27FC236}">
                <a16:creationId xmlns:a16="http://schemas.microsoft.com/office/drawing/2014/main" id="{CDC21D96-E0BA-4632-B345-E8C6A94A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04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Design MAS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template</a:t>
            </a:r>
          </a:p>
        </p:txBody>
      </p:sp>
      <p:sp>
        <p:nvSpPr>
          <p:cNvPr id="236" name="implement-title">
            <a:extLst xmlns:a="http://schemas.openxmlformats.org/drawingml/2006/main">
              <a:ext uri="{FF2B5EF4-FFF2-40B4-BE49-F238E27FC236}">
                <a16:creationId xmlns:a16="http://schemas.microsoft.com/office/drawing/2014/main" id="{92EDBC76-33CA-47B1-83F1-D9889521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049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workflow</a:t>
            </a:r>
          </a:p>
        </p:txBody>
      </p:sp>
      <p:sp>
        <p:nvSpPr>
          <p:cNvPr id="237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2247B0BB-A67C-4EF8-AF2F-EE5223F7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049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Execution</a:t>
            </a:r>
          </a:p>
        </p:txBody>
      </p:sp>
      <p:sp>
        <p:nvSpPr>
          <p:cNvPr id="238" name="rectify-title">
            <a:extLst xmlns:a="http://schemas.openxmlformats.org/drawingml/2006/main">
              <a:ext uri="{FF2B5EF4-FFF2-40B4-BE49-F238E27FC236}">
                <a16:creationId xmlns:a16="http://schemas.microsoft.com/office/drawing/2014/main" id="{2F9CEAA5-6F70-4C63-A54F-379F50F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5049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Rectify MAS configs</a:t>
            </a:r>
          </a:p>
        </p:txBody>
      </p:sp>
      <p:sp>
        <p:nvSpPr>
          <p:cNvPr id="239" name="execution-avatar-letter">
            <a:extLst xmlns:a="http://schemas.openxmlformats.org/drawingml/2006/main">
              <a:ext uri="{FF2B5EF4-FFF2-40B4-BE49-F238E27FC236}">
                <a16:creationId xmlns:a16="http://schemas.microsoft.com/office/drawing/2014/main" id="{C0E787D3-682C-49BD-8A3E-739A48D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43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40" name="design-role-1">
            <a:extLst xmlns:a="http://schemas.openxmlformats.org/drawingml/2006/main">
              <a:ext uri="{FF2B5EF4-FFF2-40B4-BE49-F238E27FC236}">
                <a16:creationId xmlns:a16="http://schemas.microsoft.com/office/drawing/2014/main" id="{52C58AB2-C128-426D-8802-899E417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241" name="design-role-2">
            <a:extLst xmlns:a="http://schemas.openxmlformats.org/drawingml/2006/main">
              <a:ext uri="{FF2B5EF4-FFF2-40B4-BE49-F238E27FC236}">
                <a16:creationId xmlns:a16="http://schemas.microsoft.com/office/drawing/2014/main" id="{E63230BF-69D3-4EC2-9971-0EBEE12F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242" name="design-role-3">
            <a:extLst xmlns:a="http://schemas.openxmlformats.org/drawingml/2006/main">
              <a:ext uri="{FF2B5EF4-FFF2-40B4-BE49-F238E27FC236}">
                <a16:creationId xmlns:a16="http://schemas.microsoft.com/office/drawing/2014/main" id="{C51FB49B-948B-42BF-A8EC-9E100377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Summarizer</a:t>
            </a:r>
          </a:p>
        </p:txBody>
      </p:sp>
      <p:sp>
        <p:nvSpPr>
          <p:cNvPr id="243" name="design-role-4">
            <a:extLst xmlns:a="http://schemas.openxmlformats.org/drawingml/2006/main">
              <a:ext uri="{FF2B5EF4-FFF2-40B4-BE49-F238E27FC236}">
                <a16:creationId xmlns:a16="http://schemas.microsoft.com/office/drawing/2014/main" id="{BF9BF041-1DA1-4021-BAF7-2744A6DE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 Surfer</a:t>
            </a:r>
          </a:p>
        </p:txBody>
      </p:sp>
      <p:sp>
        <p:nvSpPr>
          <p:cNvPr id="244" name="implement-role-1">
            <a:extLst xmlns:a="http://schemas.openxmlformats.org/drawingml/2006/main">
              <a:ext uri="{FF2B5EF4-FFF2-40B4-BE49-F238E27FC236}">
                <a16:creationId xmlns:a16="http://schemas.microsoft.com/office/drawing/2014/main" id="{76BA0CF9-58CF-4821-8E8C-2A626234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245" name="implement-role-2">
            <a:extLst xmlns:a="http://schemas.openxmlformats.org/drawingml/2006/main">
              <a:ext uri="{FF2B5EF4-FFF2-40B4-BE49-F238E27FC236}">
                <a16:creationId xmlns:a16="http://schemas.microsoft.com/office/drawing/2014/main" id="{8998AB3D-600A-42C6-B991-8B55FE17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246" name="implement-role-3">
            <a:extLst xmlns:a="http://schemas.openxmlformats.org/drawingml/2006/main">
              <a:ext uri="{FF2B5EF4-FFF2-40B4-BE49-F238E27FC236}">
                <a16:creationId xmlns:a16="http://schemas.microsoft.com/office/drawing/2014/main" id="{2B7524DC-C7F5-4CE9-BD2A-450178F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Summarizer</a:t>
            </a:r>
          </a:p>
        </p:txBody>
      </p:sp>
      <p:sp>
        <p:nvSpPr>
          <p:cNvPr id="247" name="implement-role-4">
            <a:extLst xmlns:a="http://schemas.openxmlformats.org/drawingml/2006/main">
              <a:ext uri="{FF2B5EF4-FFF2-40B4-BE49-F238E27FC236}">
                <a16:creationId xmlns:a16="http://schemas.microsoft.com/office/drawing/2014/main" id="{B07DB9E8-8F97-4982-9442-F5C11E39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Web Surfer</a:t>
            </a:r>
          </a:p>
        </p:txBody>
      </p:sp>
      <p:sp>
        <p:nvSpPr>
          <p:cNvPr id="248" name="execution-assign">
            <a:extLst xmlns:a="http://schemas.openxmlformats.org/drawingml/2006/main">
              <a:ext uri="{FF2B5EF4-FFF2-40B4-BE49-F238E27FC236}">
                <a16:creationId xmlns:a16="http://schemas.microsoft.com/office/drawing/2014/main" id="{E1068F18-1546-4B20-8AC9-76F4EDFC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Assign</a:t>
            </a:r>
          </a:p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tasks</a:t>
            </a:r>
          </a:p>
        </p:txBody>
      </p:sp>
      <p:sp>
        <p:nvSpPr>
          <p:cNvPr id="249" name="execution-wait">
            <a:extLst xmlns:a="http://schemas.openxmlformats.org/drawingml/2006/main">
              <a:ext uri="{FF2B5EF4-FFF2-40B4-BE49-F238E27FC236}">
                <a16:creationId xmlns:a16="http://schemas.microsoft.com/office/drawing/2014/main" id="{D805E371-FFAB-490B-A33A-6B0DCF3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Waiting for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HTML</a:t>
            </a:r>
          </a:p>
        </p:txBody>
      </p:sp>
      <p:sp>
        <p:nvSpPr>
          <p:cNvPr id="250" name="execution-fail">
            <a:extLst xmlns:a="http://schemas.openxmlformats.org/drawingml/2006/main">
              <a:ext uri="{FF2B5EF4-FFF2-40B4-BE49-F238E27FC236}">
                <a16:creationId xmlns:a16="http://schemas.microsoft.com/office/drawing/2014/main" id="{BC2D639B-5146-4FBA-BA93-9079C8D5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05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rPr>
              <a:t>Failed website</a:t>
            </a:r>
          </a:p>
          <a:p xmlns:a="http://schemas.openxmlformats.org/drawingml/2006/main">
            <a:pPr algn="ctr">
              <a:def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A8323D"/>
                </a:solidFill>
                <a:latin typeface="Times New Roman"/>
                <a:ea typeface="Times New Roman"/>
                <a:cs typeface="Times New Roman"/>
              </a:rPr>
              <a:t>access</a:t>
            </a:r>
          </a:p>
        </p:txBody>
      </p:sp>
      <p:sp>
        <p:nvSpPr>
          <p:cNvPr id="251" name="rectify-note">
            <a:extLst xmlns:a="http://schemas.openxmlformats.org/drawingml/2006/main">
              <a:ext uri="{FF2B5EF4-FFF2-40B4-BE49-F238E27FC236}">
                <a16:creationId xmlns:a16="http://schemas.microsoft.com/office/drawing/2014/main" id="{8B44039A-B262-4B7D-B53C-1B562B8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0193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rPr>
              <a:t>Change web tools</a:t>
            </a:r>
          </a:p>
          <a:p xmlns:a="http://schemas.openxmlformats.org/drawingml/2006/main">
            <a:pPr algn="ctr">
              <a:def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8F8F8"/>
                </a:solidFill>
                <a:latin typeface="Times New Roman"/>
                <a:ea typeface="Times New Roman"/>
                <a:cs typeface="Times New Roman"/>
              </a:rPr>
              <a:t>for the surfer agent</a:t>
            </a:r>
          </a:p>
        </p:txBody>
      </p:sp>
      <p:sp>
        <p:nvSpPr>
          <p:cNvPr id="252" name="rectify-surfer-label">
            <a:extLst xmlns:a="http://schemas.openxmlformats.org/drawingml/2006/main">
              <a:ext uri="{FF2B5EF4-FFF2-40B4-BE49-F238E27FC236}">
                <a16:creationId xmlns:a16="http://schemas.microsoft.com/office/drawing/2014/main" id="{460E24D3-7C0F-452C-8109-FF6FB124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194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Surfer</a:t>
            </a:r>
          </a:p>
        </p:txBody>
      </p:sp>
      <p:sp>
        <p:nvSpPr>
          <p:cNvPr id="253" name="rectify-browser-label">
            <a:extLst xmlns:a="http://schemas.openxmlformats.org/drawingml/2006/main">
              <a:ext uri="{FF2B5EF4-FFF2-40B4-BE49-F238E27FC236}">
                <a16:creationId xmlns:a16="http://schemas.microsoft.com/office/drawing/2014/main" id="{73631A5F-346C-4BE2-8AE3-D7F33AC4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429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Browser</a:t>
            </a:r>
          </a:p>
        </p:txBody>
      </p:sp>
      <p:sp>
        <p:nvSpPr>
          <p:cNvPr id="254" name="rectify-crawler-label">
            <a:extLst xmlns:a="http://schemas.openxmlformats.org/drawingml/2006/main">
              <a:ext uri="{FF2B5EF4-FFF2-40B4-BE49-F238E27FC236}">
                <a16:creationId xmlns:a16="http://schemas.microsoft.com/office/drawing/2014/main" id="{D0B6A330-5762-47B6-A8BB-5E2098E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194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Crawler</a:t>
            </a:r>
          </a:p>
        </p:txBody>
      </p:sp>
      <p:sp>
        <p:nvSpPr>
          <p:cNvPr id="25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209A158C-C1E2-4460-97BA-7FC95D6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56" name="tree-template-label-1">
            <a:extLst xmlns:a="http://schemas.openxmlformats.org/drawingml/2006/main">
              <a:ext uri="{FF2B5EF4-FFF2-40B4-BE49-F238E27FC236}">
                <a16:creationId xmlns:a16="http://schemas.microsoft.com/office/drawing/2014/main" id="{AFD49CCC-1180-4B55-8DCC-C2BDDC9E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257" name="tree-template-label-2">
            <a:extLst xmlns:a="http://schemas.openxmlformats.org/drawingml/2006/main">
              <a:ext uri="{FF2B5EF4-FFF2-40B4-BE49-F238E27FC236}">
                <a16:creationId xmlns:a16="http://schemas.microsoft.com/office/drawing/2014/main" id="{25C764B9-58E1-4ABC-B48B-06B4F875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258" name="tree-template-label-3">
            <a:extLst xmlns:a="http://schemas.openxmlformats.org/drawingml/2006/main">
              <a:ext uri="{FF2B5EF4-FFF2-40B4-BE49-F238E27FC236}">
                <a16:creationId xmlns:a16="http://schemas.microsoft.com/office/drawing/2014/main" id="{327CC69B-B6DE-495F-9055-CE22069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v_G</a:t>
            </a:r>
          </a:p>
        </p:txBody>
      </p:sp>
      <p:sp>
        <p:nvSpPr>
          <p:cNvPr id="259" name="tree-implementation-label-1">
            <a:extLst xmlns:a="http://schemas.openxmlformats.org/drawingml/2006/main">
              <a:ext uri="{FF2B5EF4-FFF2-40B4-BE49-F238E27FC236}">
                <a16:creationId xmlns:a16="http://schemas.microsoft.com/office/drawing/2014/main" id="{9C0D7585-BADB-496A-81CE-D97D4E81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0" name="tree-implementation-label-2">
            <a:extLst xmlns:a="http://schemas.openxmlformats.org/drawingml/2006/main">
              <a:ext uri="{FF2B5EF4-FFF2-40B4-BE49-F238E27FC236}">
                <a16:creationId xmlns:a16="http://schemas.microsoft.com/office/drawing/2014/main" id="{E657F50B-47E2-43C3-AB33-D8D7629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1" name="tree-implementation-label-3">
            <a:extLst xmlns:a="http://schemas.openxmlformats.org/drawingml/2006/main">
              <a:ext uri="{FF2B5EF4-FFF2-40B4-BE49-F238E27FC236}">
                <a16:creationId xmlns:a16="http://schemas.microsoft.com/office/drawing/2014/main" id="{C06945BE-E721-49B9-94D6-2AA8A535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2" name="tree-implementation-label-4">
            <a:extLst xmlns:a="http://schemas.openxmlformats.org/drawingml/2006/main">
              <a:ext uri="{FF2B5EF4-FFF2-40B4-BE49-F238E27FC236}">
                <a16:creationId xmlns:a16="http://schemas.microsoft.com/office/drawing/2014/main" id="{1CE6CB2E-6451-4D90-9275-D9451DDC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3" name="tree-implementation-label-5">
            <a:extLst xmlns:a="http://schemas.openxmlformats.org/drawingml/2006/main">
              <a:ext uri="{FF2B5EF4-FFF2-40B4-BE49-F238E27FC236}">
                <a16:creationId xmlns:a16="http://schemas.microsoft.com/office/drawing/2014/main" id="{5903DE05-2FD9-438D-A777-3B595D56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4" name="tree-implementation-label-6">
            <a:extLst xmlns:a="http://schemas.openxmlformats.org/drawingml/2006/main">
              <a:ext uri="{FF2B5EF4-FFF2-40B4-BE49-F238E27FC236}">
                <a16:creationId xmlns:a16="http://schemas.microsoft.com/office/drawing/2014/main" id="{4817B24B-31B6-4603-96E0-BEFA0342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91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v_I</a:t>
            </a:r>
          </a:p>
        </p:txBody>
      </p:sp>
      <p:sp>
        <p:nvSpPr>
          <p:cNvPr id="265" name="tree-rectification-label-1">
            <a:extLst xmlns:a="http://schemas.openxmlformats.org/drawingml/2006/main">
              <a:ext uri="{FF2B5EF4-FFF2-40B4-BE49-F238E27FC236}">
                <a16:creationId xmlns:a16="http://schemas.microsoft.com/office/drawing/2014/main" id="{517850BD-2922-4437-9CA3-95F695A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66" name="tree-rectification-label-2">
            <a:extLst xmlns:a="http://schemas.openxmlformats.org/drawingml/2006/main">
              <a:ext uri="{FF2B5EF4-FFF2-40B4-BE49-F238E27FC236}">
                <a16:creationId xmlns:a16="http://schemas.microsoft.com/office/drawing/2014/main" id="{C9BE205B-6B3E-457D-98DA-9CD4F26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67" name="tree-rectification-label-3">
            <a:extLst xmlns:a="http://schemas.openxmlformats.org/drawingml/2006/main">
              <a:ext uri="{FF2B5EF4-FFF2-40B4-BE49-F238E27FC236}">
                <a16:creationId xmlns:a16="http://schemas.microsoft.com/office/drawing/2014/main" id="{74968F48-85C5-47D9-8F0E-DBBFAC29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68" name="tree-rectification-label-4">
            <a:extLst xmlns:a="http://schemas.openxmlformats.org/drawingml/2006/main">
              <a:ext uri="{FF2B5EF4-FFF2-40B4-BE49-F238E27FC236}">
                <a16:creationId xmlns:a16="http://schemas.microsoft.com/office/drawing/2014/main" id="{FDB4809C-8B46-4DD9-ABF1-90F31AE9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69" name="tree-rectification-label-5">
            <a:extLst xmlns:a="http://schemas.openxmlformats.org/drawingml/2006/main">
              <a:ext uri="{FF2B5EF4-FFF2-40B4-BE49-F238E27FC236}">
                <a16:creationId xmlns:a16="http://schemas.microsoft.com/office/drawing/2014/main" id="{BF1D8BBE-1120-4233-891A-11ABD217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0" name="tree-rectification-label-6">
            <a:extLst xmlns:a="http://schemas.openxmlformats.org/drawingml/2006/main">
              <a:ext uri="{FF2B5EF4-FFF2-40B4-BE49-F238E27FC236}">
                <a16:creationId xmlns:a16="http://schemas.microsoft.com/office/drawing/2014/main" id="{8398BC71-4D64-4C2E-AD01-6EB766D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1" name="tree-rectification-label-7">
            <a:extLst xmlns:a="http://schemas.openxmlformats.org/drawingml/2006/main">
              <a:ext uri="{FF2B5EF4-FFF2-40B4-BE49-F238E27FC236}">
                <a16:creationId xmlns:a16="http://schemas.microsoft.com/office/drawing/2014/main" id="{EB51FD57-DD31-4CAF-8109-0FACF7B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2" name="tree-rectification-label-8">
            <a:extLst xmlns:a="http://schemas.openxmlformats.org/drawingml/2006/main">
              <a:ext uri="{FF2B5EF4-FFF2-40B4-BE49-F238E27FC236}">
                <a16:creationId xmlns:a16="http://schemas.microsoft.com/office/drawing/2014/main" id="{17414053-F0C7-487E-BA96-958EDE0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24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v_R</a:t>
            </a:r>
          </a:p>
        </p:txBody>
      </p:sp>
      <p:sp>
        <p:nvSpPr>
          <p:cNvPr id="273" name="initial-query-label">
            <a:extLst xmlns:a="http://schemas.openxmlformats.org/drawingml/2006/main">
              <a:ext uri="{FF2B5EF4-FFF2-40B4-BE49-F238E27FC236}">
                <a16:creationId xmlns:a16="http://schemas.microsoft.com/office/drawing/2014/main" id="{291F9FA3-0871-4F2B-839A-DAF6813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Initial Task Query Q</a:t>
            </a:r>
          </a:p>
        </p:txBody>
      </p:sp>
      <p:sp>
        <p:nvSpPr>
          <p:cNvPr id="274" name="credit-title">
            <a:extLst xmlns:a="http://schemas.openxmlformats.org/drawingml/2006/main">
              <a:ext uri="{FF2B5EF4-FFF2-40B4-BE49-F238E27FC236}">
                <a16:creationId xmlns:a16="http://schemas.microsoft.com/office/drawing/2014/main" id="{2BCE5B3F-C24D-415F-BB5F-B5162686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Path Credit Propagation</a:t>
            </a:r>
          </a:p>
        </p:txBody>
      </p:sp>
      <p:sp>
        <p:nvSpPr>
          <p:cNvPr id="275" name="template-family-label">
            <a:extLst xmlns:a="http://schemas.openxmlformats.org/drawingml/2006/main">
              <a:ext uri="{FF2B5EF4-FFF2-40B4-BE49-F238E27FC236}">
                <a16:creationId xmlns:a16="http://schemas.microsoft.com/office/drawing/2014/main" id="{A21A723A-1B34-4C66-9505-D85F48E4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0482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Templates</a:t>
            </a:r>
          </a:p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M_temp,1 … M_temp,N</a:t>
            </a:r>
          </a:p>
        </p:txBody>
      </p:sp>
      <p:sp>
        <p:nvSpPr>
          <p:cNvPr id="276" name="workflow-family-label">
            <a:extLst xmlns:a="http://schemas.openxmlformats.org/drawingml/2006/main">
              <a:ext uri="{FF2B5EF4-FFF2-40B4-BE49-F238E27FC236}">
                <a16:creationId xmlns:a16="http://schemas.microsoft.com/office/drawing/2014/main" id="{B3FED6B8-BFA3-4D0F-8BDA-B0E41CD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1531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MAS Workflows</a:t>
            </a:r>
          </a:p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M_1 … M_N</a:t>
            </a:r>
          </a:p>
        </p:txBody>
      </p:sp>
      <p:sp>
        <p:nvSpPr>
          <p:cNvPr id="277" name="rectification-family-label">
            <a:extLst xmlns:a="http://schemas.openxmlformats.org/drawingml/2006/main">
              <a:ext uri="{FF2B5EF4-FFF2-40B4-BE49-F238E27FC236}">
                <a16:creationId xmlns:a16="http://schemas.microsoft.com/office/drawing/2014/main" id="{CB3FDE78-7D78-4B83-8036-9376F08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7353300"/>
            <a:ext cx="102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In-time</a:t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Rectification</a:t>
            </a:r>
          </a:p>
        </p:txBody>
      </p:sp>
      <p:sp>
        <p:nvSpPr>
          <p:cNvPr id="278" name="template-credit-1">
            <a:extLst xmlns:a="http://schemas.openxmlformats.org/drawingml/2006/main">
              <a:ext uri="{FF2B5EF4-FFF2-40B4-BE49-F238E27FC236}">
                <a16:creationId xmlns:a16="http://schemas.microsoft.com/office/drawing/2014/main" id="{439D6648-A256-4039-B294-409C848D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0.90</a:t>
            </a:r>
          </a:p>
        </p:txBody>
      </p:sp>
      <p:sp>
        <p:nvSpPr>
          <p:cNvPr id="279" name="template-credit-2">
            <a:extLst xmlns:a="http://schemas.openxmlformats.org/drawingml/2006/main">
              <a:ext uri="{FF2B5EF4-FFF2-40B4-BE49-F238E27FC236}">
                <a16:creationId xmlns:a16="http://schemas.microsoft.com/office/drawing/2014/main" id="{7D7C13A0-9ACF-4A07-88B7-A0B3A7C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0.13</a:t>
            </a:r>
          </a:p>
        </p:txBody>
      </p:sp>
      <p:sp>
        <p:nvSpPr>
          <p:cNvPr id="280" name="template-credit-3">
            <a:extLst xmlns:a="http://schemas.openxmlformats.org/drawingml/2006/main">
              <a:ext uri="{FF2B5EF4-FFF2-40B4-BE49-F238E27FC236}">
                <a16:creationId xmlns:a16="http://schemas.microsoft.com/office/drawing/2014/main" id="{49CD1CDF-60C4-4CED-8BC8-92DCAAF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0.63</a:t>
            </a:r>
          </a:p>
        </p:txBody>
      </p:sp>
      <p:sp>
        <p:nvSpPr>
          <p:cNvPr id="281" name="workflow-credit-1">
            <a:extLst xmlns:a="http://schemas.openxmlformats.org/drawingml/2006/main">
              <a:ext uri="{FF2B5EF4-FFF2-40B4-BE49-F238E27FC236}">
                <a16:creationId xmlns:a16="http://schemas.microsoft.com/office/drawing/2014/main" id="{FC3DFA6B-A435-40BA-A69C-A76E8B5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2" name="workflow-credit-2">
            <a:extLst xmlns:a="http://schemas.openxmlformats.org/drawingml/2006/main">
              <a:ext uri="{FF2B5EF4-FFF2-40B4-BE49-F238E27FC236}">
                <a16:creationId xmlns:a16="http://schemas.microsoft.com/office/drawing/2014/main" id="{2A6B243D-0F33-49E2-B062-18CB9FF2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3" name="workflow-credit-3">
            <a:extLst xmlns:a="http://schemas.openxmlformats.org/drawingml/2006/main">
              <a:ext uri="{FF2B5EF4-FFF2-40B4-BE49-F238E27FC236}">
                <a16:creationId xmlns:a16="http://schemas.microsoft.com/office/drawing/2014/main" id="{997ED270-88C4-4982-8C58-CD34A38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4" name="workflow-credit-4">
            <a:extLst xmlns:a="http://schemas.openxmlformats.org/drawingml/2006/main">
              <a:ext uri="{FF2B5EF4-FFF2-40B4-BE49-F238E27FC236}">
                <a16:creationId xmlns:a16="http://schemas.microsoft.com/office/drawing/2014/main" id="{A34BC9C1-B679-410B-9AC5-F695762D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5" name="workflow-credit-5">
            <a:extLst xmlns:a="http://schemas.openxmlformats.org/drawingml/2006/main">
              <a:ext uri="{FF2B5EF4-FFF2-40B4-BE49-F238E27FC236}">
                <a16:creationId xmlns:a16="http://schemas.microsoft.com/office/drawing/2014/main" id="{83240773-CD1B-4208-8098-1277934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0.55</a:t>
            </a:r>
          </a:p>
        </p:txBody>
      </p:sp>
      <p:sp>
        <p:nvSpPr>
          <p:cNvPr id="286" name="workflow-credit-6">
            <a:extLst xmlns:a="http://schemas.openxmlformats.org/drawingml/2006/main">
              <a:ext uri="{FF2B5EF4-FFF2-40B4-BE49-F238E27FC236}">
                <a16:creationId xmlns:a16="http://schemas.microsoft.com/office/drawing/2014/main" id="{2ED3698B-0626-440D-8963-F744B0AC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C22A46"/>
                </a:solidFill>
                <a:latin typeface="Times New Roman"/>
                <a:ea typeface="Times New Roman"/>
                <a:cs typeface="Times New Roman"/>
              </a:rPr>
              <a:t>0.44</a:t>
            </a:r>
          </a:p>
        </p:txBody>
      </p:sp>
      <p:sp>
        <p:nvSpPr>
          <p:cNvPr id="287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47814715-D614-4514-A2E5-4D1635B7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34400"/>
            <a:ext cx="815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Reward Function R(τ):   Performance   ·   Cost   ·   Diversity</a:t>
            </a:r>
          </a:p>
        </p:txBody>
      </p:sp>
      <p:sp>
        <p:nvSpPr>
          <p:cNvPr id="288" name="dataset-label-1">
            <a:extLst xmlns:a="http://schemas.openxmlformats.org/drawingml/2006/main">
              <a:ext uri="{FF2B5EF4-FFF2-40B4-BE49-F238E27FC236}">
                <a16:creationId xmlns:a16="http://schemas.microsoft.com/office/drawing/2014/main" id="{29261FB1-8E02-492B-B4AE-4BD0B80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625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D_gen = {v′_G, v″_G}</a:t>
            </a:r>
          </a:p>
        </p:txBody>
      </p:sp>
      <p:sp>
        <p:nvSpPr>
          <p:cNvPr id="289" name="dataset-label-2">
            <a:extLst xmlns:a="http://schemas.openxmlformats.org/drawingml/2006/main">
              <a:ext uri="{FF2B5EF4-FFF2-40B4-BE49-F238E27FC236}">
                <a16:creationId xmlns:a16="http://schemas.microsoft.com/office/drawing/2014/main" id="{2B1251C8-5E7A-4654-8984-5020F297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436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D_imp = {v′_I, v″_I}</a:t>
            </a:r>
          </a:p>
        </p:txBody>
      </p:sp>
      <p:sp>
        <p:nvSpPr>
          <p:cNvPr id="290" name="dataset-label-3">
            <a:extLst xmlns:a="http://schemas.openxmlformats.org/drawingml/2006/main">
              <a:ext uri="{FF2B5EF4-FFF2-40B4-BE49-F238E27FC236}">
                <a16:creationId xmlns:a16="http://schemas.microsoft.com/office/drawing/2014/main" id="{C533E0DB-B732-4EE9-9464-2C6DFA93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7524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  <a:p xmlns:a="http://schemas.openxmlformats.org/drawingml/2006/main">
            <a:pPr algn="ctr">
              <a:def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D_rec = {v′_R, v″_R}</a:t>
            </a:r>
          </a:p>
        </p:txBody>
      </p:sp>
      <p:sp>
        <p:nvSpPr>
          <p:cNvPr id="291" name="curated-dataset-label">
            <a:extLst xmlns:a="http://schemas.openxmlformats.org/drawingml/2006/main">
              <a:ext uri="{FF2B5EF4-FFF2-40B4-BE49-F238E27FC236}">
                <a16:creationId xmlns:a16="http://schemas.microsoft.com/office/drawing/2014/main" id="{17D327EB-56AE-4065-8066-4957DD80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382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Curated Dataset</a:t>
            </a:r>
          </a:p>
        </p:txBody>
      </p:sp>
      <p:sp>
        <p:nvSpPr>
          <p:cNvPr id="292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59E65FDF-DFB1-41EC-BC62-4DFA3C5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77500" y="6381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Specialized Training</a:t>
            </a:r>
          </a:p>
        </p:txBody>
      </p:sp>
      <p:sp>
        <p:nvSpPr>
          <p:cNvPr id="293" name="generator-meta-title">
            <a:extLst xmlns:a="http://schemas.openxmlformats.org/drawingml/2006/main">
              <a:ext uri="{FF2B5EF4-FFF2-40B4-BE49-F238E27FC236}">
                <a16:creationId xmlns:a16="http://schemas.microsoft.com/office/drawing/2014/main" id="{945EBE01-04E1-4AEE-B35C-23D302DE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857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294" name="generator-meta-fail">
            <a:extLst xmlns:a="http://schemas.openxmlformats.org/drawingml/2006/main">
              <a:ext uri="{FF2B5EF4-FFF2-40B4-BE49-F238E27FC236}">
                <a16:creationId xmlns:a16="http://schemas.microsoft.com/office/drawing/2014/main" id="{AF4AB28B-6806-40E4-83CC-BFF208CD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143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rPr>
              <a:t>×  M_temp: fails often</a:t>
            </a:r>
          </a:p>
        </p:txBody>
      </p:sp>
      <p:sp>
        <p:nvSpPr>
          <p:cNvPr id="295" name="generator-meta-pass">
            <a:extLst xmlns:a="http://schemas.openxmlformats.org/drawingml/2006/main">
              <a:ext uri="{FF2B5EF4-FFF2-40B4-BE49-F238E27FC236}">
                <a16:creationId xmlns:a16="http://schemas.microsoft.com/office/drawing/2014/main" id="{98B1D1E1-6535-4C22-B3F2-61CEFE5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429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rPr>
              <a:t>✓  M_temp: executes smoothly</a:t>
            </a:r>
          </a:p>
        </p:txBody>
      </p:sp>
      <p:sp>
        <p:nvSpPr>
          <p:cNvPr id="296" name="implementor-meta-title">
            <a:extLst xmlns:a="http://schemas.openxmlformats.org/drawingml/2006/main">
              <a:ext uri="{FF2B5EF4-FFF2-40B4-BE49-F238E27FC236}">
                <a16:creationId xmlns:a16="http://schemas.microsoft.com/office/drawing/2014/main" id="{1B0F4281-0E87-478E-97EE-B2ECAA9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0579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Implementor</a:t>
            </a:r>
          </a:p>
        </p:txBody>
      </p:sp>
      <p:sp>
        <p:nvSpPr>
          <p:cNvPr id="297" name="implementor-meta-large">
            <a:extLst xmlns:a="http://schemas.openxmlformats.org/drawingml/2006/main">
              <a:ext uri="{FF2B5EF4-FFF2-40B4-BE49-F238E27FC236}">
                <a16:creationId xmlns:a16="http://schemas.microsoft.com/office/drawing/2014/main" id="{68D8F01E-F29F-4C97-89CC-624F1B81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362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Large model → high cost</a:t>
            </a:r>
          </a:p>
        </p:txBody>
      </p:sp>
      <p:sp>
        <p:nvSpPr>
          <p:cNvPr id="298" name="implementor-meta-small">
            <a:extLst xmlns:a="http://schemas.openxmlformats.org/drawingml/2006/main">
              <a:ext uri="{FF2B5EF4-FFF2-40B4-BE49-F238E27FC236}">
                <a16:creationId xmlns:a16="http://schemas.microsoft.com/office/drawing/2014/main" id="{015A1AB6-D157-4436-B399-11F2D207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6667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Small model → efficient</a:t>
            </a:r>
          </a:p>
        </p:txBody>
      </p:sp>
      <p:sp>
        <p:nvSpPr>
          <p:cNvPr id="299" name="rectifier-meta-title">
            <a:extLst xmlns:a="http://schemas.openxmlformats.org/drawingml/2006/main">
              <a:ext uri="{FF2B5EF4-FFF2-40B4-BE49-F238E27FC236}">
                <a16:creationId xmlns:a16="http://schemas.microsoft.com/office/drawing/2014/main" id="{700ABEEF-CC45-46C9-BC70-E6B4129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2580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Rectifier</a:t>
            </a:r>
          </a:p>
        </p:txBody>
      </p:sp>
      <p:sp>
        <p:nvSpPr>
          <p:cNvPr id="300" name="rectifier-meta-fail">
            <a:extLst xmlns:a="http://schemas.openxmlformats.org/drawingml/2006/main">
              <a:ext uri="{FF2B5EF4-FFF2-40B4-BE49-F238E27FC236}">
                <a16:creationId xmlns:a16="http://schemas.microsoft.com/office/drawing/2014/main" id="{53253091-3FF9-4A88-A5BB-09BD724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6009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D63A4A"/>
                </a:solidFill>
                <a:latin typeface="Times New Roman"/>
                <a:ea typeface="Times New Roman"/>
                <a:cs typeface="Times New Roman"/>
              </a:rPr>
              <a:t>M′  →  FAIL</a:t>
            </a:r>
          </a:p>
        </p:txBody>
      </p:sp>
      <p:sp>
        <p:nvSpPr>
          <p:cNvPr id="301" name="rectifier-meta-pass">
            <a:extLst xmlns:a="http://schemas.openxmlformats.org/drawingml/2006/main">
              <a:ext uri="{FF2B5EF4-FFF2-40B4-BE49-F238E27FC236}">
                <a16:creationId xmlns:a16="http://schemas.microsoft.com/office/drawing/2014/main" id="{56E170BC-FABF-4CD5-9E59-5DDE4B9E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7905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F8E55"/>
                </a:solidFill>
                <a:latin typeface="Times New Roman"/>
                <a:ea typeface="Times New Roman"/>
                <a:cs typeface="Times New Roman"/>
              </a:rPr>
              <a:t>M″  →  PASS</a:t>
            </a:r>
          </a:p>
        </p:txBody>
      </p:sp>
      <p:pic>
        <p:nvPicPr>
          <p:cNvPr id="6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92cfbb4434577"/>
          <a:stretch xmlns:a="http://schemas.openxmlformats.org/drawingml/2006/main"/>
        </p:blipFill>
        <p:spPr>
          <a:xfrm xmlns:a="http://schemas.openxmlformats.org/drawingml/2006/main">
            <a:off x="1133475" y="714375"/>
            <a:ext cx="628650" cy="628650"/>
          </a:xfrm>
          <a:prstGeom xmlns:a="http://schemas.openxmlformats.org/drawingml/2006/main" prst="rect">
            <a:avLst/>
          </a:prstGeom>
        </p:spPr>
      </p:pic>
      <p:pic>
        <p:nvPicPr>
          <p:cNvPr id="6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0736e5998470a"/>
          <a:stretch xmlns:a="http://schemas.openxmlformats.org/drawingml/2006/main"/>
        </p:blipFill>
        <p:spPr>
          <a:xfrm xmlns:a="http://schemas.openxmlformats.org/drawingml/2006/main">
            <a:off x="466725" y="2352675"/>
            <a:ext cx="628650" cy="628650"/>
          </a:xfrm>
          <a:prstGeom xmlns:a="http://schemas.openxmlformats.org/drawingml/2006/main" prst="rect">
            <a:avLst/>
          </a:prstGeom>
        </p:spPr>
      </p:pic>
      <p:pic>
        <p:nvPicPr>
          <p:cNvPr id="6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c1e03c1b04637"/>
          <a:stretch xmlns:a="http://schemas.openxmlformats.org/drawingml/2006/main"/>
        </p:blipFill>
        <p:spPr>
          <a:xfrm xmlns:a="http://schemas.openxmlformats.org/drawingml/2006/main">
            <a:off x="1743075" y="2352675"/>
            <a:ext cx="628650" cy="628650"/>
          </a:xfrm>
          <a:prstGeom xmlns:a="http://schemas.openxmlformats.org/drawingml/2006/main" prst="rect">
            <a:avLst/>
          </a:prstGeom>
        </p:spPr>
      </p:pic>
      <p:pic>
        <p:nvPicPr>
          <p:cNvPr id="6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6c26706194415"/>
          <a:stretch xmlns:a="http://schemas.openxmlformats.org/drawingml/2006/main"/>
        </p:blipFill>
        <p:spPr>
          <a:xfrm xmlns:a="http://schemas.openxmlformats.org/drawingml/2006/main">
            <a:off x="3314700" y="15621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6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03c1bffa84222"/>
          <a:stretch xmlns:a="http://schemas.openxmlformats.org/drawingml/2006/main"/>
        </p:blipFill>
        <p:spPr>
          <a:xfrm xmlns:a="http://schemas.openxmlformats.org/drawingml/2006/main">
            <a:off x="6343650" y="15621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6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92a8b884c4a7b"/>
          <a:stretch xmlns:a="http://schemas.openxmlformats.org/drawingml/2006/main"/>
        </p:blipFill>
        <p:spPr>
          <a:xfrm xmlns:a="http://schemas.openxmlformats.org/drawingml/2006/main">
            <a:off x="12096750" y="1562100"/>
            <a:ext cx="419100" cy="419100"/>
          </a:xfrm>
          <a:prstGeom xmlns:a="http://schemas.openxmlformats.org/drawingml/2006/main" prst="rect">
            <a:avLst/>
          </a:prstGeom>
        </p:spPr>
      </p:pic>
      <p:pic>
        <p:nvPicPr>
          <p:cNvPr id="6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c3ec85e754e05"/>
          <a:stretch xmlns:a="http://schemas.openxmlformats.org/drawingml/2006/main"/>
        </p:blipFill>
        <p:spPr>
          <a:xfrm xmlns:a="http://schemas.openxmlformats.org/drawingml/2006/main">
            <a:off x="12696825" y="509587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6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722a83a9b487c"/>
          <a:stretch xmlns:a="http://schemas.openxmlformats.org/drawingml/2006/main"/>
        </p:blipFill>
        <p:spPr>
          <a:xfrm xmlns:a="http://schemas.openxmlformats.org/drawingml/2006/main">
            <a:off x="12696825" y="629602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6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4c6564866460a"/>
          <a:stretch xmlns:a="http://schemas.openxmlformats.org/drawingml/2006/main"/>
        </p:blipFill>
        <p:spPr>
          <a:xfrm xmlns:a="http://schemas.openxmlformats.org/drawingml/2006/main">
            <a:off x="12696825" y="749617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6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b5d739e7944dc">
            <a:extLst>
              <a:ext uri="{96DAC541-7B7A-43D3-8B79-37D633B846F1}">
                <asvg:svgBlip xmlns:asvg="http://schemas.microsoft.com/office/drawing/2016/SVG/main" r:embed="Rde1b11de301849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0075" y="23336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6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56e8574664db4">
            <a:extLst>
              <a:ext uri="{96DAC541-7B7A-43D3-8B79-37D633B846F1}">
                <asvg:svgBlip xmlns:asvg="http://schemas.microsoft.com/office/drawing/2016/SVG/main" r:embed="R72052349b93848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2162175"/>
            <a:ext cx="266700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31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2026-08-23T05:36:52.9240000Z</dcterms:created>
  <dcterms:modified xsi:type="dcterms:W3CDTF">2026-08-23T05:36:52.9240000Z</dcterms:modified>
</coreProperties>
</file>